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1"/>
  </p:notesMasterIdLst>
  <p:sldIdLst>
    <p:sldId id="275" r:id="rId2"/>
    <p:sldId id="278" r:id="rId3"/>
    <p:sldId id="280" r:id="rId4"/>
    <p:sldId id="282" r:id="rId5"/>
    <p:sldId id="283" r:id="rId6"/>
    <p:sldId id="285" r:id="rId7"/>
    <p:sldId id="284" r:id="rId8"/>
    <p:sldId id="262" r:id="rId9"/>
    <p:sldId id="293" r:id="rId10"/>
    <p:sldId id="294" r:id="rId11"/>
    <p:sldId id="295" r:id="rId12"/>
    <p:sldId id="268" r:id="rId13"/>
    <p:sldId id="291" r:id="rId14"/>
    <p:sldId id="290" r:id="rId15"/>
    <p:sldId id="296" r:id="rId16"/>
    <p:sldId id="297" r:id="rId17"/>
    <p:sldId id="287" r:id="rId18"/>
    <p:sldId id="288" r:id="rId19"/>
    <p:sldId id="277" r:id="rId20"/>
  </p:sldIdLst>
  <p:sldSz cx="12192000" cy="6858000"/>
  <p:notesSz cx="6858000" cy="9144000"/>
  <p:embeddedFontLst>
    <p:embeddedFont>
      <p:font typeface="等线" panose="02010600030101010101" pitchFamily="2" charset="-122"/>
      <p:regular r:id="rId22"/>
    </p:embeddedFont>
    <p:embeddedFont>
      <p:font typeface="OPPOSans M" panose="020B0604020202020204" charset="-122"/>
      <p:regular r:id="rId23"/>
    </p:embeddedFont>
    <p:embeddedFont>
      <p:font typeface="Poppins Medium" panose="00000600000000000000" pitchFamily="2" charset="0"/>
      <p:regular r:id="rId24"/>
      <p:italic r:id="rId25"/>
    </p:embeddedFont>
    <p:embeddedFont>
      <p:font typeface="Poppins SemiBold" panose="00000700000000000000" pitchFamily="2" charset="0"/>
      <p:bold r:id="rId26"/>
      <p:boldItalic r:id="rId27"/>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724A1C-299C-4444-AF8C-5DFDD6830715}" v="8" dt="2025-12-04T18:37:36.9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70A69D-A7BB-4A1E-AB8A-C6A509F788EA}" type="datetimeFigureOut">
              <a:rPr lang="zh-CN" altLang="en-US" smtClean="0"/>
              <a:t>2025/12/4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FE2A2D-7111-4E3B-8A44-F933A2AC4109}" type="slidenum">
              <a:rPr lang="zh-CN" altLang="en-US" smtClean="0"/>
              <a:t>‹#›</a:t>
            </a:fld>
            <a:endParaRPr lang="zh-CN" altLang="en-US"/>
          </a:p>
        </p:txBody>
      </p:sp>
    </p:spTree>
    <p:extLst>
      <p:ext uri="{BB962C8B-B14F-4D97-AF65-F5344CB8AC3E}">
        <p14:creationId xmlns:p14="http://schemas.microsoft.com/office/powerpoint/2010/main" val="2217583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en-IN"/>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9FE2A2D-7111-4E3B-8A44-F933A2AC4109}" type="slidenum">
              <a:rPr lang="zh-CN" altLang="en-US" smtClean="0"/>
              <a:t>8</a:t>
            </a:fld>
            <a:endParaRPr lang="zh-CN" altLang="en-US"/>
          </a:p>
        </p:txBody>
      </p:sp>
    </p:spTree>
    <p:extLst>
      <p:ext uri="{BB962C8B-B14F-4D97-AF65-F5344CB8AC3E}">
        <p14:creationId xmlns:p14="http://schemas.microsoft.com/office/powerpoint/2010/main" val="2445872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0AA1E1-D0CF-6188-3467-C4F74E4F9BB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F431C46-B8B8-B13B-66CF-F639342FAE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C97722D-461A-74DB-AE77-F20A8222A087}"/>
              </a:ext>
            </a:extLst>
          </p:cNvPr>
          <p:cNvSpPr>
            <a:spLocks noGrp="1"/>
          </p:cNvSpPr>
          <p:nvPr>
            <p:ph type="dt" sz="half" idx="10"/>
          </p:nvPr>
        </p:nvSpPr>
        <p:spPr/>
        <p:txBody>
          <a:bodyPr/>
          <a:lstStyle/>
          <a:p>
            <a:fld id="{CC850576-7135-499B-A7D0-116EE3B15D0B}" type="datetimeFigureOut">
              <a:rPr lang="zh-CN" altLang="en-US" smtClean="0"/>
              <a:t>2025/12/4</a:t>
            </a:fld>
            <a:endParaRPr lang="zh-CN" altLang="en-US"/>
          </a:p>
        </p:txBody>
      </p:sp>
      <p:sp>
        <p:nvSpPr>
          <p:cNvPr id="5" name="页脚占位符 4">
            <a:extLst>
              <a:ext uri="{FF2B5EF4-FFF2-40B4-BE49-F238E27FC236}">
                <a16:creationId xmlns:a16="http://schemas.microsoft.com/office/drawing/2014/main" id="{F66989F5-4A31-5FD1-AD2C-3881852861B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00A1CFC-27B1-7B82-F8EC-3897858C9E84}"/>
              </a:ext>
            </a:extLst>
          </p:cNvPr>
          <p:cNvSpPr>
            <a:spLocks noGrp="1"/>
          </p:cNvSpPr>
          <p:nvPr>
            <p:ph type="sldNum" sz="quarter" idx="12"/>
          </p:nvPr>
        </p:nvSpPr>
        <p:spPr/>
        <p:txBody>
          <a:bodyPr/>
          <a:lstStyle/>
          <a:p>
            <a:fld id="{FF52FFF9-945B-446A-AE66-906EB169012B}" type="slidenum">
              <a:rPr lang="zh-CN" altLang="en-US" smtClean="0"/>
              <a:t>‹#›</a:t>
            </a:fld>
            <a:endParaRPr lang="zh-CN" altLang="en-US"/>
          </a:p>
        </p:txBody>
      </p:sp>
    </p:spTree>
    <p:extLst>
      <p:ext uri="{BB962C8B-B14F-4D97-AF65-F5344CB8AC3E}">
        <p14:creationId xmlns:p14="http://schemas.microsoft.com/office/powerpoint/2010/main" val="1981992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DFCA45-90D7-B87D-FAB9-04DADB14DD7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2657E8B-980F-86F2-8A0A-707ED46EE6B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ABE6A22-7711-9A99-9B25-0ACE92CAD0C0}"/>
              </a:ext>
            </a:extLst>
          </p:cNvPr>
          <p:cNvSpPr>
            <a:spLocks noGrp="1"/>
          </p:cNvSpPr>
          <p:nvPr>
            <p:ph type="dt" sz="half" idx="10"/>
          </p:nvPr>
        </p:nvSpPr>
        <p:spPr/>
        <p:txBody>
          <a:bodyPr/>
          <a:lstStyle/>
          <a:p>
            <a:fld id="{CC850576-7135-499B-A7D0-116EE3B15D0B}" type="datetimeFigureOut">
              <a:rPr lang="zh-CN" altLang="en-US" smtClean="0"/>
              <a:t>2025/12/4</a:t>
            </a:fld>
            <a:endParaRPr lang="zh-CN" altLang="en-US"/>
          </a:p>
        </p:txBody>
      </p:sp>
      <p:sp>
        <p:nvSpPr>
          <p:cNvPr id="5" name="页脚占位符 4">
            <a:extLst>
              <a:ext uri="{FF2B5EF4-FFF2-40B4-BE49-F238E27FC236}">
                <a16:creationId xmlns:a16="http://schemas.microsoft.com/office/drawing/2014/main" id="{EE906755-D74E-8543-F253-47AE9448D0C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473B206-B8E5-C093-F1C3-D9BAB60AACC3}"/>
              </a:ext>
            </a:extLst>
          </p:cNvPr>
          <p:cNvSpPr>
            <a:spLocks noGrp="1"/>
          </p:cNvSpPr>
          <p:nvPr>
            <p:ph type="sldNum" sz="quarter" idx="12"/>
          </p:nvPr>
        </p:nvSpPr>
        <p:spPr/>
        <p:txBody>
          <a:bodyPr/>
          <a:lstStyle/>
          <a:p>
            <a:fld id="{FF52FFF9-945B-446A-AE66-906EB169012B}" type="slidenum">
              <a:rPr lang="zh-CN" altLang="en-US" smtClean="0"/>
              <a:t>‹#›</a:t>
            </a:fld>
            <a:endParaRPr lang="zh-CN" altLang="en-US"/>
          </a:p>
        </p:txBody>
      </p:sp>
    </p:spTree>
    <p:extLst>
      <p:ext uri="{BB962C8B-B14F-4D97-AF65-F5344CB8AC3E}">
        <p14:creationId xmlns:p14="http://schemas.microsoft.com/office/powerpoint/2010/main" val="3601425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23B5E4-45D6-B81E-374A-C1D6BE1E442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41128BB-AFEA-30DA-C76A-8AD669CDC2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08ED595-E5F5-6654-3612-5F4E86C6D2B7}"/>
              </a:ext>
            </a:extLst>
          </p:cNvPr>
          <p:cNvSpPr>
            <a:spLocks noGrp="1"/>
          </p:cNvSpPr>
          <p:nvPr>
            <p:ph type="dt" sz="half" idx="10"/>
          </p:nvPr>
        </p:nvSpPr>
        <p:spPr/>
        <p:txBody>
          <a:bodyPr/>
          <a:lstStyle/>
          <a:p>
            <a:fld id="{CC850576-7135-499B-A7D0-116EE3B15D0B}" type="datetimeFigureOut">
              <a:rPr lang="zh-CN" altLang="en-US" smtClean="0"/>
              <a:t>2025/12/4</a:t>
            </a:fld>
            <a:endParaRPr lang="zh-CN" altLang="en-US"/>
          </a:p>
        </p:txBody>
      </p:sp>
      <p:sp>
        <p:nvSpPr>
          <p:cNvPr id="5" name="页脚占位符 4">
            <a:extLst>
              <a:ext uri="{FF2B5EF4-FFF2-40B4-BE49-F238E27FC236}">
                <a16:creationId xmlns:a16="http://schemas.microsoft.com/office/drawing/2014/main" id="{4E31F566-0F0B-DC57-3C05-A59524826E7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292974-5563-1527-5BC5-4414DF441417}"/>
              </a:ext>
            </a:extLst>
          </p:cNvPr>
          <p:cNvSpPr>
            <a:spLocks noGrp="1"/>
          </p:cNvSpPr>
          <p:nvPr>
            <p:ph type="sldNum" sz="quarter" idx="12"/>
          </p:nvPr>
        </p:nvSpPr>
        <p:spPr/>
        <p:txBody>
          <a:bodyPr/>
          <a:lstStyle/>
          <a:p>
            <a:fld id="{FF52FFF9-945B-446A-AE66-906EB169012B}" type="slidenum">
              <a:rPr lang="zh-CN" altLang="en-US" smtClean="0"/>
              <a:t>‹#›</a:t>
            </a:fld>
            <a:endParaRPr lang="zh-CN" altLang="en-US"/>
          </a:p>
        </p:txBody>
      </p:sp>
    </p:spTree>
    <p:extLst>
      <p:ext uri="{BB962C8B-B14F-4D97-AF65-F5344CB8AC3E}">
        <p14:creationId xmlns:p14="http://schemas.microsoft.com/office/powerpoint/2010/main" val="2278645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C03D15-B4F1-21E8-3778-26E7184462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3CB744E-84F9-44AE-A9F9-128797220E5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A89D839-6E3A-E450-6403-2B6D93E9137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E6D7847-4697-7171-7FC2-A745E081A6FF}"/>
              </a:ext>
            </a:extLst>
          </p:cNvPr>
          <p:cNvSpPr>
            <a:spLocks noGrp="1"/>
          </p:cNvSpPr>
          <p:nvPr>
            <p:ph type="dt" sz="half" idx="10"/>
          </p:nvPr>
        </p:nvSpPr>
        <p:spPr/>
        <p:txBody>
          <a:bodyPr/>
          <a:lstStyle/>
          <a:p>
            <a:fld id="{CC850576-7135-499B-A7D0-116EE3B15D0B}" type="datetimeFigureOut">
              <a:rPr lang="zh-CN" altLang="en-US" smtClean="0"/>
              <a:t>2025/12/4</a:t>
            </a:fld>
            <a:endParaRPr lang="zh-CN" altLang="en-US"/>
          </a:p>
        </p:txBody>
      </p:sp>
      <p:sp>
        <p:nvSpPr>
          <p:cNvPr id="6" name="页脚占位符 5">
            <a:extLst>
              <a:ext uri="{FF2B5EF4-FFF2-40B4-BE49-F238E27FC236}">
                <a16:creationId xmlns:a16="http://schemas.microsoft.com/office/drawing/2014/main" id="{3C8E54B7-D6EC-E2F3-36A8-2503AE2CD15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DD743AA-82E4-7F95-91CC-8DAB896D60FD}"/>
              </a:ext>
            </a:extLst>
          </p:cNvPr>
          <p:cNvSpPr>
            <a:spLocks noGrp="1"/>
          </p:cNvSpPr>
          <p:nvPr>
            <p:ph type="sldNum" sz="quarter" idx="12"/>
          </p:nvPr>
        </p:nvSpPr>
        <p:spPr/>
        <p:txBody>
          <a:bodyPr/>
          <a:lstStyle/>
          <a:p>
            <a:fld id="{FF52FFF9-945B-446A-AE66-906EB169012B}" type="slidenum">
              <a:rPr lang="zh-CN" altLang="en-US" smtClean="0"/>
              <a:t>‹#›</a:t>
            </a:fld>
            <a:endParaRPr lang="zh-CN" altLang="en-US"/>
          </a:p>
        </p:txBody>
      </p:sp>
    </p:spTree>
    <p:extLst>
      <p:ext uri="{BB962C8B-B14F-4D97-AF65-F5344CB8AC3E}">
        <p14:creationId xmlns:p14="http://schemas.microsoft.com/office/powerpoint/2010/main" val="3660218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5FD6B8-B4C6-6209-7083-55E4B86C0F3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EFD33FD-26E5-895E-D738-B1A051B2D0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1AC463A-9995-7266-3619-666A29B0C76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51E5B43-72F5-8F30-7B3C-28A9C27B8B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23EB461-1DC3-9F67-9EA8-75D650F921E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11F4EA6-43BD-65D5-BBCD-368567F5A1C4}"/>
              </a:ext>
            </a:extLst>
          </p:cNvPr>
          <p:cNvSpPr>
            <a:spLocks noGrp="1"/>
          </p:cNvSpPr>
          <p:nvPr>
            <p:ph type="dt" sz="half" idx="10"/>
          </p:nvPr>
        </p:nvSpPr>
        <p:spPr/>
        <p:txBody>
          <a:bodyPr/>
          <a:lstStyle/>
          <a:p>
            <a:fld id="{CC850576-7135-499B-A7D0-116EE3B15D0B}" type="datetimeFigureOut">
              <a:rPr lang="zh-CN" altLang="en-US" smtClean="0"/>
              <a:t>2025/12/4</a:t>
            </a:fld>
            <a:endParaRPr lang="zh-CN" altLang="en-US"/>
          </a:p>
        </p:txBody>
      </p:sp>
      <p:sp>
        <p:nvSpPr>
          <p:cNvPr id="8" name="页脚占位符 7">
            <a:extLst>
              <a:ext uri="{FF2B5EF4-FFF2-40B4-BE49-F238E27FC236}">
                <a16:creationId xmlns:a16="http://schemas.microsoft.com/office/drawing/2014/main" id="{4DF075A9-F320-418D-DBD7-EDCE445476D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7423F04-3FA1-F134-B4E8-68A1A351DE18}"/>
              </a:ext>
            </a:extLst>
          </p:cNvPr>
          <p:cNvSpPr>
            <a:spLocks noGrp="1"/>
          </p:cNvSpPr>
          <p:nvPr>
            <p:ph type="sldNum" sz="quarter" idx="12"/>
          </p:nvPr>
        </p:nvSpPr>
        <p:spPr/>
        <p:txBody>
          <a:bodyPr/>
          <a:lstStyle/>
          <a:p>
            <a:fld id="{FF52FFF9-945B-446A-AE66-906EB169012B}" type="slidenum">
              <a:rPr lang="zh-CN" altLang="en-US" smtClean="0"/>
              <a:t>‹#›</a:t>
            </a:fld>
            <a:endParaRPr lang="zh-CN" altLang="en-US"/>
          </a:p>
        </p:txBody>
      </p:sp>
    </p:spTree>
    <p:extLst>
      <p:ext uri="{BB962C8B-B14F-4D97-AF65-F5344CB8AC3E}">
        <p14:creationId xmlns:p14="http://schemas.microsoft.com/office/powerpoint/2010/main" val="1188905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A3F9E9-19FE-17EF-B65F-B26AD733DCD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28F61F1-6B10-F7F5-08CD-D420DDD19D70}"/>
              </a:ext>
            </a:extLst>
          </p:cNvPr>
          <p:cNvSpPr>
            <a:spLocks noGrp="1"/>
          </p:cNvSpPr>
          <p:nvPr>
            <p:ph type="dt" sz="half" idx="10"/>
          </p:nvPr>
        </p:nvSpPr>
        <p:spPr/>
        <p:txBody>
          <a:bodyPr/>
          <a:lstStyle/>
          <a:p>
            <a:fld id="{CC850576-7135-499B-A7D0-116EE3B15D0B}" type="datetimeFigureOut">
              <a:rPr lang="zh-CN" altLang="en-US" smtClean="0"/>
              <a:t>2025/12/4</a:t>
            </a:fld>
            <a:endParaRPr lang="zh-CN" altLang="en-US"/>
          </a:p>
        </p:txBody>
      </p:sp>
      <p:sp>
        <p:nvSpPr>
          <p:cNvPr id="4" name="页脚占位符 3">
            <a:extLst>
              <a:ext uri="{FF2B5EF4-FFF2-40B4-BE49-F238E27FC236}">
                <a16:creationId xmlns:a16="http://schemas.microsoft.com/office/drawing/2014/main" id="{C0DDC2C4-2708-56FA-AB5F-F1BB3F1AD35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7A227D2-3C7A-3650-EA43-78FBF94AE117}"/>
              </a:ext>
            </a:extLst>
          </p:cNvPr>
          <p:cNvSpPr>
            <a:spLocks noGrp="1"/>
          </p:cNvSpPr>
          <p:nvPr>
            <p:ph type="sldNum" sz="quarter" idx="12"/>
          </p:nvPr>
        </p:nvSpPr>
        <p:spPr/>
        <p:txBody>
          <a:bodyPr/>
          <a:lstStyle/>
          <a:p>
            <a:fld id="{FF52FFF9-945B-446A-AE66-906EB169012B}" type="slidenum">
              <a:rPr lang="zh-CN" altLang="en-US" smtClean="0"/>
              <a:t>‹#›</a:t>
            </a:fld>
            <a:endParaRPr lang="zh-CN" altLang="en-US"/>
          </a:p>
        </p:txBody>
      </p:sp>
    </p:spTree>
    <p:extLst>
      <p:ext uri="{BB962C8B-B14F-4D97-AF65-F5344CB8AC3E}">
        <p14:creationId xmlns:p14="http://schemas.microsoft.com/office/powerpoint/2010/main" val="3875910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204E253-A7B0-FB34-A238-6534638353DB}"/>
              </a:ext>
            </a:extLst>
          </p:cNvPr>
          <p:cNvSpPr>
            <a:spLocks noGrp="1"/>
          </p:cNvSpPr>
          <p:nvPr>
            <p:ph type="dt" sz="half" idx="10"/>
          </p:nvPr>
        </p:nvSpPr>
        <p:spPr/>
        <p:txBody>
          <a:bodyPr/>
          <a:lstStyle/>
          <a:p>
            <a:fld id="{CC850576-7135-499B-A7D0-116EE3B15D0B}" type="datetimeFigureOut">
              <a:rPr lang="zh-CN" altLang="en-US" smtClean="0"/>
              <a:t>2025/12/4</a:t>
            </a:fld>
            <a:endParaRPr lang="zh-CN" altLang="en-US"/>
          </a:p>
        </p:txBody>
      </p:sp>
      <p:sp>
        <p:nvSpPr>
          <p:cNvPr id="3" name="页脚占位符 2">
            <a:extLst>
              <a:ext uri="{FF2B5EF4-FFF2-40B4-BE49-F238E27FC236}">
                <a16:creationId xmlns:a16="http://schemas.microsoft.com/office/drawing/2014/main" id="{B89800F9-EDCB-A216-2EC0-B447161A786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A30C50F-4D26-F6DF-D9F7-4CCBB4F13C75}"/>
              </a:ext>
            </a:extLst>
          </p:cNvPr>
          <p:cNvSpPr>
            <a:spLocks noGrp="1"/>
          </p:cNvSpPr>
          <p:nvPr>
            <p:ph type="sldNum" sz="quarter" idx="12"/>
          </p:nvPr>
        </p:nvSpPr>
        <p:spPr/>
        <p:txBody>
          <a:bodyPr/>
          <a:lstStyle/>
          <a:p>
            <a:fld id="{FF52FFF9-945B-446A-AE66-906EB169012B}" type="slidenum">
              <a:rPr lang="zh-CN" altLang="en-US" smtClean="0"/>
              <a:t>‹#›</a:t>
            </a:fld>
            <a:endParaRPr lang="zh-CN" altLang="en-US"/>
          </a:p>
        </p:txBody>
      </p:sp>
    </p:spTree>
    <p:extLst>
      <p:ext uri="{BB962C8B-B14F-4D97-AF65-F5344CB8AC3E}">
        <p14:creationId xmlns:p14="http://schemas.microsoft.com/office/powerpoint/2010/main" val="1487405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344292-CA0B-85E5-6513-A8247E36EF5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B113AA8-364B-ACD5-ED91-A0E9BC8ECC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3AEDF95-2F3B-ECD6-88D8-3D93CC64CC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E2EA3FC-87B6-67AC-7CA1-5B2F2AFC61E8}"/>
              </a:ext>
            </a:extLst>
          </p:cNvPr>
          <p:cNvSpPr>
            <a:spLocks noGrp="1"/>
          </p:cNvSpPr>
          <p:nvPr>
            <p:ph type="dt" sz="half" idx="10"/>
          </p:nvPr>
        </p:nvSpPr>
        <p:spPr/>
        <p:txBody>
          <a:bodyPr/>
          <a:lstStyle/>
          <a:p>
            <a:fld id="{CC850576-7135-499B-A7D0-116EE3B15D0B}" type="datetimeFigureOut">
              <a:rPr lang="zh-CN" altLang="en-US" smtClean="0"/>
              <a:t>2025/12/4</a:t>
            </a:fld>
            <a:endParaRPr lang="zh-CN" altLang="en-US"/>
          </a:p>
        </p:txBody>
      </p:sp>
      <p:sp>
        <p:nvSpPr>
          <p:cNvPr id="6" name="页脚占位符 5">
            <a:extLst>
              <a:ext uri="{FF2B5EF4-FFF2-40B4-BE49-F238E27FC236}">
                <a16:creationId xmlns:a16="http://schemas.microsoft.com/office/drawing/2014/main" id="{D560071B-2C44-3A43-DEEB-D71FD533503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FF7C15E-85B9-D3D3-A006-35036C92E221}"/>
              </a:ext>
            </a:extLst>
          </p:cNvPr>
          <p:cNvSpPr>
            <a:spLocks noGrp="1"/>
          </p:cNvSpPr>
          <p:nvPr>
            <p:ph type="sldNum" sz="quarter" idx="12"/>
          </p:nvPr>
        </p:nvSpPr>
        <p:spPr/>
        <p:txBody>
          <a:bodyPr/>
          <a:lstStyle/>
          <a:p>
            <a:fld id="{FF52FFF9-945B-446A-AE66-906EB169012B}" type="slidenum">
              <a:rPr lang="zh-CN" altLang="en-US" smtClean="0"/>
              <a:t>‹#›</a:t>
            </a:fld>
            <a:endParaRPr lang="zh-CN" altLang="en-US"/>
          </a:p>
        </p:txBody>
      </p:sp>
    </p:spTree>
    <p:extLst>
      <p:ext uri="{BB962C8B-B14F-4D97-AF65-F5344CB8AC3E}">
        <p14:creationId xmlns:p14="http://schemas.microsoft.com/office/powerpoint/2010/main" val="3136219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4DED80-D1FC-B384-12EF-A13CD03FFAE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A549A96-2600-7189-410D-C95C917A99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07CF329-9A1F-D36B-5176-955F71AF25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96F5D4E-5334-891B-53A9-057303DBC87A}"/>
              </a:ext>
            </a:extLst>
          </p:cNvPr>
          <p:cNvSpPr>
            <a:spLocks noGrp="1"/>
          </p:cNvSpPr>
          <p:nvPr>
            <p:ph type="dt" sz="half" idx="10"/>
          </p:nvPr>
        </p:nvSpPr>
        <p:spPr/>
        <p:txBody>
          <a:bodyPr/>
          <a:lstStyle/>
          <a:p>
            <a:fld id="{CC850576-7135-499B-A7D0-116EE3B15D0B}" type="datetimeFigureOut">
              <a:rPr lang="zh-CN" altLang="en-US" smtClean="0"/>
              <a:t>2025/12/4</a:t>
            </a:fld>
            <a:endParaRPr lang="zh-CN" altLang="en-US"/>
          </a:p>
        </p:txBody>
      </p:sp>
      <p:sp>
        <p:nvSpPr>
          <p:cNvPr id="6" name="页脚占位符 5">
            <a:extLst>
              <a:ext uri="{FF2B5EF4-FFF2-40B4-BE49-F238E27FC236}">
                <a16:creationId xmlns:a16="http://schemas.microsoft.com/office/drawing/2014/main" id="{F7E391ED-F8EF-085D-5AF6-8B79F26EEE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C520EDA-BD82-0556-B5C7-69061BB028EF}"/>
              </a:ext>
            </a:extLst>
          </p:cNvPr>
          <p:cNvSpPr>
            <a:spLocks noGrp="1"/>
          </p:cNvSpPr>
          <p:nvPr>
            <p:ph type="sldNum" sz="quarter" idx="12"/>
          </p:nvPr>
        </p:nvSpPr>
        <p:spPr/>
        <p:txBody>
          <a:bodyPr/>
          <a:lstStyle/>
          <a:p>
            <a:fld id="{FF52FFF9-945B-446A-AE66-906EB169012B}" type="slidenum">
              <a:rPr lang="zh-CN" altLang="en-US" smtClean="0"/>
              <a:t>‹#›</a:t>
            </a:fld>
            <a:endParaRPr lang="zh-CN" altLang="en-US"/>
          </a:p>
        </p:txBody>
      </p:sp>
    </p:spTree>
    <p:extLst>
      <p:ext uri="{BB962C8B-B14F-4D97-AF65-F5344CB8AC3E}">
        <p14:creationId xmlns:p14="http://schemas.microsoft.com/office/powerpoint/2010/main" val="3859576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05BD70-2E73-4990-AD5E-4606653AC80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2FFF314-B214-9B6E-514A-14135A7505E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1AEE26F-94A7-64B8-EF26-5596D0E5DDE2}"/>
              </a:ext>
            </a:extLst>
          </p:cNvPr>
          <p:cNvSpPr>
            <a:spLocks noGrp="1"/>
          </p:cNvSpPr>
          <p:nvPr>
            <p:ph type="dt" sz="half" idx="10"/>
          </p:nvPr>
        </p:nvSpPr>
        <p:spPr/>
        <p:txBody>
          <a:bodyPr/>
          <a:lstStyle/>
          <a:p>
            <a:fld id="{CC850576-7135-499B-A7D0-116EE3B15D0B}" type="datetimeFigureOut">
              <a:rPr lang="zh-CN" altLang="en-US" smtClean="0"/>
              <a:t>2025/12/4</a:t>
            </a:fld>
            <a:endParaRPr lang="zh-CN" altLang="en-US"/>
          </a:p>
        </p:txBody>
      </p:sp>
      <p:sp>
        <p:nvSpPr>
          <p:cNvPr id="5" name="页脚占位符 4">
            <a:extLst>
              <a:ext uri="{FF2B5EF4-FFF2-40B4-BE49-F238E27FC236}">
                <a16:creationId xmlns:a16="http://schemas.microsoft.com/office/drawing/2014/main" id="{56298A92-2177-8F23-F85C-19F4850AEC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46C3401-2CE7-05CA-DECA-829C0668F025}"/>
              </a:ext>
            </a:extLst>
          </p:cNvPr>
          <p:cNvSpPr>
            <a:spLocks noGrp="1"/>
          </p:cNvSpPr>
          <p:nvPr>
            <p:ph type="sldNum" sz="quarter" idx="12"/>
          </p:nvPr>
        </p:nvSpPr>
        <p:spPr/>
        <p:txBody>
          <a:bodyPr/>
          <a:lstStyle/>
          <a:p>
            <a:fld id="{FF52FFF9-945B-446A-AE66-906EB169012B}" type="slidenum">
              <a:rPr lang="zh-CN" altLang="en-US" smtClean="0"/>
              <a:t>‹#›</a:t>
            </a:fld>
            <a:endParaRPr lang="zh-CN" altLang="en-US"/>
          </a:p>
        </p:txBody>
      </p:sp>
    </p:spTree>
    <p:extLst>
      <p:ext uri="{BB962C8B-B14F-4D97-AF65-F5344CB8AC3E}">
        <p14:creationId xmlns:p14="http://schemas.microsoft.com/office/powerpoint/2010/main" val="4125914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D2C9162-18B6-199F-DF94-6DCE77846D3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C7D973B-70C3-86C1-C780-42594AE09D4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A11BA64-9B55-B440-8519-4AEE9D92A0A3}"/>
              </a:ext>
            </a:extLst>
          </p:cNvPr>
          <p:cNvSpPr>
            <a:spLocks noGrp="1"/>
          </p:cNvSpPr>
          <p:nvPr>
            <p:ph type="dt" sz="half" idx="10"/>
          </p:nvPr>
        </p:nvSpPr>
        <p:spPr/>
        <p:txBody>
          <a:bodyPr/>
          <a:lstStyle/>
          <a:p>
            <a:fld id="{CC850576-7135-499B-A7D0-116EE3B15D0B}" type="datetimeFigureOut">
              <a:rPr lang="zh-CN" altLang="en-US" smtClean="0"/>
              <a:t>2025/12/4</a:t>
            </a:fld>
            <a:endParaRPr lang="zh-CN" altLang="en-US"/>
          </a:p>
        </p:txBody>
      </p:sp>
      <p:sp>
        <p:nvSpPr>
          <p:cNvPr id="5" name="页脚占位符 4">
            <a:extLst>
              <a:ext uri="{FF2B5EF4-FFF2-40B4-BE49-F238E27FC236}">
                <a16:creationId xmlns:a16="http://schemas.microsoft.com/office/drawing/2014/main" id="{16B8ADCB-544B-F590-281B-6FD06DB4F35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886E21A-AA21-F305-E81E-3B8152F627E8}"/>
              </a:ext>
            </a:extLst>
          </p:cNvPr>
          <p:cNvSpPr>
            <a:spLocks noGrp="1"/>
          </p:cNvSpPr>
          <p:nvPr>
            <p:ph type="sldNum" sz="quarter" idx="12"/>
          </p:nvPr>
        </p:nvSpPr>
        <p:spPr/>
        <p:txBody>
          <a:bodyPr/>
          <a:lstStyle/>
          <a:p>
            <a:fld id="{FF52FFF9-945B-446A-AE66-906EB169012B}" type="slidenum">
              <a:rPr lang="zh-CN" altLang="en-US" smtClean="0"/>
              <a:t>‹#›</a:t>
            </a:fld>
            <a:endParaRPr lang="zh-CN" altLang="en-US"/>
          </a:p>
        </p:txBody>
      </p:sp>
    </p:spTree>
    <p:extLst>
      <p:ext uri="{BB962C8B-B14F-4D97-AF65-F5344CB8AC3E}">
        <p14:creationId xmlns:p14="http://schemas.microsoft.com/office/powerpoint/2010/main" val="1210869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21B86A9-3018-1BAE-25D3-35EB41F752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61D7FF5-ED98-AA75-72E1-D5E0542A4B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1C5C560-C8ED-E800-E585-68C8FD7B0F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850576-7135-499B-A7D0-116EE3B15D0B}" type="datetimeFigureOut">
              <a:rPr lang="zh-CN" altLang="en-US" smtClean="0"/>
              <a:t>2025/12/4</a:t>
            </a:fld>
            <a:endParaRPr lang="zh-CN" altLang="en-US"/>
          </a:p>
        </p:txBody>
      </p:sp>
      <p:sp>
        <p:nvSpPr>
          <p:cNvPr id="5" name="页脚占位符 4">
            <a:extLst>
              <a:ext uri="{FF2B5EF4-FFF2-40B4-BE49-F238E27FC236}">
                <a16:creationId xmlns:a16="http://schemas.microsoft.com/office/drawing/2014/main" id="{3028C37D-8A51-C611-4B27-4984CD1EBE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4FA1CB2D-DC81-4150-DF46-F466B82445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52FFF9-945B-446A-AE66-906EB169012B}" type="slidenum">
              <a:rPr lang="zh-CN" altLang="en-US" smtClean="0"/>
              <a:t>‹#›</a:t>
            </a:fld>
            <a:endParaRPr lang="zh-CN" altLang="en-US"/>
          </a:p>
        </p:txBody>
      </p:sp>
    </p:spTree>
    <p:extLst>
      <p:ext uri="{BB962C8B-B14F-4D97-AF65-F5344CB8AC3E}">
        <p14:creationId xmlns:p14="http://schemas.microsoft.com/office/powerpoint/2010/main" val="437330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44000">
              <a:schemeClr val="accent3">
                <a:lumMod val="50000"/>
                <a:lumOff val="50000"/>
              </a:schemeClr>
            </a:gs>
            <a:gs pos="0">
              <a:schemeClr val="accent1"/>
            </a:gs>
            <a:gs pos="100000">
              <a:schemeClr val="accent2"/>
            </a:gs>
          </a:gsLst>
          <a:lin ang="3900000" scaled="0"/>
        </a:gradFill>
        <a:effectLst/>
      </p:bgPr>
    </p:bg>
    <p:spTree>
      <p:nvGrpSpPr>
        <p:cNvPr id="1" name="">
          <a:extLst>
            <a:ext uri="{FF2B5EF4-FFF2-40B4-BE49-F238E27FC236}">
              <a16:creationId xmlns:a16="http://schemas.microsoft.com/office/drawing/2014/main" id="{94F1EA37-7BF9-F24B-0133-8D791779469F}"/>
            </a:ext>
          </a:extLst>
        </p:cNvPr>
        <p:cNvGrpSpPr/>
        <p:nvPr/>
      </p:nvGrpSpPr>
      <p:grpSpPr>
        <a:xfrm>
          <a:off x="0" y="0"/>
          <a:ext cx="0" cy="0"/>
          <a:chOff x="0" y="0"/>
          <a:chExt cx="0" cy="0"/>
        </a:xfrm>
      </p:grpSpPr>
      <p:sp>
        <p:nvSpPr>
          <p:cNvPr id="1039" name="任意多边形: 形状 1038">
            <a:extLst>
              <a:ext uri="{FF2B5EF4-FFF2-40B4-BE49-F238E27FC236}">
                <a16:creationId xmlns:a16="http://schemas.microsoft.com/office/drawing/2014/main" id="{DED57F01-9BC0-7040-B2B3-AF504E5FD0D6}"/>
              </a:ext>
            </a:extLst>
          </p:cNvPr>
          <p:cNvSpPr/>
          <p:nvPr/>
        </p:nvSpPr>
        <p:spPr>
          <a:xfrm>
            <a:off x="1" y="1043307"/>
            <a:ext cx="1119335" cy="3034744"/>
          </a:xfrm>
          <a:custGeom>
            <a:avLst/>
            <a:gdLst>
              <a:gd name="connsiteX0" fmla="*/ 0 w 1119335"/>
              <a:gd name="connsiteY0" fmla="*/ 0 h 3034744"/>
              <a:gd name="connsiteX1" fmla="*/ 3693 w 1119335"/>
              <a:gd name="connsiteY1" fmla="*/ 950 h 3034744"/>
              <a:gd name="connsiteX2" fmla="*/ 1119335 w 1119335"/>
              <a:gd name="connsiteY2" fmla="*/ 1517372 h 3034744"/>
              <a:gd name="connsiteX3" fmla="*/ 3693 w 1119335"/>
              <a:gd name="connsiteY3" fmla="*/ 3033795 h 3034744"/>
              <a:gd name="connsiteX4" fmla="*/ 0 w 1119335"/>
              <a:gd name="connsiteY4" fmla="*/ 3034744 h 3034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35" h="3034744">
                <a:moveTo>
                  <a:pt x="0" y="0"/>
                </a:moveTo>
                <a:lnTo>
                  <a:pt x="3693" y="950"/>
                </a:lnTo>
                <a:cubicBezTo>
                  <a:pt x="650040" y="201984"/>
                  <a:pt x="1119335" y="804873"/>
                  <a:pt x="1119335" y="1517372"/>
                </a:cubicBezTo>
                <a:cubicBezTo>
                  <a:pt x="1119335" y="2229871"/>
                  <a:pt x="650040" y="2832760"/>
                  <a:pt x="3693" y="3033795"/>
                </a:cubicBezTo>
                <a:lnTo>
                  <a:pt x="0" y="3034744"/>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28" name="任意多边形: 形状 1027">
            <a:extLst>
              <a:ext uri="{FF2B5EF4-FFF2-40B4-BE49-F238E27FC236}">
                <a16:creationId xmlns:a16="http://schemas.microsoft.com/office/drawing/2014/main" id="{23AF8DFA-B362-CC4E-9C5D-E9A686068DF3}"/>
              </a:ext>
            </a:extLst>
          </p:cNvPr>
          <p:cNvSpPr/>
          <p:nvPr/>
        </p:nvSpPr>
        <p:spPr>
          <a:xfrm>
            <a:off x="9324824" y="5498794"/>
            <a:ext cx="2867177" cy="1359207"/>
          </a:xfrm>
          <a:custGeom>
            <a:avLst/>
            <a:gdLst>
              <a:gd name="connsiteX0" fmla="*/ 1569498 w 2867177"/>
              <a:gd name="connsiteY0" fmla="*/ 0 h 1359207"/>
              <a:gd name="connsiteX1" fmla="*/ 2794727 w 2867177"/>
              <a:gd name="connsiteY1" fmla="*/ 577814 h 1359207"/>
              <a:gd name="connsiteX2" fmla="*/ 2867177 w 2867177"/>
              <a:gd name="connsiteY2" fmla="*/ 674700 h 1359207"/>
              <a:gd name="connsiteX3" fmla="*/ 2867177 w 2867177"/>
              <a:gd name="connsiteY3" fmla="*/ 1359207 h 1359207"/>
              <a:gd name="connsiteX4" fmla="*/ 0 w 2867177"/>
              <a:gd name="connsiteY4" fmla="*/ 1359207 h 1359207"/>
              <a:gd name="connsiteX5" fmla="*/ 13950 w 2867177"/>
              <a:gd name="connsiteY5" fmla="*/ 1267809 h 1359207"/>
              <a:gd name="connsiteX6" fmla="*/ 1569498 w 2867177"/>
              <a:gd name="connsiteY6" fmla="*/ 0 h 135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177" h="1359207">
                <a:moveTo>
                  <a:pt x="1569498" y="0"/>
                </a:moveTo>
                <a:cubicBezTo>
                  <a:pt x="2062767" y="0"/>
                  <a:pt x="2503500" y="224929"/>
                  <a:pt x="2794727" y="577814"/>
                </a:cubicBezTo>
                <a:lnTo>
                  <a:pt x="2867177" y="674700"/>
                </a:lnTo>
                <a:lnTo>
                  <a:pt x="2867177" y="1359207"/>
                </a:lnTo>
                <a:lnTo>
                  <a:pt x="0" y="1359207"/>
                </a:lnTo>
                <a:lnTo>
                  <a:pt x="13950" y="1267809"/>
                </a:lnTo>
                <a:cubicBezTo>
                  <a:pt x="162007" y="544272"/>
                  <a:pt x="802191" y="0"/>
                  <a:pt x="1569498"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5" name="Group 32">
            <a:extLst>
              <a:ext uri="{FF2B5EF4-FFF2-40B4-BE49-F238E27FC236}">
                <a16:creationId xmlns:a16="http://schemas.microsoft.com/office/drawing/2014/main" id="{95542BDC-E87F-B790-4DAE-CBB5AF4A8E81}"/>
              </a:ext>
            </a:extLst>
          </p:cNvPr>
          <p:cNvGrpSpPr/>
          <p:nvPr/>
        </p:nvGrpSpPr>
        <p:grpSpPr>
          <a:xfrm>
            <a:off x="8941188" y="1510690"/>
            <a:ext cx="2064994" cy="2064994"/>
            <a:chOff x="10640582" y="1220864"/>
            <a:chExt cx="2064994" cy="2064994"/>
          </a:xfrm>
        </p:grpSpPr>
        <p:sp>
          <p:nvSpPr>
            <p:cNvPr id="6" name="Circle: Hollow 38">
              <a:extLst>
                <a:ext uri="{FF2B5EF4-FFF2-40B4-BE49-F238E27FC236}">
                  <a16:creationId xmlns:a16="http://schemas.microsoft.com/office/drawing/2014/main" id="{F4FEFD69-A926-5BFB-C698-B4F84E011A13}"/>
                </a:ext>
              </a:extLst>
            </p:cNvPr>
            <p:cNvSpPr/>
            <p:nvPr/>
          </p:nvSpPr>
          <p:spPr>
            <a:xfrm rot="20700000">
              <a:off x="10640582" y="1220864"/>
              <a:ext cx="2064994" cy="2064994"/>
            </a:xfrm>
            <a:prstGeom prst="donut">
              <a:avLst>
                <a:gd name="adj" fmla="val 37753"/>
              </a:avLst>
            </a:prstGeom>
            <a:gradFill>
              <a:gsLst>
                <a:gs pos="100000">
                  <a:schemeClr val="accent6"/>
                </a:gs>
                <a:gs pos="60000">
                  <a:schemeClr val="accent5"/>
                </a:gs>
                <a:gs pos="5000">
                  <a:schemeClr val="accent4"/>
                </a:gs>
              </a:gsLst>
              <a:path path="circle">
                <a:fillToRect l="100000" t="100000"/>
              </a:path>
            </a:gradFill>
            <a:ln>
              <a:noFill/>
            </a:ln>
            <a:effectLst>
              <a:outerShdw blurRad="774700" dist="546100" dir="2700000" algn="tl" rotWithShape="0">
                <a:prstClr val="black">
                  <a:alpha val="40000"/>
                </a:prstClr>
              </a:outerShdw>
              <a:softEdge rad="698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ircle: Hollow 39">
              <a:extLst>
                <a:ext uri="{FF2B5EF4-FFF2-40B4-BE49-F238E27FC236}">
                  <a16:creationId xmlns:a16="http://schemas.microsoft.com/office/drawing/2014/main" id="{587365FC-E9C6-7E87-B452-9EE70C87F60C}"/>
                </a:ext>
              </a:extLst>
            </p:cNvPr>
            <p:cNvSpPr/>
            <p:nvPr/>
          </p:nvSpPr>
          <p:spPr>
            <a:xfrm rot="20700000">
              <a:off x="10864033" y="1444315"/>
              <a:ext cx="1618092" cy="1618092"/>
            </a:xfrm>
            <a:prstGeom prst="donut">
              <a:avLst/>
            </a:prstGeom>
            <a:solidFill>
              <a:schemeClr val="bg1"/>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ircle: Hollow 40">
              <a:extLst>
                <a:ext uri="{FF2B5EF4-FFF2-40B4-BE49-F238E27FC236}">
                  <a16:creationId xmlns:a16="http://schemas.microsoft.com/office/drawing/2014/main" id="{3A4F29F9-686D-F745-6C9C-A748DAF6157E}"/>
                </a:ext>
              </a:extLst>
            </p:cNvPr>
            <p:cNvSpPr/>
            <p:nvPr/>
          </p:nvSpPr>
          <p:spPr>
            <a:xfrm rot="20700000">
              <a:off x="10864033" y="1444315"/>
              <a:ext cx="1618092" cy="1618092"/>
            </a:xfrm>
            <a:prstGeom prst="donut">
              <a:avLst/>
            </a:prstGeom>
            <a:gradFill>
              <a:gsLst>
                <a:gs pos="100000">
                  <a:schemeClr val="accent6"/>
                </a:gs>
                <a:gs pos="60000">
                  <a:schemeClr val="accent5"/>
                </a:gs>
                <a:gs pos="5000">
                  <a:schemeClr val="accent4"/>
                </a:gs>
              </a:gsLst>
              <a:path path="circle">
                <a:fillToRect l="100000" t="100000"/>
              </a:path>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10" name="Rectangle: Rounded Corners 31">
            <a:extLst>
              <a:ext uri="{FF2B5EF4-FFF2-40B4-BE49-F238E27FC236}">
                <a16:creationId xmlns:a16="http://schemas.microsoft.com/office/drawing/2014/main" id="{E9743397-5A41-0F28-8D57-26A00B0C007B}"/>
              </a:ext>
            </a:extLst>
          </p:cNvPr>
          <p:cNvSpPr/>
          <p:nvPr/>
        </p:nvSpPr>
        <p:spPr>
          <a:xfrm>
            <a:off x="193780" y="361759"/>
            <a:ext cx="11707521" cy="6229541"/>
          </a:xfrm>
          <a:prstGeom prst="roundRect">
            <a:avLst>
              <a:gd name="adj" fmla="val 4883"/>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 name="任意多边形: 形状 1047">
            <a:extLst>
              <a:ext uri="{FF2B5EF4-FFF2-40B4-BE49-F238E27FC236}">
                <a16:creationId xmlns:a16="http://schemas.microsoft.com/office/drawing/2014/main" id="{4F63D370-74C9-4BAA-641C-523254EC1BB8}"/>
              </a:ext>
            </a:extLst>
          </p:cNvPr>
          <p:cNvSpPr/>
          <p:nvPr/>
        </p:nvSpPr>
        <p:spPr>
          <a:xfrm>
            <a:off x="2837467" y="2"/>
            <a:ext cx="9354533" cy="6857999"/>
          </a:xfrm>
          <a:custGeom>
            <a:avLst/>
            <a:gdLst>
              <a:gd name="connsiteX0" fmla="*/ 811424 w 9354533"/>
              <a:gd name="connsiteY0" fmla="*/ 6511811 h 6857999"/>
              <a:gd name="connsiteX1" fmla="*/ 855285 w 9354533"/>
              <a:gd name="connsiteY1" fmla="*/ 6511811 h 6857999"/>
              <a:gd name="connsiteX2" fmla="*/ 899145 w 9354533"/>
              <a:gd name="connsiteY2" fmla="*/ 6511811 h 6857999"/>
              <a:gd name="connsiteX3" fmla="*/ 940265 w 9354533"/>
              <a:gd name="connsiteY3" fmla="*/ 6514555 h 6857999"/>
              <a:gd name="connsiteX4" fmla="*/ 986866 w 9354533"/>
              <a:gd name="connsiteY4" fmla="*/ 6522788 h 6857999"/>
              <a:gd name="connsiteX5" fmla="*/ 1030726 w 9354533"/>
              <a:gd name="connsiteY5" fmla="*/ 6531020 h 6857999"/>
              <a:gd name="connsiteX6" fmla="*/ 1071846 w 9354533"/>
              <a:gd name="connsiteY6" fmla="*/ 6539252 h 6857999"/>
              <a:gd name="connsiteX7" fmla="*/ 1112965 w 9354533"/>
              <a:gd name="connsiteY7" fmla="*/ 6550230 h 6857999"/>
              <a:gd name="connsiteX8" fmla="*/ 1156826 w 9354533"/>
              <a:gd name="connsiteY8" fmla="*/ 6563951 h 6857999"/>
              <a:gd name="connsiteX9" fmla="*/ 1197945 w 9354533"/>
              <a:gd name="connsiteY9" fmla="*/ 6577672 h 6857999"/>
              <a:gd name="connsiteX10" fmla="*/ 1239064 w 9354533"/>
              <a:gd name="connsiteY10" fmla="*/ 6596881 h 6857999"/>
              <a:gd name="connsiteX11" fmla="*/ 1277443 w 9354533"/>
              <a:gd name="connsiteY11" fmla="*/ 6616091 h 6857999"/>
              <a:gd name="connsiteX12" fmla="*/ 1318562 w 9354533"/>
              <a:gd name="connsiteY12" fmla="*/ 6638044 h 6857999"/>
              <a:gd name="connsiteX13" fmla="*/ 1356942 w 9354533"/>
              <a:gd name="connsiteY13" fmla="*/ 6662741 h 6857999"/>
              <a:gd name="connsiteX14" fmla="*/ 1392576 w 9354533"/>
              <a:gd name="connsiteY14" fmla="*/ 6687440 h 6857999"/>
              <a:gd name="connsiteX15" fmla="*/ 1430955 w 9354533"/>
              <a:gd name="connsiteY15" fmla="*/ 6717627 h 6857999"/>
              <a:gd name="connsiteX16" fmla="*/ 1463850 w 9354533"/>
              <a:gd name="connsiteY16" fmla="*/ 6745068 h 6857999"/>
              <a:gd name="connsiteX17" fmla="*/ 1499488 w 9354533"/>
              <a:gd name="connsiteY17" fmla="*/ 6780744 h 6857999"/>
              <a:gd name="connsiteX18" fmla="*/ 1576429 w 9354533"/>
              <a:gd name="connsiteY18" fmla="*/ 6857999 h 6857999"/>
              <a:gd name="connsiteX19" fmla="*/ 141549 w 9354533"/>
              <a:gd name="connsiteY19" fmla="*/ 6857999 h 6857999"/>
              <a:gd name="connsiteX20" fmla="*/ 148030 w 9354533"/>
              <a:gd name="connsiteY20" fmla="*/ 6849348 h 6857999"/>
              <a:gd name="connsiteX21" fmla="*/ 180926 w 9354533"/>
              <a:gd name="connsiteY21" fmla="*/ 6810929 h 6857999"/>
              <a:gd name="connsiteX22" fmla="*/ 211081 w 9354533"/>
              <a:gd name="connsiteY22" fmla="*/ 6780744 h 6857999"/>
              <a:gd name="connsiteX23" fmla="*/ 246717 w 9354533"/>
              <a:gd name="connsiteY23" fmla="*/ 6745068 h 6857999"/>
              <a:gd name="connsiteX24" fmla="*/ 279611 w 9354533"/>
              <a:gd name="connsiteY24" fmla="*/ 6717627 h 6857999"/>
              <a:gd name="connsiteX25" fmla="*/ 317990 w 9354533"/>
              <a:gd name="connsiteY25" fmla="*/ 6687440 h 6857999"/>
              <a:gd name="connsiteX26" fmla="*/ 353629 w 9354533"/>
              <a:gd name="connsiteY26" fmla="*/ 6662741 h 6857999"/>
              <a:gd name="connsiteX27" fmla="*/ 392005 w 9354533"/>
              <a:gd name="connsiteY27" fmla="*/ 6638044 h 6857999"/>
              <a:gd name="connsiteX28" fmla="*/ 433124 w 9354533"/>
              <a:gd name="connsiteY28" fmla="*/ 6616091 h 6857999"/>
              <a:gd name="connsiteX29" fmla="*/ 471503 w 9354533"/>
              <a:gd name="connsiteY29" fmla="*/ 6596881 h 6857999"/>
              <a:gd name="connsiteX30" fmla="*/ 512622 w 9354533"/>
              <a:gd name="connsiteY30" fmla="*/ 6577672 h 6857999"/>
              <a:gd name="connsiteX31" fmla="*/ 553742 w 9354533"/>
              <a:gd name="connsiteY31" fmla="*/ 6563951 h 6857999"/>
              <a:gd name="connsiteX32" fmla="*/ 594861 w 9354533"/>
              <a:gd name="connsiteY32" fmla="*/ 6550230 h 6857999"/>
              <a:gd name="connsiteX33" fmla="*/ 638721 w 9354533"/>
              <a:gd name="connsiteY33" fmla="*/ 6539252 h 6857999"/>
              <a:gd name="connsiteX34" fmla="*/ 679841 w 9354533"/>
              <a:gd name="connsiteY34" fmla="*/ 6531020 h 6857999"/>
              <a:gd name="connsiteX35" fmla="*/ 723702 w 9354533"/>
              <a:gd name="connsiteY35" fmla="*/ 6522788 h 6857999"/>
              <a:gd name="connsiteX36" fmla="*/ 767562 w 9354533"/>
              <a:gd name="connsiteY36" fmla="*/ 6514555 h 6857999"/>
              <a:gd name="connsiteX37" fmla="*/ 863507 w 9354533"/>
              <a:gd name="connsiteY37" fmla="*/ 3786810 h 6857999"/>
              <a:gd name="connsiteX38" fmla="*/ 907368 w 9354533"/>
              <a:gd name="connsiteY38" fmla="*/ 3786810 h 6857999"/>
              <a:gd name="connsiteX39" fmla="*/ 948487 w 9354533"/>
              <a:gd name="connsiteY39" fmla="*/ 3786810 h 6857999"/>
              <a:gd name="connsiteX40" fmla="*/ 992347 w 9354533"/>
              <a:gd name="connsiteY40" fmla="*/ 3792299 h 6857999"/>
              <a:gd name="connsiteX41" fmla="*/ 1038951 w 9354533"/>
              <a:gd name="connsiteY41" fmla="*/ 3795043 h 6857999"/>
              <a:gd name="connsiteX42" fmla="*/ 1080070 w 9354533"/>
              <a:gd name="connsiteY42" fmla="*/ 3803275 h 6857999"/>
              <a:gd name="connsiteX43" fmla="*/ 1123931 w 9354533"/>
              <a:gd name="connsiteY43" fmla="*/ 3811507 h 6857999"/>
              <a:gd name="connsiteX44" fmla="*/ 1167791 w 9354533"/>
              <a:gd name="connsiteY44" fmla="*/ 3822484 h 6857999"/>
              <a:gd name="connsiteX45" fmla="*/ 1206170 w 9354533"/>
              <a:gd name="connsiteY45" fmla="*/ 3836206 h 6857999"/>
              <a:gd name="connsiteX46" fmla="*/ 1250030 w 9354533"/>
              <a:gd name="connsiteY46" fmla="*/ 3852671 h 6857999"/>
              <a:gd name="connsiteX47" fmla="*/ 1291149 w 9354533"/>
              <a:gd name="connsiteY47" fmla="*/ 3869136 h 6857999"/>
              <a:gd name="connsiteX48" fmla="*/ 1329528 w 9354533"/>
              <a:gd name="connsiteY48" fmla="*/ 3888346 h 6857999"/>
              <a:gd name="connsiteX49" fmla="*/ 1370648 w 9354533"/>
              <a:gd name="connsiteY49" fmla="*/ 3913043 h 6857999"/>
              <a:gd name="connsiteX50" fmla="*/ 1406283 w 9354533"/>
              <a:gd name="connsiteY50" fmla="*/ 3934997 h 6857999"/>
              <a:gd name="connsiteX51" fmla="*/ 1444661 w 9354533"/>
              <a:gd name="connsiteY51" fmla="*/ 3959695 h 6857999"/>
              <a:gd name="connsiteX52" fmla="*/ 1483041 w 9354533"/>
              <a:gd name="connsiteY52" fmla="*/ 3989881 h 6857999"/>
              <a:gd name="connsiteX53" fmla="*/ 1515936 w 9354533"/>
              <a:gd name="connsiteY53" fmla="*/ 4020067 h 6857999"/>
              <a:gd name="connsiteX54" fmla="*/ 1551573 w 9354533"/>
              <a:gd name="connsiteY54" fmla="*/ 4052999 h 6857999"/>
              <a:gd name="connsiteX55" fmla="*/ 4345134 w 9354533"/>
              <a:gd name="connsiteY55" fmla="*/ 6857999 h 6857999"/>
              <a:gd name="connsiteX56" fmla="*/ 1774225 w 9354533"/>
              <a:gd name="connsiteY56" fmla="*/ 6857999 h 6857999"/>
              <a:gd name="connsiteX57" fmla="*/ 263165 w 9354533"/>
              <a:gd name="connsiteY57" fmla="*/ 5342778 h 6857999"/>
              <a:gd name="connsiteX58" fmla="*/ 230270 w 9354533"/>
              <a:gd name="connsiteY58" fmla="*/ 5307103 h 6857999"/>
              <a:gd name="connsiteX59" fmla="*/ 202857 w 9354533"/>
              <a:gd name="connsiteY59" fmla="*/ 5274172 h 6857999"/>
              <a:gd name="connsiteX60" fmla="*/ 175444 w 9354533"/>
              <a:gd name="connsiteY60" fmla="*/ 5238497 h 6857999"/>
              <a:gd name="connsiteX61" fmla="*/ 148030 w 9354533"/>
              <a:gd name="connsiteY61" fmla="*/ 5200079 h 6857999"/>
              <a:gd name="connsiteX62" fmla="*/ 123358 w 9354533"/>
              <a:gd name="connsiteY62" fmla="*/ 5161661 h 6857999"/>
              <a:gd name="connsiteX63" fmla="*/ 104171 w 9354533"/>
              <a:gd name="connsiteY63" fmla="*/ 5123241 h 6857999"/>
              <a:gd name="connsiteX64" fmla="*/ 82239 w 9354533"/>
              <a:gd name="connsiteY64" fmla="*/ 5082077 h 6857999"/>
              <a:gd name="connsiteX65" fmla="*/ 65792 w 9354533"/>
              <a:gd name="connsiteY65" fmla="*/ 5040914 h 6857999"/>
              <a:gd name="connsiteX66" fmla="*/ 49345 w 9354533"/>
              <a:gd name="connsiteY66" fmla="*/ 4999752 h 6857999"/>
              <a:gd name="connsiteX67" fmla="*/ 35638 w 9354533"/>
              <a:gd name="connsiteY67" fmla="*/ 4955844 h 6857999"/>
              <a:gd name="connsiteX68" fmla="*/ 24672 w 9354533"/>
              <a:gd name="connsiteY68" fmla="*/ 4914681 h 6857999"/>
              <a:gd name="connsiteX69" fmla="*/ 13707 w 9354533"/>
              <a:gd name="connsiteY69" fmla="*/ 4870773 h 6857999"/>
              <a:gd name="connsiteX70" fmla="*/ 8225 w 9354533"/>
              <a:gd name="connsiteY70" fmla="*/ 4826865 h 6857999"/>
              <a:gd name="connsiteX71" fmla="*/ 2744 w 9354533"/>
              <a:gd name="connsiteY71" fmla="*/ 4785702 h 6857999"/>
              <a:gd name="connsiteX72" fmla="*/ 0 w 9354533"/>
              <a:gd name="connsiteY72" fmla="*/ 4741796 h 6857999"/>
              <a:gd name="connsiteX73" fmla="*/ 0 w 9354533"/>
              <a:gd name="connsiteY73" fmla="*/ 4697888 h 6857999"/>
              <a:gd name="connsiteX74" fmla="*/ 0 w 9354533"/>
              <a:gd name="connsiteY74" fmla="*/ 4653981 h 6857999"/>
              <a:gd name="connsiteX75" fmla="*/ 2744 w 9354533"/>
              <a:gd name="connsiteY75" fmla="*/ 4610073 h 6857999"/>
              <a:gd name="connsiteX76" fmla="*/ 8225 w 9354533"/>
              <a:gd name="connsiteY76" fmla="*/ 4566165 h 6857999"/>
              <a:gd name="connsiteX77" fmla="*/ 13707 w 9354533"/>
              <a:gd name="connsiteY77" fmla="*/ 4522259 h 6857999"/>
              <a:gd name="connsiteX78" fmla="*/ 24672 w 9354533"/>
              <a:gd name="connsiteY78" fmla="*/ 4481095 h 6857999"/>
              <a:gd name="connsiteX79" fmla="*/ 35638 w 9354533"/>
              <a:gd name="connsiteY79" fmla="*/ 4437188 h 6857999"/>
              <a:gd name="connsiteX80" fmla="*/ 49345 w 9354533"/>
              <a:gd name="connsiteY80" fmla="*/ 4393280 h 6857999"/>
              <a:gd name="connsiteX81" fmla="*/ 65792 w 9354533"/>
              <a:gd name="connsiteY81" fmla="*/ 4354861 h 6857999"/>
              <a:gd name="connsiteX82" fmla="*/ 82239 w 9354533"/>
              <a:gd name="connsiteY82" fmla="*/ 4313698 h 6857999"/>
              <a:gd name="connsiteX83" fmla="*/ 104171 w 9354533"/>
              <a:gd name="connsiteY83" fmla="*/ 4272536 h 6857999"/>
              <a:gd name="connsiteX84" fmla="*/ 123358 w 9354533"/>
              <a:gd name="connsiteY84" fmla="*/ 4234116 h 6857999"/>
              <a:gd name="connsiteX85" fmla="*/ 148030 w 9354533"/>
              <a:gd name="connsiteY85" fmla="*/ 4195697 h 6857999"/>
              <a:gd name="connsiteX86" fmla="*/ 175444 w 9354533"/>
              <a:gd name="connsiteY86" fmla="*/ 4160023 h 6857999"/>
              <a:gd name="connsiteX87" fmla="*/ 202857 w 9354533"/>
              <a:gd name="connsiteY87" fmla="*/ 4121603 h 6857999"/>
              <a:gd name="connsiteX88" fmla="*/ 230270 w 9354533"/>
              <a:gd name="connsiteY88" fmla="*/ 4085929 h 6857999"/>
              <a:gd name="connsiteX89" fmla="*/ 263165 w 9354533"/>
              <a:gd name="connsiteY89" fmla="*/ 4052999 h 6857999"/>
              <a:gd name="connsiteX90" fmla="*/ 296062 w 9354533"/>
              <a:gd name="connsiteY90" fmla="*/ 4020067 h 6857999"/>
              <a:gd name="connsiteX91" fmla="*/ 331697 w 9354533"/>
              <a:gd name="connsiteY91" fmla="*/ 3989881 h 6857999"/>
              <a:gd name="connsiteX92" fmla="*/ 370076 w 9354533"/>
              <a:gd name="connsiteY92" fmla="*/ 3959695 h 6857999"/>
              <a:gd name="connsiteX93" fmla="*/ 405711 w 9354533"/>
              <a:gd name="connsiteY93" fmla="*/ 3934997 h 6857999"/>
              <a:gd name="connsiteX94" fmla="*/ 444090 w 9354533"/>
              <a:gd name="connsiteY94" fmla="*/ 3913043 h 6857999"/>
              <a:gd name="connsiteX95" fmla="*/ 482469 w 9354533"/>
              <a:gd name="connsiteY95" fmla="*/ 3888346 h 6857999"/>
              <a:gd name="connsiteX96" fmla="*/ 523588 w 9354533"/>
              <a:gd name="connsiteY96" fmla="*/ 3869136 h 6857999"/>
              <a:gd name="connsiteX97" fmla="*/ 564708 w 9354533"/>
              <a:gd name="connsiteY97" fmla="*/ 3852671 h 6857999"/>
              <a:gd name="connsiteX98" fmla="*/ 605827 w 9354533"/>
              <a:gd name="connsiteY98" fmla="*/ 3836206 h 6857999"/>
              <a:gd name="connsiteX99" fmla="*/ 646947 w 9354533"/>
              <a:gd name="connsiteY99" fmla="*/ 3822484 h 6857999"/>
              <a:gd name="connsiteX100" fmla="*/ 688066 w 9354533"/>
              <a:gd name="connsiteY100" fmla="*/ 3811507 h 6857999"/>
              <a:gd name="connsiteX101" fmla="*/ 731926 w 9354533"/>
              <a:gd name="connsiteY101" fmla="*/ 3803275 h 6857999"/>
              <a:gd name="connsiteX102" fmla="*/ 775786 w 9354533"/>
              <a:gd name="connsiteY102" fmla="*/ 3795043 h 6857999"/>
              <a:gd name="connsiteX103" fmla="*/ 816907 w 9354533"/>
              <a:gd name="connsiteY103" fmla="*/ 3792299 h 6857999"/>
              <a:gd name="connsiteX104" fmla="*/ 975900 w 9354533"/>
              <a:gd name="connsiteY104" fmla="*/ 1075531 h 6857999"/>
              <a:gd name="connsiteX105" fmla="*/ 1019761 w 9354533"/>
              <a:gd name="connsiteY105" fmla="*/ 1078274 h 6857999"/>
              <a:gd name="connsiteX106" fmla="*/ 1063623 w 9354533"/>
              <a:gd name="connsiteY106" fmla="*/ 1081018 h 6857999"/>
              <a:gd name="connsiteX107" fmla="*/ 1107484 w 9354533"/>
              <a:gd name="connsiteY107" fmla="*/ 1083763 h 6857999"/>
              <a:gd name="connsiteX108" fmla="*/ 1151344 w 9354533"/>
              <a:gd name="connsiteY108" fmla="*/ 1091995 h 6857999"/>
              <a:gd name="connsiteX109" fmla="*/ 1192463 w 9354533"/>
              <a:gd name="connsiteY109" fmla="*/ 1102972 h 6857999"/>
              <a:gd name="connsiteX110" fmla="*/ 1236324 w 9354533"/>
              <a:gd name="connsiteY110" fmla="*/ 1113948 h 6857999"/>
              <a:gd name="connsiteX111" fmla="*/ 1274702 w 9354533"/>
              <a:gd name="connsiteY111" fmla="*/ 1127671 h 6857999"/>
              <a:gd name="connsiteX112" fmla="*/ 1318562 w 9354533"/>
              <a:gd name="connsiteY112" fmla="*/ 1141391 h 6857999"/>
              <a:gd name="connsiteX113" fmla="*/ 1359682 w 9354533"/>
              <a:gd name="connsiteY113" fmla="*/ 1160601 h 6857999"/>
              <a:gd name="connsiteX114" fmla="*/ 1398058 w 9354533"/>
              <a:gd name="connsiteY114" fmla="*/ 1179811 h 6857999"/>
              <a:gd name="connsiteX115" fmla="*/ 1439178 w 9354533"/>
              <a:gd name="connsiteY115" fmla="*/ 1201764 h 6857999"/>
              <a:gd name="connsiteX116" fmla="*/ 1477556 w 9354533"/>
              <a:gd name="connsiteY116" fmla="*/ 1226461 h 6857999"/>
              <a:gd name="connsiteX117" fmla="*/ 1513194 w 9354533"/>
              <a:gd name="connsiteY117" fmla="*/ 1251160 h 6857999"/>
              <a:gd name="connsiteX118" fmla="*/ 1551573 w 9354533"/>
              <a:gd name="connsiteY118" fmla="*/ 1278601 h 6857999"/>
              <a:gd name="connsiteX119" fmla="*/ 1584468 w 9354533"/>
              <a:gd name="connsiteY119" fmla="*/ 1311532 h 6857999"/>
              <a:gd name="connsiteX120" fmla="*/ 1620103 w 9354533"/>
              <a:gd name="connsiteY120" fmla="*/ 1341718 h 6857999"/>
              <a:gd name="connsiteX121" fmla="*/ 7115932 w 9354533"/>
              <a:gd name="connsiteY121" fmla="*/ 6857999 h 6857999"/>
              <a:gd name="connsiteX122" fmla="*/ 4543996 w 9354533"/>
              <a:gd name="connsiteY122" fmla="*/ 6857999 h 6857999"/>
              <a:gd name="connsiteX123" fmla="*/ 331697 w 9354533"/>
              <a:gd name="connsiteY123" fmla="*/ 2631498 h 6857999"/>
              <a:gd name="connsiteX124" fmla="*/ 301543 w 9354533"/>
              <a:gd name="connsiteY124" fmla="*/ 2601310 h 6857999"/>
              <a:gd name="connsiteX125" fmla="*/ 271390 w 9354533"/>
              <a:gd name="connsiteY125" fmla="*/ 2562893 h 6857999"/>
              <a:gd name="connsiteX126" fmla="*/ 243976 w 9354533"/>
              <a:gd name="connsiteY126" fmla="*/ 2527217 h 6857999"/>
              <a:gd name="connsiteX127" fmla="*/ 216563 w 9354533"/>
              <a:gd name="connsiteY127" fmla="*/ 2491543 h 6857999"/>
              <a:gd name="connsiteX128" fmla="*/ 191891 w 9354533"/>
              <a:gd name="connsiteY128" fmla="*/ 2450380 h 6857999"/>
              <a:gd name="connsiteX129" fmla="*/ 172702 w 9354533"/>
              <a:gd name="connsiteY129" fmla="*/ 2414705 h 6857999"/>
              <a:gd name="connsiteX130" fmla="*/ 150772 w 9354533"/>
              <a:gd name="connsiteY130" fmla="*/ 2373541 h 6857999"/>
              <a:gd name="connsiteX131" fmla="*/ 134324 w 9354533"/>
              <a:gd name="connsiteY131" fmla="*/ 2329634 h 6857999"/>
              <a:gd name="connsiteX132" fmla="*/ 117877 w 9354533"/>
              <a:gd name="connsiteY132" fmla="*/ 2291216 h 6857999"/>
              <a:gd name="connsiteX133" fmla="*/ 106912 w 9354533"/>
              <a:gd name="connsiteY133" fmla="*/ 2247308 h 6857999"/>
              <a:gd name="connsiteX134" fmla="*/ 93205 w 9354533"/>
              <a:gd name="connsiteY134" fmla="*/ 2203400 h 6857999"/>
              <a:gd name="connsiteX135" fmla="*/ 82239 w 9354533"/>
              <a:gd name="connsiteY135" fmla="*/ 2162238 h 6857999"/>
              <a:gd name="connsiteX136" fmla="*/ 76757 w 9354533"/>
              <a:gd name="connsiteY136" fmla="*/ 2118330 h 6857999"/>
              <a:gd name="connsiteX137" fmla="*/ 71275 w 9354533"/>
              <a:gd name="connsiteY137" fmla="*/ 2074424 h 6857999"/>
              <a:gd name="connsiteX138" fmla="*/ 68533 w 9354533"/>
              <a:gd name="connsiteY138" fmla="*/ 2030516 h 6857999"/>
              <a:gd name="connsiteX139" fmla="*/ 68533 w 9354533"/>
              <a:gd name="connsiteY139" fmla="*/ 1989352 h 6857999"/>
              <a:gd name="connsiteX140" fmla="*/ 68533 w 9354533"/>
              <a:gd name="connsiteY140" fmla="*/ 1942701 h 6857999"/>
              <a:gd name="connsiteX141" fmla="*/ 71275 w 9354533"/>
              <a:gd name="connsiteY141" fmla="*/ 1898793 h 6857999"/>
              <a:gd name="connsiteX142" fmla="*/ 76757 w 9354533"/>
              <a:gd name="connsiteY142" fmla="*/ 1857629 h 6857999"/>
              <a:gd name="connsiteX143" fmla="*/ 82239 w 9354533"/>
              <a:gd name="connsiteY143" fmla="*/ 1813723 h 6857999"/>
              <a:gd name="connsiteX144" fmla="*/ 93205 w 9354533"/>
              <a:gd name="connsiteY144" fmla="*/ 1769815 h 6857999"/>
              <a:gd name="connsiteX145" fmla="*/ 106912 w 9354533"/>
              <a:gd name="connsiteY145" fmla="*/ 1728652 h 6857999"/>
              <a:gd name="connsiteX146" fmla="*/ 117877 w 9354533"/>
              <a:gd name="connsiteY146" fmla="*/ 1684745 h 6857999"/>
              <a:gd name="connsiteX147" fmla="*/ 134324 w 9354533"/>
              <a:gd name="connsiteY147" fmla="*/ 1643581 h 6857999"/>
              <a:gd name="connsiteX148" fmla="*/ 150772 w 9354533"/>
              <a:gd name="connsiteY148" fmla="*/ 1605162 h 6857999"/>
              <a:gd name="connsiteX149" fmla="*/ 172702 w 9354533"/>
              <a:gd name="connsiteY149" fmla="*/ 1564000 h 6857999"/>
              <a:gd name="connsiteX150" fmla="*/ 191891 w 9354533"/>
              <a:gd name="connsiteY150" fmla="*/ 1522837 h 6857999"/>
              <a:gd name="connsiteX151" fmla="*/ 216563 w 9354533"/>
              <a:gd name="connsiteY151" fmla="*/ 1487162 h 6857999"/>
              <a:gd name="connsiteX152" fmla="*/ 243976 w 9354533"/>
              <a:gd name="connsiteY152" fmla="*/ 1448743 h 6857999"/>
              <a:gd name="connsiteX153" fmla="*/ 271390 w 9354533"/>
              <a:gd name="connsiteY153" fmla="*/ 1413068 h 6857999"/>
              <a:gd name="connsiteX154" fmla="*/ 301543 w 9354533"/>
              <a:gd name="connsiteY154" fmla="*/ 1377393 h 6857999"/>
              <a:gd name="connsiteX155" fmla="*/ 331697 w 9354533"/>
              <a:gd name="connsiteY155" fmla="*/ 1341718 h 6857999"/>
              <a:gd name="connsiteX156" fmla="*/ 367335 w 9354533"/>
              <a:gd name="connsiteY156" fmla="*/ 1311532 h 6857999"/>
              <a:gd name="connsiteX157" fmla="*/ 400229 w 9354533"/>
              <a:gd name="connsiteY157" fmla="*/ 1278601 h 6857999"/>
              <a:gd name="connsiteX158" fmla="*/ 438607 w 9354533"/>
              <a:gd name="connsiteY158" fmla="*/ 1251160 h 6857999"/>
              <a:gd name="connsiteX159" fmla="*/ 474243 w 9354533"/>
              <a:gd name="connsiteY159" fmla="*/ 1226461 h 6857999"/>
              <a:gd name="connsiteX160" fmla="*/ 512622 w 9354533"/>
              <a:gd name="connsiteY160" fmla="*/ 1201764 h 6857999"/>
              <a:gd name="connsiteX161" fmla="*/ 551001 w 9354533"/>
              <a:gd name="connsiteY161" fmla="*/ 1179811 h 6857999"/>
              <a:gd name="connsiteX162" fmla="*/ 592121 w 9354533"/>
              <a:gd name="connsiteY162" fmla="*/ 1160601 h 6857999"/>
              <a:gd name="connsiteX163" fmla="*/ 633240 w 9354533"/>
              <a:gd name="connsiteY163" fmla="*/ 1141391 h 6857999"/>
              <a:gd name="connsiteX164" fmla="*/ 674359 w 9354533"/>
              <a:gd name="connsiteY164" fmla="*/ 1127671 h 6857999"/>
              <a:gd name="connsiteX165" fmla="*/ 715479 w 9354533"/>
              <a:gd name="connsiteY165" fmla="*/ 1113948 h 6857999"/>
              <a:gd name="connsiteX166" fmla="*/ 759339 w 9354533"/>
              <a:gd name="connsiteY166" fmla="*/ 1102972 h 6857999"/>
              <a:gd name="connsiteX167" fmla="*/ 800459 w 9354533"/>
              <a:gd name="connsiteY167" fmla="*/ 1091995 h 6857999"/>
              <a:gd name="connsiteX168" fmla="*/ 844319 w 9354533"/>
              <a:gd name="connsiteY168" fmla="*/ 1083763 h 6857999"/>
              <a:gd name="connsiteX169" fmla="*/ 890920 w 9354533"/>
              <a:gd name="connsiteY169" fmla="*/ 1081018 h 6857999"/>
              <a:gd name="connsiteX170" fmla="*/ 932040 w 9354533"/>
              <a:gd name="connsiteY170" fmla="*/ 1078274 h 6857999"/>
              <a:gd name="connsiteX171" fmla="*/ 8785588 w 9354533"/>
              <a:gd name="connsiteY171" fmla="*/ 0 h 6857999"/>
              <a:gd name="connsiteX172" fmla="*/ 9354533 w 9354533"/>
              <a:gd name="connsiteY172" fmla="*/ 0 h 6857999"/>
              <a:gd name="connsiteX173" fmla="*/ 9354533 w 9354533"/>
              <a:gd name="connsiteY173" fmla="*/ 570519 h 6857999"/>
              <a:gd name="connsiteX174" fmla="*/ 6019529 w 9354533"/>
              <a:gd name="connsiteY174" fmla="*/ 0 h 6857999"/>
              <a:gd name="connsiteX175" fmla="*/ 8588708 w 9354533"/>
              <a:gd name="connsiteY175" fmla="*/ 0 h 6857999"/>
              <a:gd name="connsiteX176" fmla="*/ 9354533 w 9354533"/>
              <a:gd name="connsiteY176" fmla="*/ 768021 h 6857999"/>
              <a:gd name="connsiteX177" fmla="*/ 9354533 w 9354533"/>
              <a:gd name="connsiteY177" fmla="*/ 3347008 h 6857999"/>
              <a:gd name="connsiteX178" fmla="*/ 3248285 w 9354533"/>
              <a:gd name="connsiteY178" fmla="*/ 0 h 6857999"/>
              <a:gd name="connsiteX179" fmla="*/ 5819972 w 9354533"/>
              <a:gd name="connsiteY179" fmla="*/ 0 h 6857999"/>
              <a:gd name="connsiteX180" fmla="*/ 9354533 w 9354533"/>
              <a:gd name="connsiteY180" fmla="*/ 3545079 h 6857999"/>
              <a:gd name="connsiteX181" fmla="*/ 9354533 w 9354533"/>
              <a:gd name="connsiteY181" fmla="*/ 6127044 h 6857999"/>
              <a:gd name="connsiteX182" fmla="*/ 476872 w 9354533"/>
              <a:gd name="connsiteY182" fmla="*/ 0 h 6857999"/>
              <a:gd name="connsiteX183" fmla="*/ 3050781 w 9354533"/>
              <a:gd name="connsiteY183" fmla="*/ 0 h 6857999"/>
              <a:gd name="connsiteX184" fmla="*/ 9354533 w 9354533"/>
              <a:gd name="connsiteY184" fmla="*/ 6324693 h 6857999"/>
              <a:gd name="connsiteX185" fmla="*/ 9354533 w 9354533"/>
              <a:gd name="connsiteY185" fmla="*/ 6857999 h 6857999"/>
              <a:gd name="connsiteX186" fmla="*/ 7312522 w 9354533"/>
              <a:gd name="connsiteY18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9354533" h="6857999">
                <a:moveTo>
                  <a:pt x="811424" y="6511811"/>
                </a:moveTo>
                <a:lnTo>
                  <a:pt x="855285" y="6511811"/>
                </a:lnTo>
                <a:lnTo>
                  <a:pt x="899145" y="6511811"/>
                </a:lnTo>
                <a:lnTo>
                  <a:pt x="940265" y="6514555"/>
                </a:lnTo>
                <a:lnTo>
                  <a:pt x="986866" y="6522788"/>
                </a:lnTo>
                <a:lnTo>
                  <a:pt x="1030726" y="6531020"/>
                </a:lnTo>
                <a:lnTo>
                  <a:pt x="1071846" y="6539252"/>
                </a:lnTo>
                <a:lnTo>
                  <a:pt x="1112965" y="6550230"/>
                </a:lnTo>
                <a:lnTo>
                  <a:pt x="1156826" y="6563951"/>
                </a:lnTo>
                <a:lnTo>
                  <a:pt x="1197945" y="6577672"/>
                </a:lnTo>
                <a:lnTo>
                  <a:pt x="1239064" y="6596881"/>
                </a:lnTo>
                <a:lnTo>
                  <a:pt x="1277443" y="6616091"/>
                </a:lnTo>
                <a:lnTo>
                  <a:pt x="1318562" y="6638044"/>
                </a:lnTo>
                <a:lnTo>
                  <a:pt x="1356942" y="6662741"/>
                </a:lnTo>
                <a:lnTo>
                  <a:pt x="1392576" y="6687440"/>
                </a:lnTo>
                <a:lnTo>
                  <a:pt x="1430955" y="6717627"/>
                </a:lnTo>
                <a:lnTo>
                  <a:pt x="1463850" y="6745068"/>
                </a:lnTo>
                <a:lnTo>
                  <a:pt x="1499488" y="6780744"/>
                </a:lnTo>
                <a:lnTo>
                  <a:pt x="1576429" y="6857999"/>
                </a:lnTo>
                <a:lnTo>
                  <a:pt x="141549" y="6857999"/>
                </a:lnTo>
                <a:lnTo>
                  <a:pt x="148030" y="6849348"/>
                </a:lnTo>
                <a:lnTo>
                  <a:pt x="180926" y="6810929"/>
                </a:lnTo>
                <a:lnTo>
                  <a:pt x="211081" y="6780744"/>
                </a:lnTo>
                <a:lnTo>
                  <a:pt x="246717" y="6745068"/>
                </a:lnTo>
                <a:lnTo>
                  <a:pt x="279611" y="6717627"/>
                </a:lnTo>
                <a:lnTo>
                  <a:pt x="317990" y="6687440"/>
                </a:lnTo>
                <a:lnTo>
                  <a:pt x="353629" y="6662741"/>
                </a:lnTo>
                <a:lnTo>
                  <a:pt x="392005" y="6638044"/>
                </a:lnTo>
                <a:lnTo>
                  <a:pt x="433124" y="6616091"/>
                </a:lnTo>
                <a:lnTo>
                  <a:pt x="471503" y="6596881"/>
                </a:lnTo>
                <a:lnTo>
                  <a:pt x="512622" y="6577672"/>
                </a:lnTo>
                <a:lnTo>
                  <a:pt x="553742" y="6563951"/>
                </a:lnTo>
                <a:lnTo>
                  <a:pt x="594861" y="6550230"/>
                </a:lnTo>
                <a:lnTo>
                  <a:pt x="638721" y="6539252"/>
                </a:lnTo>
                <a:lnTo>
                  <a:pt x="679841" y="6531020"/>
                </a:lnTo>
                <a:lnTo>
                  <a:pt x="723702" y="6522788"/>
                </a:lnTo>
                <a:lnTo>
                  <a:pt x="767562" y="6514555"/>
                </a:lnTo>
                <a:close/>
                <a:moveTo>
                  <a:pt x="863507" y="3786810"/>
                </a:moveTo>
                <a:lnTo>
                  <a:pt x="907368" y="3786810"/>
                </a:lnTo>
                <a:lnTo>
                  <a:pt x="948487" y="3786810"/>
                </a:lnTo>
                <a:lnTo>
                  <a:pt x="992347" y="3792299"/>
                </a:lnTo>
                <a:lnTo>
                  <a:pt x="1038951" y="3795043"/>
                </a:lnTo>
                <a:lnTo>
                  <a:pt x="1080070" y="3803275"/>
                </a:lnTo>
                <a:lnTo>
                  <a:pt x="1123931" y="3811507"/>
                </a:lnTo>
                <a:lnTo>
                  <a:pt x="1167791" y="3822484"/>
                </a:lnTo>
                <a:lnTo>
                  <a:pt x="1206170" y="3836206"/>
                </a:lnTo>
                <a:lnTo>
                  <a:pt x="1250030" y="3852671"/>
                </a:lnTo>
                <a:lnTo>
                  <a:pt x="1291149" y="3869136"/>
                </a:lnTo>
                <a:lnTo>
                  <a:pt x="1329528" y="3888346"/>
                </a:lnTo>
                <a:lnTo>
                  <a:pt x="1370648" y="3913043"/>
                </a:lnTo>
                <a:lnTo>
                  <a:pt x="1406283" y="3934997"/>
                </a:lnTo>
                <a:lnTo>
                  <a:pt x="1444661" y="3959695"/>
                </a:lnTo>
                <a:lnTo>
                  <a:pt x="1483041" y="3989881"/>
                </a:lnTo>
                <a:lnTo>
                  <a:pt x="1515936" y="4020067"/>
                </a:lnTo>
                <a:lnTo>
                  <a:pt x="1551573" y="4052999"/>
                </a:lnTo>
                <a:lnTo>
                  <a:pt x="4345134" y="6857999"/>
                </a:lnTo>
                <a:lnTo>
                  <a:pt x="1774225" y="6857999"/>
                </a:lnTo>
                <a:lnTo>
                  <a:pt x="263165" y="5342778"/>
                </a:lnTo>
                <a:lnTo>
                  <a:pt x="230270" y="5307103"/>
                </a:lnTo>
                <a:lnTo>
                  <a:pt x="202857" y="5274172"/>
                </a:lnTo>
                <a:lnTo>
                  <a:pt x="175444" y="5238497"/>
                </a:lnTo>
                <a:lnTo>
                  <a:pt x="148030" y="5200079"/>
                </a:lnTo>
                <a:lnTo>
                  <a:pt x="123358" y="5161661"/>
                </a:lnTo>
                <a:lnTo>
                  <a:pt x="104171" y="5123241"/>
                </a:lnTo>
                <a:lnTo>
                  <a:pt x="82239" y="5082077"/>
                </a:lnTo>
                <a:lnTo>
                  <a:pt x="65792" y="5040914"/>
                </a:lnTo>
                <a:lnTo>
                  <a:pt x="49345" y="4999752"/>
                </a:lnTo>
                <a:lnTo>
                  <a:pt x="35638" y="4955844"/>
                </a:lnTo>
                <a:lnTo>
                  <a:pt x="24672" y="4914681"/>
                </a:lnTo>
                <a:lnTo>
                  <a:pt x="13707" y="4870773"/>
                </a:lnTo>
                <a:lnTo>
                  <a:pt x="8225" y="4826865"/>
                </a:lnTo>
                <a:lnTo>
                  <a:pt x="2744" y="4785702"/>
                </a:lnTo>
                <a:lnTo>
                  <a:pt x="0" y="4741796"/>
                </a:lnTo>
                <a:lnTo>
                  <a:pt x="0" y="4697888"/>
                </a:lnTo>
                <a:lnTo>
                  <a:pt x="0" y="4653981"/>
                </a:lnTo>
                <a:lnTo>
                  <a:pt x="2744" y="4610073"/>
                </a:lnTo>
                <a:lnTo>
                  <a:pt x="8225" y="4566165"/>
                </a:lnTo>
                <a:lnTo>
                  <a:pt x="13707" y="4522259"/>
                </a:lnTo>
                <a:lnTo>
                  <a:pt x="24672" y="4481095"/>
                </a:lnTo>
                <a:lnTo>
                  <a:pt x="35638" y="4437188"/>
                </a:lnTo>
                <a:lnTo>
                  <a:pt x="49345" y="4393280"/>
                </a:lnTo>
                <a:lnTo>
                  <a:pt x="65792" y="4354861"/>
                </a:lnTo>
                <a:lnTo>
                  <a:pt x="82239" y="4313698"/>
                </a:lnTo>
                <a:lnTo>
                  <a:pt x="104171" y="4272536"/>
                </a:lnTo>
                <a:lnTo>
                  <a:pt x="123358" y="4234116"/>
                </a:lnTo>
                <a:lnTo>
                  <a:pt x="148030" y="4195697"/>
                </a:lnTo>
                <a:lnTo>
                  <a:pt x="175444" y="4160023"/>
                </a:lnTo>
                <a:lnTo>
                  <a:pt x="202857" y="4121603"/>
                </a:lnTo>
                <a:lnTo>
                  <a:pt x="230270" y="4085929"/>
                </a:lnTo>
                <a:lnTo>
                  <a:pt x="263165" y="4052999"/>
                </a:lnTo>
                <a:lnTo>
                  <a:pt x="296062" y="4020067"/>
                </a:lnTo>
                <a:lnTo>
                  <a:pt x="331697" y="3989881"/>
                </a:lnTo>
                <a:lnTo>
                  <a:pt x="370076" y="3959695"/>
                </a:lnTo>
                <a:lnTo>
                  <a:pt x="405711" y="3934997"/>
                </a:lnTo>
                <a:lnTo>
                  <a:pt x="444090" y="3913043"/>
                </a:lnTo>
                <a:lnTo>
                  <a:pt x="482469" y="3888346"/>
                </a:lnTo>
                <a:lnTo>
                  <a:pt x="523588" y="3869136"/>
                </a:lnTo>
                <a:lnTo>
                  <a:pt x="564708" y="3852671"/>
                </a:lnTo>
                <a:lnTo>
                  <a:pt x="605827" y="3836206"/>
                </a:lnTo>
                <a:lnTo>
                  <a:pt x="646947" y="3822484"/>
                </a:lnTo>
                <a:lnTo>
                  <a:pt x="688066" y="3811507"/>
                </a:lnTo>
                <a:lnTo>
                  <a:pt x="731926" y="3803275"/>
                </a:lnTo>
                <a:lnTo>
                  <a:pt x="775786" y="3795043"/>
                </a:lnTo>
                <a:lnTo>
                  <a:pt x="816907" y="3792299"/>
                </a:lnTo>
                <a:close/>
                <a:moveTo>
                  <a:pt x="975900" y="1075531"/>
                </a:moveTo>
                <a:lnTo>
                  <a:pt x="1019761" y="1078274"/>
                </a:lnTo>
                <a:lnTo>
                  <a:pt x="1063623" y="1081018"/>
                </a:lnTo>
                <a:lnTo>
                  <a:pt x="1107484" y="1083763"/>
                </a:lnTo>
                <a:lnTo>
                  <a:pt x="1151344" y="1091995"/>
                </a:lnTo>
                <a:lnTo>
                  <a:pt x="1192463" y="1102972"/>
                </a:lnTo>
                <a:lnTo>
                  <a:pt x="1236324" y="1113948"/>
                </a:lnTo>
                <a:lnTo>
                  <a:pt x="1274702" y="1127671"/>
                </a:lnTo>
                <a:lnTo>
                  <a:pt x="1318562" y="1141391"/>
                </a:lnTo>
                <a:lnTo>
                  <a:pt x="1359682" y="1160601"/>
                </a:lnTo>
                <a:lnTo>
                  <a:pt x="1398058" y="1179811"/>
                </a:lnTo>
                <a:lnTo>
                  <a:pt x="1439178" y="1201764"/>
                </a:lnTo>
                <a:lnTo>
                  <a:pt x="1477556" y="1226461"/>
                </a:lnTo>
                <a:lnTo>
                  <a:pt x="1513194" y="1251160"/>
                </a:lnTo>
                <a:lnTo>
                  <a:pt x="1551573" y="1278601"/>
                </a:lnTo>
                <a:lnTo>
                  <a:pt x="1584468" y="1311532"/>
                </a:lnTo>
                <a:lnTo>
                  <a:pt x="1620103" y="1341718"/>
                </a:lnTo>
                <a:lnTo>
                  <a:pt x="7115932" y="6857999"/>
                </a:lnTo>
                <a:lnTo>
                  <a:pt x="4543996" y="6857999"/>
                </a:lnTo>
                <a:lnTo>
                  <a:pt x="331697" y="2631498"/>
                </a:lnTo>
                <a:lnTo>
                  <a:pt x="301543" y="2601310"/>
                </a:lnTo>
                <a:lnTo>
                  <a:pt x="271390" y="2562893"/>
                </a:lnTo>
                <a:lnTo>
                  <a:pt x="243976" y="2527217"/>
                </a:lnTo>
                <a:lnTo>
                  <a:pt x="216563" y="2491543"/>
                </a:lnTo>
                <a:lnTo>
                  <a:pt x="191891" y="2450380"/>
                </a:lnTo>
                <a:lnTo>
                  <a:pt x="172702" y="2414705"/>
                </a:lnTo>
                <a:lnTo>
                  <a:pt x="150772" y="2373541"/>
                </a:lnTo>
                <a:lnTo>
                  <a:pt x="134324" y="2329634"/>
                </a:lnTo>
                <a:lnTo>
                  <a:pt x="117877" y="2291216"/>
                </a:lnTo>
                <a:lnTo>
                  <a:pt x="106912" y="2247308"/>
                </a:lnTo>
                <a:lnTo>
                  <a:pt x="93205" y="2203400"/>
                </a:lnTo>
                <a:lnTo>
                  <a:pt x="82239" y="2162238"/>
                </a:lnTo>
                <a:lnTo>
                  <a:pt x="76757" y="2118330"/>
                </a:lnTo>
                <a:lnTo>
                  <a:pt x="71275" y="2074424"/>
                </a:lnTo>
                <a:lnTo>
                  <a:pt x="68533" y="2030516"/>
                </a:lnTo>
                <a:lnTo>
                  <a:pt x="68533" y="1989352"/>
                </a:lnTo>
                <a:lnTo>
                  <a:pt x="68533" y="1942701"/>
                </a:lnTo>
                <a:lnTo>
                  <a:pt x="71275" y="1898793"/>
                </a:lnTo>
                <a:lnTo>
                  <a:pt x="76757" y="1857629"/>
                </a:lnTo>
                <a:lnTo>
                  <a:pt x="82239" y="1813723"/>
                </a:lnTo>
                <a:lnTo>
                  <a:pt x="93205" y="1769815"/>
                </a:lnTo>
                <a:lnTo>
                  <a:pt x="106912" y="1728652"/>
                </a:lnTo>
                <a:lnTo>
                  <a:pt x="117877" y="1684745"/>
                </a:lnTo>
                <a:lnTo>
                  <a:pt x="134324" y="1643581"/>
                </a:lnTo>
                <a:lnTo>
                  <a:pt x="150772" y="1605162"/>
                </a:lnTo>
                <a:lnTo>
                  <a:pt x="172702" y="1564000"/>
                </a:lnTo>
                <a:lnTo>
                  <a:pt x="191891" y="1522837"/>
                </a:lnTo>
                <a:lnTo>
                  <a:pt x="216563" y="1487162"/>
                </a:lnTo>
                <a:lnTo>
                  <a:pt x="243976" y="1448743"/>
                </a:lnTo>
                <a:lnTo>
                  <a:pt x="271390" y="1413068"/>
                </a:lnTo>
                <a:lnTo>
                  <a:pt x="301543" y="1377393"/>
                </a:lnTo>
                <a:lnTo>
                  <a:pt x="331697" y="1341718"/>
                </a:lnTo>
                <a:lnTo>
                  <a:pt x="367335" y="1311532"/>
                </a:lnTo>
                <a:lnTo>
                  <a:pt x="400229" y="1278601"/>
                </a:lnTo>
                <a:lnTo>
                  <a:pt x="438607" y="1251160"/>
                </a:lnTo>
                <a:lnTo>
                  <a:pt x="474243" y="1226461"/>
                </a:lnTo>
                <a:lnTo>
                  <a:pt x="512622" y="1201764"/>
                </a:lnTo>
                <a:lnTo>
                  <a:pt x="551001" y="1179811"/>
                </a:lnTo>
                <a:lnTo>
                  <a:pt x="592121" y="1160601"/>
                </a:lnTo>
                <a:lnTo>
                  <a:pt x="633240" y="1141391"/>
                </a:lnTo>
                <a:lnTo>
                  <a:pt x="674359" y="1127671"/>
                </a:lnTo>
                <a:lnTo>
                  <a:pt x="715479" y="1113948"/>
                </a:lnTo>
                <a:lnTo>
                  <a:pt x="759339" y="1102972"/>
                </a:lnTo>
                <a:lnTo>
                  <a:pt x="800459" y="1091995"/>
                </a:lnTo>
                <a:lnTo>
                  <a:pt x="844319" y="1083763"/>
                </a:lnTo>
                <a:lnTo>
                  <a:pt x="890920" y="1081018"/>
                </a:lnTo>
                <a:lnTo>
                  <a:pt x="932040" y="1078274"/>
                </a:lnTo>
                <a:close/>
                <a:moveTo>
                  <a:pt x="8785588" y="0"/>
                </a:moveTo>
                <a:lnTo>
                  <a:pt x="9354533" y="0"/>
                </a:lnTo>
                <a:lnTo>
                  <a:pt x="9354533" y="570519"/>
                </a:lnTo>
                <a:close/>
                <a:moveTo>
                  <a:pt x="6019529" y="0"/>
                </a:moveTo>
                <a:lnTo>
                  <a:pt x="8588708" y="0"/>
                </a:lnTo>
                <a:lnTo>
                  <a:pt x="9354533" y="768021"/>
                </a:lnTo>
                <a:lnTo>
                  <a:pt x="9354533" y="3347008"/>
                </a:lnTo>
                <a:close/>
                <a:moveTo>
                  <a:pt x="3248285" y="0"/>
                </a:moveTo>
                <a:lnTo>
                  <a:pt x="5819972" y="0"/>
                </a:lnTo>
                <a:lnTo>
                  <a:pt x="9354533" y="3545079"/>
                </a:lnTo>
                <a:lnTo>
                  <a:pt x="9354533" y="6127044"/>
                </a:lnTo>
                <a:close/>
                <a:moveTo>
                  <a:pt x="476872" y="0"/>
                </a:moveTo>
                <a:lnTo>
                  <a:pt x="3050781" y="0"/>
                </a:lnTo>
                <a:lnTo>
                  <a:pt x="9354533" y="6324693"/>
                </a:lnTo>
                <a:lnTo>
                  <a:pt x="9354533" y="6857999"/>
                </a:lnTo>
                <a:lnTo>
                  <a:pt x="7312522" y="6857999"/>
                </a:lnTo>
                <a:close/>
              </a:path>
            </a:pathLst>
          </a:custGeom>
          <a:gradFill flip="none" rotWithShape="1">
            <a:gsLst>
              <a:gs pos="19000">
                <a:schemeClr val="bg1">
                  <a:alpha val="0"/>
                </a:schemeClr>
              </a:gs>
              <a:gs pos="100000">
                <a:schemeClr val="accent2">
                  <a:alpha val="6000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1" name="Rectangle: Rounded Corners 33">
            <a:extLst>
              <a:ext uri="{FF2B5EF4-FFF2-40B4-BE49-F238E27FC236}">
                <a16:creationId xmlns:a16="http://schemas.microsoft.com/office/drawing/2014/main" id="{6D45F2B8-AA3F-FAE2-D416-6BF1AE9C1212}"/>
              </a:ext>
            </a:extLst>
          </p:cNvPr>
          <p:cNvSpPr/>
          <p:nvPr/>
        </p:nvSpPr>
        <p:spPr>
          <a:xfrm>
            <a:off x="193780" y="266700"/>
            <a:ext cx="11706376" cy="6229541"/>
          </a:xfrm>
          <a:prstGeom prst="roundRect">
            <a:avLst>
              <a:gd name="adj" fmla="val 4883"/>
            </a:avLst>
          </a:prstGeom>
          <a:solidFill>
            <a:schemeClr val="bg1">
              <a:alpha val="8000"/>
            </a:schemeClr>
          </a:solidFill>
          <a:ln w="15875">
            <a:gradFill flip="none" rotWithShape="1">
              <a:gsLst>
                <a:gs pos="0">
                  <a:schemeClr val="bg1">
                    <a:alpha val="60000"/>
                  </a:schemeClr>
                </a:gs>
                <a:gs pos="50000">
                  <a:schemeClr val="bg1">
                    <a:alpha val="0"/>
                  </a:schemeClr>
                </a:gs>
                <a:gs pos="100000">
                  <a:schemeClr val="bg1">
                    <a:alpha val="60000"/>
                  </a:schemeClr>
                </a:gs>
              </a:gsLst>
              <a:lin ang="189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35">
            <a:extLst>
              <a:ext uri="{FF2B5EF4-FFF2-40B4-BE49-F238E27FC236}">
                <a16:creationId xmlns:a16="http://schemas.microsoft.com/office/drawing/2014/main" id="{10025A60-0570-0792-0E67-FA582A5C0032}"/>
              </a:ext>
            </a:extLst>
          </p:cNvPr>
          <p:cNvSpPr/>
          <p:nvPr/>
        </p:nvSpPr>
        <p:spPr>
          <a:xfrm>
            <a:off x="9315925" y="5402263"/>
            <a:ext cx="2584231" cy="1222070"/>
          </a:xfrm>
          <a:custGeom>
            <a:avLst/>
            <a:gdLst>
              <a:gd name="connsiteX0" fmla="*/ 1525169 w 2440693"/>
              <a:gd name="connsiteY0" fmla="*/ 0 h 1149657"/>
              <a:gd name="connsiteX1" fmla="*/ 2412927 w 2440693"/>
              <a:gd name="connsiteY1" fmla="*/ 271173 h 1149657"/>
              <a:gd name="connsiteX2" fmla="*/ 2440693 w 2440693"/>
              <a:gd name="connsiteY2" fmla="*/ 291936 h 1149657"/>
              <a:gd name="connsiteX3" fmla="*/ 2440693 w 2440693"/>
              <a:gd name="connsiteY3" fmla="*/ 857571 h 1149657"/>
              <a:gd name="connsiteX4" fmla="*/ 2148607 w 2440693"/>
              <a:gd name="connsiteY4" fmla="*/ 1149657 h 1149657"/>
              <a:gd name="connsiteX5" fmla="*/ 0 w 2440693"/>
              <a:gd name="connsiteY5" fmla="*/ 1149657 h 1149657"/>
              <a:gd name="connsiteX6" fmla="*/ 8747 w 2440693"/>
              <a:gd name="connsiteY6" fmla="*/ 1115642 h 1149657"/>
              <a:gd name="connsiteX7" fmla="*/ 1525169 w 2440693"/>
              <a:gd name="connsiteY7" fmla="*/ 0 h 11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0693" h="1149657">
                <a:moveTo>
                  <a:pt x="1525169" y="0"/>
                </a:moveTo>
                <a:cubicBezTo>
                  <a:pt x="1854015" y="0"/>
                  <a:pt x="2159512" y="99969"/>
                  <a:pt x="2412927" y="271173"/>
                </a:cubicBezTo>
                <a:lnTo>
                  <a:pt x="2440693" y="291936"/>
                </a:lnTo>
                <a:lnTo>
                  <a:pt x="2440693" y="857571"/>
                </a:lnTo>
                <a:cubicBezTo>
                  <a:pt x="2440693" y="1018886"/>
                  <a:pt x="2309922" y="1149657"/>
                  <a:pt x="2148607" y="1149657"/>
                </a:cubicBezTo>
                <a:lnTo>
                  <a:pt x="0" y="1149657"/>
                </a:lnTo>
                <a:lnTo>
                  <a:pt x="8747" y="1115642"/>
                </a:lnTo>
                <a:cubicBezTo>
                  <a:pt x="209781" y="469295"/>
                  <a:pt x="812670" y="0"/>
                  <a:pt x="1525169"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36">
            <a:extLst>
              <a:ext uri="{FF2B5EF4-FFF2-40B4-BE49-F238E27FC236}">
                <a16:creationId xmlns:a16="http://schemas.microsoft.com/office/drawing/2014/main" id="{F83E43DB-9E34-C809-E790-72E183E4FFE8}"/>
              </a:ext>
            </a:extLst>
          </p:cNvPr>
          <p:cNvSpPr/>
          <p:nvPr/>
        </p:nvSpPr>
        <p:spPr>
          <a:xfrm>
            <a:off x="89613" y="972872"/>
            <a:ext cx="1000694" cy="3175614"/>
          </a:xfrm>
          <a:custGeom>
            <a:avLst/>
            <a:gdLst>
              <a:gd name="connsiteX0" fmla="*/ 0 w 1000694"/>
              <a:gd name="connsiteY0" fmla="*/ 0 h 2948702"/>
              <a:gd name="connsiteX1" fmla="*/ 30934 w 1000694"/>
              <a:gd name="connsiteY1" fmla="*/ 11322 h 2948702"/>
              <a:gd name="connsiteX2" fmla="*/ 1000694 w 1000694"/>
              <a:gd name="connsiteY2" fmla="*/ 1474351 h 2948702"/>
              <a:gd name="connsiteX3" fmla="*/ 30934 w 1000694"/>
              <a:gd name="connsiteY3" fmla="*/ 2937380 h 2948702"/>
              <a:gd name="connsiteX4" fmla="*/ 0 w 1000694"/>
              <a:gd name="connsiteY4" fmla="*/ 2948702 h 294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694" h="2948702">
                <a:moveTo>
                  <a:pt x="0" y="0"/>
                </a:moveTo>
                <a:lnTo>
                  <a:pt x="30934" y="11322"/>
                </a:lnTo>
                <a:cubicBezTo>
                  <a:pt x="600821" y="252364"/>
                  <a:pt x="1000694" y="816660"/>
                  <a:pt x="1000694" y="1474351"/>
                </a:cubicBezTo>
                <a:cubicBezTo>
                  <a:pt x="1000694" y="2132043"/>
                  <a:pt x="600821" y="2696338"/>
                  <a:pt x="30934" y="2937380"/>
                </a:cubicBezTo>
                <a:lnTo>
                  <a:pt x="0" y="2948702"/>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TextBox 19">
            <a:extLst>
              <a:ext uri="{FF2B5EF4-FFF2-40B4-BE49-F238E27FC236}">
                <a16:creationId xmlns:a16="http://schemas.microsoft.com/office/drawing/2014/main" id="{6F4111E7-E996-137A-F610-0FF12BED7F63}"/>
              </a:ext>
            </a:extLst>
          </p:cNvPr>
          <p:cNvSpPr txBox="1"/>
          <p:nvPr/>
        </p:nvSpPr>
        <p:spPr>
          <a:xfrm>
            <a:off x="1707582" y="1861601"/>
            <a:ext cx="8776836" cy="1446550"/>
          </a:xfrm>
          <a:prstGeom prst="rect">
            <a:avLst/>
          </a:prstGeom>
          <a:noFill/>
        </p:spPr>
        <p:txBody>
          <a:bodyPr wrap="square" rtlCol="0">
            <a:spAutoFit/>
          </a:bodyPr>
          <a:lstStyle/>
          <a:p>
            <a:pPr algn="ctr"/>
            <a:r>
              <a:rPr lang="en-US" sz="4400">
                <a:solidFill>
                  <a:schemeClr val="bg1"/>
                </a:solidFill>
                <a:cs typeface="Poppins SemiBold" panose="00000700000000000000" pitchFamily="2" charset="0"/>
              </a:rPr>
              <a:t>AI – POWERED EYE TRACKER SYSTEM FOR ASD PREDICTION</a:t>
            </a:r>
            <a:endParaRPr lang="en-US" sz="4400" dirty="0">
              <a:solidFill>
                <a:schemeClr val="bg1"/>
              </a:solidFill>
              <a:cs typeface="Poppins SemiBold" panose="00000700000000000000" pitchFamily="2" charset="0"/>
            </a:endParaRPr>
          </a:p>
        </p:txBody>
      </p:sp>
      <p:cxnSp>
        <p:nvCxnSpPr>
          <p:cNvPr id="1038" name="直接连接符 1037">
            <a:extLst>
              <a:ext uri="{FF2B5EF4-FFF2-40B4-BE49-F238E27FC236}">
                <a16:creationId xmlns:a16="http://schemas.microsoft.com/office/drawing/2014/main" id="{C8642290-E913-A405-15B9-4983BAC8FDA3}"/>
              </a:ext>
            </a:extLst>
          </p:cNvPr>
          <p:cNvCxnSpPr>
            <a:cxnSpLocks/>
          </p:cNvCxnSpPr>
          <p:nvPr/>
        </p:nvCxnSpPr>
        <p:spPr>
          <a:xfrm>
            <a:off x="4348144" y="4036182"/>
            <a:ext cx="3495712" cy="0"/>
          </a:xfrm>
          <a:prstGeom prst="line">
            <a:avLst/>
          </a:prstGeom>
          <a:ln w="6350">
            <a:gradFill>
              <a:gsLst>
                <a:gs pos="0">
                  <a:schemeClr val="accent1">
                    <a:alpha val="0"/>
                    <a:lumMod val="7000"/>
                    <a:lumOff val="93000"/>
                  </a:schemeClr>
                </a:gs>
                <a:gs pos="55000">
                  <a:schemeClr val="accent1">
                    <a:lumMod val="20000"/>
                    <a:lumOff val="80000"/>
                  </a:schemeClr>
                </a:gs>
                <a:gs pos="100000">
                  <a:schemeClr val="bg1">
                    <a:alpha val="0"/>
                  </a:schemeClr>
                </a:gs>
              </a:gsLst>
              <a:lin ang="0" scaled="0"/>
            </a:gradFill>
          </a:ln>
        </p:spPr>
        <p:style>
          <a:lnRef idx="2">
            <a:schemeClr val="accent1"/>
          </a:lnRef>
          <a:fillRef idx="0">
            <a:schemeClr val="accent1"/>
          </a:fillRef>
          <a:effectRef idx="1">
            <a:schemeClr val="accent1"/>
          </a:effectRef>
          <a:fontRef idx="minor">
            <a:schemeClr val="tx1"/>
          </a:fontRef>
        </p:style>
      </p:cxnSp>
      <p:pic>
        <p:nvPicPr>
          <p:cNvPr id="41" name="Graphic 28">
            <a:extLst>
              <a:ext uri="{FF2B5EF4-FFF2-40B4-BE49-F238E27FC236}">
                <a16:creationId xmlns:a16="http://schemas.microsoft.com/office/drawing/2014/main" id="{9FE9C3C9-1F21-4113-EAEE-0590B2B1107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36591" y="571583"/>
            <a:ext cx="447992" cy="447992"/>
          </a:xfrm>
          <a:prstGeom prst="rect">
            <a:avLst/>
          </a:prstGeom>
        </p:spPr>
      </p:pic>
      <p:sp>
        <p:nvSpPr>
          <p:cNvPr id="2" name="文本框 51">
            <a:extLst>
              <a:ext uri="{FF2B5EF4-FFF2-40B4-BE49-F238E27FC236}">
                <a16:creationId xmlns:a16="http://schemas.microsoft.com/office/drawing/2014/main" id="{B3CA6D0E-0483-C2B0-A603-F72870C5DF5F}"/>
              </a:ext>
            </a:extLst>
          </p:cNvPr>
          <p:cNvSpPr txBox="1"/>
          <p:nvPr/>
        </p:nvSpPr>
        <p:spPr>
          <a:xfrm>
            <a:off x="2149559" y="3669908"/>
            <a:ext cx="6833251" cy="1569660"/>
          </a:xfrm>
          <a:prstGeom prst="rect">
            <a:avLst/>
          </a:prstGeom>
          <a:noFill/>
        </p:spPr>
        <p:txBody>
          <a:bodyPr wrap="square" lIns="91440" tIns="45720" rIns="91440" bIns="45720" anchor="t">
            <a:spAutoFit/>
          </a:bodyPr>
          <a:lstStyle/>
          <a:p>
            <a:r>
              <a:rPr lang="en-US" altLang="zh-CN" sz="2400" dirty="0">
                <a:solidFill>
                  <a:schemeClr val="bg1"/>
                </a:solidFill>
                <a:latin typeface="+mj-lt"/>
                <a:cs typeface="Poppins SemiBold"/>
              </a:rPr>
              <a:t>DEEKSHITH NAIK		4SO22CD016</a:t>
            </a:r>
          </a:p>
          <a:p>
            <a:r>
              <a:rPr lang="en-US" altLang="zh-CN" sz="2400" dirty="0">
                <a:solidFill>
                  <a:schemeClr val="bg1"/>
                </a:solidFill>
                <a:latin typeface="+mj-lt"/>
                <a:cs typeface="Poppins SemiBold"/>
              </a:rPr>
              <a:t>SANATH                       	4SO22CD044</a:t>
            </a:r>
            <a:endParaRPr lang="en-US" altLang="zh-CN" sz="2400" dirty="0">
              <a:solidFill>
                <a:schemeClr val="bg1"/>
              </a:solidFill>
              <a:latin typeface="+mj-lt"/>
              <a:cs typeface="Poppins SemiBold" panose="00000700000000000000" pitchFamily="2" charset="0"/>
            </a:endParaRPr>
          </a:p>
          <a:p>
            <a:r>
              <a:rPr lang="en-US" altLang="zh-CN" sz="2400" dirty="0">
                <a:solidFill>
                  <a:schemeClr val="bg1"/>
                </a:solidFill>
                <a:latin typeface="+mj-lt"/>
                <a:cs typeface="Poppins SemiBold"/>
              </a:rPr>
              <a:t>SRIJAN S SHETTY		4SO22CD052</a:t>
            </a:r>
          </a:p>
          <a:p>
            <a:r>
              <a:rPr lang="en-US" altLang="zh-CN" sz="2400" dirty="0">
                <a:solidFill>
                  <a:schemeClr val="bg1"/>
                </a:solidFill>
                <a:latin typeface="+mj-lt"/>
                <a:cs typeface="Poppins SemiBold"/>
              </a:rPr>
              <a:t>SUDHANVA PATIL		4SO22CD055</a:t>
            </a:r>
          </a:p>
        </p:txBody>
      </p:sp>
    </p:spTree>
    <p:extLst>
      <p:ext uri="{BB962C8B-B14F-4D97-AF65-F5344CB8AC3E}">
        <p14:creationId xmlns:p14="http://schemas.microsoft.com/office/powerpoint/2010/main" val="3195421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63000">
              <a:schemeClr val="accent3">
                <a:lumMod val="50000"/>
                <a:lumOff val="50000"/>
              </a:schemeClr>
            </a:gs>
            <a:gs pos="0">
              <a:schemeClr val="accent1">
                <a:lumMod val="60000"/>
                <a:lumOff val="40000"/>
              </a:schemeClr>
            </a:gs>
            <a:gs pos="100000">
              <a:schemeClr val="accent1">
                <a:lumMod val="30000"/>
                <a:lumOff val="70000"/>
              </a:schemeClr>
            </a:gs>
          </a:gsLst>
          <a:lin ang="3600000" scaled="0"/>
        </a:gradFill>
        <a:effectLst/>
      </p:bgPr>
    </p:bg>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16E1BF04-A746-8E82-A9D3-F95874F33004}"/>
              </a:ext>
            </a:extLst>
          </p:cNvPr>
          <p:cNvSpPr/>
          <p:nvPr/>
        </p:nvSpPr>
        <p:spPr>
          <a:xfrm>
            <a:off x="1" y="1043307"/>
            <a:ext cx="1119335" cy="3034744"/>
          </a:xfrm>
          <a:custGeom>
            <a:avLst/>
            <a:gdLst>
              <a:gd name="connsiteX0" fmla="*/ 0 w 1119335"/>
              <a:gd name="connsiteY0" fmla="*/ 0 h 3034744"/>
              <a:gd name="connsiteX1" fmla="*/ 3693 w 1119335"/>
              <a:gd name="connsiteY1" fmla="*/ 950 h 3034744"/>
              <a:gd name="connsiteX2" fmla="*/ 1119335 w 1119335"/>
              <a:gd name="connsiteY2" fmla="*/ 1517372 h 3034744"/>
              <a:gd name="connsiteX3" fmla="*/ 3693 w 1119335"/>
              <a:gd name="connsiteY3" fmla="*/ 3033795 h 3034744"/>
              <a:gd name="connsiteX4" fmla="*/ 0 w 1119335"/>
              <a:gd name="connsiteY4" fmla="*/ 3034744 h 3034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35" h="3034744">
                <a:moveTo>
                  <a:pt x="0" y="0"/>
                </a:moveTo>
                <a:lnTo>
                  <a:pt x="3693" y="950"/>
                </a:lnTo>
                <a:cubicBezTo>
                  <a:pt x="650040" y="201984"/>
                  <a:pt x="1119335" y="804873"/>
                  <a:pt x="1119335" y="1517372"/>
                </a:cubicBezTo>
                <a:cubicBezTo>
                  <a:pt x="1119335" y="2229871"/>
                  <a:pt x="650040" y="2832760"/>
                  <a:pt x="3693" y="3033795"/>
                </a:cubicBezTo>
                <a:lnTo>
                  <a:pt x="0" y="3034744"/>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任意多边形: 形状 2">
            <a:extLst>
              <a:ext uri="{FF2B5EF4-FFF2-40B4-BE49-F238E27FC236}">
                <a16:creationId xmlns:a16="http://schemas.microsoft.com/office/drawing/2014/main" id="{DEA235DB-B8C9-8907-D6CA-14F1FBE39159}"/>
              </a:ext>
            </a:extLst>
          </p:cNvPr>
          <p:cNvSpPr/>
          <p:nvPr/>
        </p:nvSpPr>
        <p:spPr>
          <a:xfrm>
            <a:off x="9324824" y="5498794"/>
            <a:ext cx="2867177" cy="1359207"/>
          </a:xfrm>
          <a:custGeom>
            <a:avLst/>
            <a:gdLst>
              <a:gd name="connsiteX0" fmla="*/ 1569498 w 2867177"/>
              <a:gd name="connsiteY0" fmla="*/ 0 h 1359207"/>
              <a:gd name="connsiteX1" fmla="*/ 2794727 w 2867177"/>
              <a:gd name="connsiteY1" fmla="*/ 577814 h 1359207"/>
              <a:gd name="connsiteX2" fmla="*/ 2867177 w 2867177"/>
              <a:gd name="connsiteY2" fmla="*/ 674700 h 1359207"/>
              <a:gd name="connsiteX3" fmla="*/ 2867177 w 2867177"/>
              <a:gd name="connsiteY3" fmla="*/ 1359207 h 1359207"/>
              <a:gd name="connsiteX4" fmla="*/ 0 w 2867177"/>
              <a:gd name="connsiteY4" fmla="*/ 1359207 h 1359207"/>
              <a:gd name="connsiteX5" fmla="*/ 13950 w 2867177"/>
              <a:gd name="connsiteY5" fmla="*/ 1267809 h 1359207"/>
              <a:gd name="connsiteX6" fmla="*/ 1569498 w 2867177"/>
              <a:gd name="connsiteY6" fmla="*/ 0 h 135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177" h="1359207">
                <a:moveTo>
                  <a:pt x="1569498" y="0"/>
                </a:moveTo>
                <a:cubicBezTo>
                  <a:pt x="2062767" y="0"/>
                  <a:pt x="2503500" y="224929"/>
                  <a:pt x="2794727" y="577814"/>
                </a:cubicBezTo>
                <a:lnTo>
                  <a:pt x="2867177" y="674700"/>
                </a:lnTo>
                <a:lnTo>
                  <a:pt x="2867177" y="1359207"/>
                </a:lnTo>
                <a:lnTo>
                  <a:pt x="0" y="1359207"/>
                </a:lnTo>
                <a:lnTo>
                  <a:pt x="13950" y="1267809"/>
                </a:lnTo>
                <a:cubicBezTo>
                  <a:pt x="162007" y="544272"/>
                  <a:pt x="802191" y="0"/>
                  <a:pt x="1569498"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 name="Group 32">
            <a:extLst>
              <a:ext uri="{FF2B5EF4-FFF2-40B4-BE49-F238E27FC236}">
                <a16:creationId xmlns:a16="http://schemas.microsoft.com/office/drawing/2014/main" id="{8E7CEFA7-ECCC-D6F3-CB6B-009D52971B6B}"/>
              </a:ext>
            </a:extLst>
          </p:cNvPr>
          <p:cNvGrpSpPr/>
          <p:nvPr/>
        </p:nvGrpSpPr>
        <p:grpSpPr>
          <a:xfrm>
            <a:off x="8941188" y="1510690"/>
            <a:ext cx="2064994" cy="2064994"/>
            <a:chOff x="10640582" y="1220864"/>
            <a:chExt cx="2064994" cy="2064994"/>
          </a:xfrm>
        </p:grpSpPr>
        <p:sp>
          <p:nvSpPr>
            <p:cNvPr id="5" name="Circle: Hollow 38">
              <a:extLst>
                <a:ext uri="{FF2B5EF4-FFF2-40B4-BE49-F238E27FC236}">
                  <a16:creationId xmlns:a16="http://schemas.microsoft.com/office/drawing/2014/main" id="{2567A473-8158-BE98-1E9B-9938C7E3EA6B}"/>
                </a:ext>
              </a:extLst>
            </p:cNvPr>
            <p:cNvSpPr/>
            <p:nvPr/>
          </p:nvSpPr>
          <p:spPr>
            <a:xfrm rot="20700000">
              <a:off x="10640582" y="1220864"/>
              <a:ext cx="2064994" cy="2064994"/>
            </a:xfrm>
            <a:prstGeom prst="donut">
              <a:avLst>
                <a:gd name="adj" fmla="val 37753"/>
              </a:avLst>
            </a:prstGeom>
            <a:gradFill>
              <a:gsLst>
                <a:gs pos="100000">
                  <a:schemeClr val="accent6"/>
                </a:gs>
                <a:gs pos="60000">
                  <a:schemeClr val="accent5"/>
                </a:gs>
                <a:gs pos="5000">
                  <a:schemeClr val="accent4"/>
                </a:gs>
              </a:gsLst>
              <a:path path="circle">
                <a:fillToRect l="100000" t="100000"/>
              </a:path>
            </a:gradFill>
            <a:ln>
              <a:noFill/>
            </a:ln>
            <a:effectLst>
              <a:outerShdw blurRad="774700" dist="546100" dir="2700000" algn="tl" rotWithShape="0">
                <a:prstClr val="black">
                  <a:alpha val="40000"/>
                </a:prstClr>
              </a:outerShdw>
              <a:softEdge rad="698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ircle: Hollow 39">
              <a:extLst>
                <a:ext uri="{FF2B5EF4-FFF2-40B4-BE49-F238E27FC236}">
                  <a16:creationId xmlns:a16="http://schemas.microsoft.com/office/drawing/2014/main" id="{32C638F0-8988-0670-32B6-BECCC8A89D25}"/>
                </a:ext>
              </a:extLst>
            </p:cNvPr>
            <p:cNvSpPr/>
            <p:nvPr/>
          </p:nvSpPr>
          <p:spPr>
            <a:xfrm rot="20700000">
              <a:off x="10864033" y="1444315"/>
              <a:ext cx="1618092" cy="1618092"/>
            </a:xfrm>
            <a:prstGeom prst="donut">
              <a:avLst/>
            </a:prstGeom>
            <a:solidFill>
              <a:schemeClr val="bg1"/>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ircle: Hollow 40">
              <a:extLst>
                <a:ext uri="{FF2B5EF4-FFF2-40B4-BE49-F238E27FC236}">
                  <a16:creationId xmlns:a16="http://schemas.microsoft.com/office/drawing/2014/main" id="{D5B24B26-2D78-B60F-D53A-454E0C227C9C}"/>
                </a:ext>
              </a:extLst>
            </p:cNvPr>
            <p:cNvSpPr/>
            <p:nvPr/>
          </p:nvSpPr>
          <p:spPr>
            <a:xfrm rot="20700000">
              <a:off x="10864033" y="1444315"/>
              <a:ext cx="1618092" cy="1618092"/>
            </a:xfrm>
            <a:prstGeom prst="donut">
              <a:avLst/>
            </a:prstGeom>
            <a:gradFill>
              <a:gsLst>
                <a:gs pos="100000">
                  <a:schemeClr val="accent6"/>
                </a:gs>
                <a:gs pos="60000">
                  <a:schemeClr val="accent5"/>
                </a:gs>
                <a:gs pos="5000">
                  <a:schemeClr val="accent4"/>
                </a:gs>
              </a:gsLst>
              <a:path path="circle">
                <a:fillToRect l="100000" t="100000"/>
              </a:path>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8" name="Rectangle: Rounded Corners 31">
            <a:extLst>
              <a:ext uri="{FF2B5EF4-FFF2-40B4-BE49-F238E27FC236}">
                <a16:creationId xmlns:a16="http://schemas.microsoft.com/office/drawing/2014/main" id="{E1564981-EE2F-8932-0E78-F36981B5648A}"/>
              </a:ext>
            </a:extLst>
          </p:cNvPr>
          <p:cNvSpPr/>
          <p:nvPr/>
        </p:nvSpPr>
        <p:spPr>
          <a:xfrm>
            <a:off x="193780" y="361759"/>
            <a:ext cx="11707521" cy="6229541"/>
          </a:xfrm>
          <a:prstGeom prst="roundRect">
            <a:avLst>
              <a:gd name="adj" fmla="val 4883"/>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任意多边形: 形状 8">
            <a:extLst>
              <a:ext uri="{FF2B5EF4-FFF2-40B4-BE49-F238E27FC236}">
                <a16:creationId xmlns:a16="http://schemas.microsoft.com/office/drawing/2014/main" id="{F540DC8D-F95C-1F48-A52C-012DB127814B}"/>
              </a:ext>
            </a:extLst>
          </p:cNvPr>
          <p:cNvSpPr/>
          <p:nvPr/>
        </p:nvSpPr>
        <p:spPr>
          <a:xfrm>
            <a:off x="2837466" y="0"/>
            <a:ext cx="9354533" cy="6857999"/>
          </a:xfrm>
          <a:custGeom>
            <a:avLst/>
            <a:gdLst>
              <a:gd name="connsiteX0" fmla="*/ 811424 w 9354533"/>
              <a:gd name="connsiteY0" fmla="*/ 6511811 h 6857999"/>
              <a:gd name="connsiteX1" fmla="*/ 855285 w 9354533"/>
              <a:gd name="connsiteY1" fmla="*/ 6511811 h 6857999"/>
              <a:gd name="connsiteX2" fmla="*/ 899145 w 9354533"/>
              <a:gd name="connsiteY2" fmla="*/ 6511811 h 6857999"/>
              <a:gd name="connsiteX3" fmla="*/ 940265 w 9354533"/>
              <a:gd name="connsiteY3" fmla="*/ 6514555 h 6857999"/>
              <a:gd name="connsiteX4" fmla="*/ 986866 w 9354533"/>
              <a:gd name="connsiteY4" fmla="*/ 6522788 h 6857999"/>
              <a:gd name="connsiteX5" fmla="*/ 1030726 w 9354533"/>
              <a:gd name="connsiteY5" fmla="*/ 6531020 h 6857999"/>
              <a:gd name="connsiteX6" fmla="*/ 1071846 w 9354533"/>
              <a:gd name="connsiteY6" fmla="*/ 6539252 h 6857999"/>
              <a:gd name="connsiteX7" fmla="*/ 1112965 w 9354533"/>
              <a:gd name="connsiteY7" fmla="*/ 6550230 h 6857999"/>
              <a:gd name="connsiteX8" fmla="*/ 1156826 w 9354533"/>
              <a:gd name="connsiteY8" fmla="*/ 6563951 h 6857999"/>
              <a:gd name="connsiteX9" fmla="*/ 1197945 w 9354533"/>
              <a:gd name="connsiteY9" fmla="*/ 6577672 h 6857999"/>
              <a:gd name="connsiteX10" fmla="*/ 1239064 w 9354533"/>
              <a:gd name="connsiteY10" fmla="*/ 6596881 h 6857999"/>
              <a:gd name="connsiteX11" fmla="*/ 1277443 w 9354533"/>
              <a:gd name="connsiteY11" fmla="*/ 6616091 h 6857999"/>
              <a:gd name="connsiteX12" fmla="*/ 1318562 w 9354533"/>
              <a:gd name="connsiteY12" fmla="*/ 6638044 h 6857999"/>
              <a:gd name="connsiteX13" fmla="*/ 1356942 w 9354533"/>
              <a:gd name="connsiteY13" fmla="*/ 6662741 h 6857999"/>
              <a:gd name="connsiteX14" fmla="*/ 1392576 w 9354533"/>
              <a:gd name="connsiteY14" fmla="*/ 6687440 h 6857999"/>
              <a:gd name="connsiteX15" fmla="*/ 1430955 w 9354533"/>
              <a:gd name="connsiteY15" fmla="*/ 6717627 h 6857999"/>
              <a:gd name="connsiteX16" fmla="*/ 1463850 w 9354533"/>
              <a:gd name="connsiteY16" fmla="*/ 6745068 h 6857999"/>
              <a:gd name="connsiteX17" fmla="*/ 1499488 w 9354533"/>
              <a:gd name="connsiteY17" fmla="*/ 6780744 h 6857999"/>
              <a:gd name="connsiteX18" fmla="*/ 1576429 w 9354533"/>
              <a:gd name="connsiteY18" fmla="*/ 6857999 h 6857999"/>
              <a:gd name="connsiteX19" fmla="*/ 141549 w 9354533"/>
              <a:gd name="connsiteY19" fmla="*/ 6857999 h 6857999"/>
              <a:gd name="connsiteX20" fmla="*/ 148030 w 9354533"/>
              <a:gd name="connsiteY20" fmla="*/ 6849348 h 6857999"/>
              <a:gd name="connsiteX21" fmla="*/ 180926 w 9354533"/>
              <a:gd name="connsiteY21" fmla="*/ 6810929 h 6857999"/>
              <a:gd name="connsiteX22" fmla="*/ 211081 w 9354533"/>
              <a:gd name="connsiteY22" fmla="*/ 6780744 h 6857999"/>
              <a:gd name="connsiteX23" fmla="*/ 246717 w 9354533"/>
              <a:gd name="connsiteY23" fmla="*/ 6745068 h 6857999"/>
              <a:gd name="connsiteX24" fmla="*/ 279611 w 9354533"/>
              <a:gd name="connsiteY24" fmla="*/ 6717627 h 6857999"/>
              <a:gd name="connsiteX25" fmla="*/ 317990 w 9354533"/>
              <a:gd name="connsiteY25" fmla="*/ 6687440 h 6857999"/>
              <a:gd name="connsiteX26" fmla="*/ 353629 w 9354533"/>
              <a:gd name="connsiteY26" fmla="*/ 6662741 h 6857999"/>
              <a:gd name="connsiteX27" fmla="*/ 392005 w 9354533"/>
              <a:gd name="connsiteY27" fmla="*/ 6638044 h 6857999"/>
              <a:gd name="connsiteX28" fmla="*/ 433124 w 9354533"/>
              <a:gd name="connsiteY28" fmla="*/ 6616091 h 6857999"/>
              <a:gd name="connsiteX29" fmla="*/ 471503 w 9354533"/>
              <a:gd name="connsiteY29" fmla="*/ 6596881 h 6857999"/>
              <a:gd name="connsiteX30" fmla="*/ 512622 w 9354533"/>
              <a:gd name="connsiteY30" fmla="*/ 6577672 h 6857999"/>
              <a:gd name="connsiteX31" fmla="*/ 553742 w 9354533"/>
              <a:gd name="connsiteY31" fmla="*/ 6563951 h 6857999"/>
              <a:gd name="connsiteX32" fmla="*/ 594861 w 9354533"/>
              <a:gd name="connsiteY32" fmla="*/ 6550230 h 6857999"/>
              <a:gd name="connsiteX33" fmla="*/ 638721 w 9354533"/>
              <a:gd name="connsiteY33" fmla="*/ 6539252 h 6857999"/>
              <a:gd name="connsiteX34" fmla="*/ 679841 w 9354533"/>
              <a:gd name="connsiteY34" fmla="*/ 6531020 h 6857999"/>
              <a:gd name="connsiteX35" fmla="*/ 723702 w 9354533"/>
              <a:gd name="connsiteY35" fmla="*/ 6522788 h 6857999"/>
              <a:gd name="connsiteX36" fmla="*/ 767562 w 9354533"/>
              <a:gd name="connsiteY36" fmla="*/ 6514555 h 6857999"/>
              <a:gd name="connsiteX37" fmla="*/ 863507 w 9354533"/>
              <a:gd name="connsiteY37" fmla="*/ 3786810 h 6857999"/>
              <a:gd name="connsiteX38" fmla="*/ 907368 w 9354533"/>
              <a:gd name="connsiteY38" fmla="*/ 3786810 h 6857999"/>
              <a:gd name="connsiteX39" fmla="*/ 948487 w 9354533"/>
              <a:gd name="connsiteY39" fmla="*/ 3786810 h 6857999"/>
              <a:gd name="connsiteX40" fmla="*/ 992347 w 9354533"/>
              <a:gd name="connsiteY40" fmla="*/ 3792299 h 6857999"/>
              <a:gd name="connsiteX41" fmla="*/ 1038951 w 9354533"/>
              <a:gd name="connsiteY41" fmla="*/ 3795043 h 6857999"/>
              <a:gd name="connsiteX42" fmla="*/ 1080070 w 9354533"/>
              <a:gd name="connsiteY42" fmla="*/ 3803275 h 6857999"/>
              <a:gd name="connsiteX43" fmla="*/ 1123931 w 9354533"/>
              <a:gd name="connsiteY43" fmla="*/ 3811507 h 6857999"/>
              <a:gd name="connsiteX44" fmla="*/ 1167791 w 9354533"/>
              <a:gd name="connsiteY44" fmla="*/ 3822484 h 6857999"/>
              <a:gd name="connsiteX45" fmla="*/ 1206170 w 9354533"/>
              <a:gd name="connsiteY45" fmla="*/ 3836206 h 6857999"/>
              <a:gd name="connsiteX46" fmla="*/ 1250030 w 9354533"/>
              <a:gd name="connsiteY46" fmla="*/ 3852671 h 6857999"/>
              <a:gd name="connsiteX47" fmla="*/ 1291149 w 9354533"/>
              <a:gd name="connsiteY47" fmla="*/ 3869136 h 6857999"/>
              <a:gd name="connsiteX48" fmla="*/ 1329528 w 9354533"/>
              <a:gd name="connsiteY48" fmla="*/ 3888346 h 6857999"/>
              <a:gd name="connsiteX49" fmla="*/ 1370648 w 9354533"/>
              <a:gd name="connsiteY49" fmla="*/ 3913043 h 6857999"/>
              <a:gd name="connsiteX50" fmla="*/ 1406283 w 9354533"/>
              <a:gd name="connsiteY50" fmla="*/ 3934997 h 6857999"/>
              <a:gd name="connsiteX51" fmla="*/ 1444661 w 9354533"/>
              <a:gd name="connsiteY51" fmla="*/ 3959695 h 6857999"/>
              <a:gd name="connsiteX52" fmla="*/ 1483041 w 9354533"/>
              <a:gd name="connsiteY52" fmla="*/ 3989881 h 6857999"/>
              <a:gd name="connsiteX53" fmla="*/ 1515936 w 9354533"/>
              <a:gd name="connsiteY53" fmla="*/ 4020067 h 6857999"/>
              <a:gd name="connsiteX54" fmla="*/ 1551573 w 9354533"/>
              <a:gd name="connsiteY54" fmla="*/ 4052999 h 6857999"/>
              <a:gd name="connsiteX55" fmla="*/ 4345134 w 9354533"/>
              <a:gd name="connsiteY55" fmla="*/ 6857999 h 6857999"/>
              <a:gd name="connsiteX56" fmla="*/ 1774225 w 9354533"/>
              <a:gd name="connsiteY56" fmla="*/ 6857999 h 6857999"/>
              <a:gd name="connsiteX57" fmla="*/ 263165 w 9354533"/>
              <a:gd name="connsiteY57" fmla="*/ 5342778 h 6857999"/>
              <a:gd name="connsiteX58" fmla="*/ 230270 w 9354533"/>
              <a:gd name="connsiteY58" fmla="*/ 5307103 h 6857999"/>
              <a:gd name="connsiteX59" fmla="*/ 202857 w 9354533"/>
              <a:gd name="connsiteY59" fmla="*/ 5274172 h 6857999"/>
              <a:gd name="connsiteX60" fmla="*/ 175444 w 9354533"/>
              <a:gd name="connsiteY60" fmla="*/ 5238497 h 6857999"/>
              <a:gd name="connsiteX61" fmla="*/ 148030 w 9354533"/>
              <a:gd name="connsiteY61" fmla="*/ 5200079 h 6857999"/>
              <a:gd name="connsiteX62" fmla="*/ 123358 w 9354533"/>
              <a:gd name="connsiteY62" fmla="*/ 5161661 h 6857999"/>
              <a:gd name="connsiteX63" fmla="*/ 104171 w 9354533"/>
              <a:gd name="connsiteY63" fmla="*/ 5123241 h 6857999"/>
              <a:gd name="connsiteX64" fmla="*/ 82239 w 9354533"/>
              <a:gd name="connsiteY64" fmla="*/ 5082077 h 6857999"/>
              <a:gd name="connsiteX65" fmla="*/ 65792 w 9354533"/>
              <a:gd name="connsiteY65" fmla="*/ 5040914 h 6857999"/>
              <a:gd name="connsiteX66" fmla="*/ 49345 w 9354533"/>
              <a:gd name="connsiteY66" fmla="*/ 4999752 h 6857999"/>
              <a:gd name="connsiteX67" fmla="*/ 35638 w 9354533"/>
              <a:gd name="connsiteY67" fmla="*/ 4955844 h 6857999"/>
              <a:gd name="connsiteX68" fmla="*/ 24672 w 9354533"/>
              <a:gd name="connsiteY68" fmla="*/ 4914681 h 6857999"/>
              <a:gd name="connsiteX69" fmla="*/ 13707 w 9354533"/>
              <a:gd name="connsiteY69" fmla="*/ 4870773 h 6857999"/>
              <a:gd name="connsiteX70" fmla="*/ 8225 w 9354533"/>
              <a:gd name="connsiteY70" fmla="*/ 4826865 h 6857999"/>
              <a:gd name="connsiteX71" fmla="*/ 2744 w 9354533"/>
              <a:gd name="connsiteY71" fmla="*/ 4785702 h 6857999"/>
              <a:gd name="connsiteX72" fmla="*/ 0 w 9354533"/>
              <a:gd name="connsiteY72" fmla="*/ 4741796 h 6857999"/>
              <a:gd name="connsiteX73" fmla="*/ 0 w 9354533"/>
              <a:gd name="connsiteY73" fmla="*/ 4697888 h 6857999"/>
              <a:gd name="connsiteX74" fmla="*/ 0 w 9354533"/>
              <a:gd name="connsiteY74" fmla="*/ 4653981 h 6857999"/>
              <a:gd name="connsiteX75" fmla="*/ 2744 w 9354533"/>
              <a:gd name="connsiteY75" fmla="*/ 4610073 h 6857999"/>
              <a:gd name="connsiteX76" fmla="*/ 8225 w 9354533"/>
              <a:gd name="connsiteY76" fmla="*/ 4566165 h 6857999"/>
              <a:gd name="connsiteX77" fmla="*/ 13707 w 9354533"/>
              <a:gd name="connsiteY77" fmla="*/ 4522259 h 6857999"/>
              <a:gd name="connsiteX78" fmla="*/ 24672 w 9354533"/>
              <a:gd name="connsiteY78" fmla="*/ 4481095 h 6857999"/>
              <a:gd name="connsiteX79" fmla="*/ 35638 w 9354533"/>
              <a:gd name="connsiteY79" fmla="*/ 4437188 h 6857999"/>
              <a:gd name="connsiteX80" fmla="*/ 49345 w 9354533"/>
              <a:gd name="connsiteY80" fmla="*/ 4393280 h 6857999"/>
              <a:gd name="connsiteX81" fmla="*/ 65792 w 9354533"/>
              <a:gd name="connsiteY81" fmla="*/ 4354861 h 6857999"/>
              <a:gd name="connsiteX82" fmla="*/ 82239 w 9354533"/>
              <a:gd name="connsiteY82" fmla="*/ 4313698 h 6857999"/>
              <a:gd name="connsiteX83" fmla="*/ 104171 w 9354533"/>
              <a:gd name="connsiteY83" fmla="*/ 4272536 h 6857999"/>
              <a:gd name="connsiteX84" fmla="*/ 123358 w 9354533"/>
              <a:gd name="connsiteY84" fmla="*/ 4234116 h 6857999"/>
              <a:gd name="connsiteX85" fmla="*/ 148030 w 9354533"/>
              <a:gd name="connsiteY85" fmla="*/ 4195697 h 6857999"/>
              <a:gd name="connsiteX86" fmla="*/ 175444 w 9354533"/>
              <a:gd name="connsiteY86" fmla="*/ 4160023 h 6857999"/>
              <a:gd name="connsiteX87" fmla="*/ 202857 w 9354533"/>
              <a:gd name="connsiteY87" fmla="*/ 4121603 h 6857999"/>
              <a:gd name="connsiteX88" fmla="*/ 230270 w 9354533"/>
              <a:gd name="connsiteY88" fmla="*/ 4085929 h 6857999"/>
              <a:gd name="connsiteX89" fmla="*/ 263165 w 9354533"/>
              <a:gd name="connsiteY89" fmla="*/ 4052999 h 6857999"/>
              <a:gd name="connsiteX90" fmla="*/ 296062 w 9354533"/>
              <a:gd name="connsiteY90" fmla="*/ 4020067 h 6857999"/>
              <a:gd name="connsiteX91" fmla="*/ 331697 w 9354533"/>
              <a:gd name="connsiteY91" fmla="*/ 3989881 h 6857999"/>
              <a:gd name="connsiteX92" fmla="*/ 370076 w 9354533"/>
              <a:gd name="connsiteY92" fmla="*/ 3959695 h 6857999"/>
              <a:gd name="connsiteX93" fmla="*/ 405711 w 9354533"/>
              <a:gd name="connsiteY93" fmla="*/ 3934997 h 6857999"/>
              <a:gd name="connsiteX94" fmla="*/ 444090 w 9354533"/>
              <a:gd name="connsiteY94" fmla="*/ 3913043 h 6857999"/>
              <a:gd name="connsiteX95" fmla="*/ 482469 w 9354533"/>
              <a:gd name="connsiteY95" fmla="*/ 3888346 h 6857999"/>
              <a:gd name="connsiteX96" fmla="*/ 523588 w 9354533"/>
              <a:gd name="connsiteY96" fmla="*/ 3869136 h 6857999"/>
              <a:gd name="connsiteX97" fmla="*/ 564708 w 9354533"/>
              <a:gd name="connsiteY97" fmla="*/ 3852671 h 6857999"/>
              <a:gd name="connsiteX98" fmla="*/ 605827 w 9354533"/>
              <a:gd name="connsiteY98" fmla="*/ 3836206 h 6857999"/>
              <a:gd name="connsiteX99" fmla="*/ 646947 w 9354533"/>
              <a:gd name="connsiteY99" fmla="*/ 3822484 h 6857999"/>
              <a:gd name="connsiteX100" fmla="*/ 688066 w 9354533"/>
              <a:gd name="connsiteY100" fmla="*/ 3811507 h 6857999"/>
              <a:gd name="connsiteX101" fmla="*/ 731926 w 9354533"/>
              <a:gd name="connsiteY101" fmla="*/ 3803275 h 6857999"/>
              <a:gd name="connsiteX102" fmla="*/ 775786 w 9354533"/>
              <a:gd name="connsiteY102" fmla="*/ 3795043 h 6857999"/>
              <a:gd name="connsiteX103" fmla="*/ 816907 w 9354533"/>
              <a:gd name="connsiteY103" fmla="*/ 3792299 h 6857999"/>
              <a:gd name="connsiteX104" fmla="*/ 975900 w 9354533"/>
              <a:gd name="connsiteY104" fmla="*/ 1075531 h 6857999"/>
              <a:gd name="connsiteX105" fmla="*/ 1019761 w 9354533"/>
              <a:gd name="connsiteY105" fmla="*/ 1078274 h 6857999"/>
              <a:gd name="connsiteX106" fmla="*/ 1063623 w 9354533"/>
              <a:gd name="connsiteY106" fmla="*/ 1081018 h 6857999"/>
              <a:gd name="connsiteX107" fmla="*/ 1107484 w 9354533"/>
              <a:gd name="connsiteY107" fmla="*/ 1083763 h 6857999"/>
              <a:gd name="connsiteX108" fmla="*/ 1151344 w 9354533"/>
              <a:gd name="connsiteY108" fmla="*/ 1091995 h 6857999"/>
              <a:gd name="connsiteX109" fmla="*/ 1192463 w 9354533"/>
              <a:gd name="connsiteY109" fmla="*/ 1102972 h 6857999"/>
              <a:gd name="connsiteX110" fmla="*/ 1236324 w 9354533"/>
              <a:gd name="connsiteY110" fmla="*/ 1113948 h 6857999"/>
              <a:gd name="connsiteX111" fmla="*/ 1274702 w 9354533"/>
              <a:gd name="connsiteY111" fmla="*/ 1127671 h 6857999"/>
              <a:gd name="connsiteX112" fmla="*/ 1318562 w 9354533"/>
              <a:gd name="connsiteY112" fmla="*/ 1141391 h 6857999"/>
              <a:gd name="connsiteX113" fmla="*/ 1359682 w 9354533"/>
              <a:gd name="connsiteY113" fmla="*/ 1160601 h 6857999"/>
              <a:gd name="connsiteX114" fmla="*/ 1398058 w 9354533"/>
              <a:gd name="connsiteY114" fmla="*/ 1179811 h 6857999"/>
              <a:gd name="connsiteX115" fmla="*/ 1439178 w 9354533"/>
              <a:gd name="connsiteY115" fmla="*/ 1201764 h 6857999"/>
              <a:gd name="connsiteX116" fmla="*/ 1477556 w 9354533"/>
              <a:gd name="connsiteY116" fmla="*/ 1226461 h 6857999"/>
              <a:gd name="connsiteX117" fmla="*/ 1513194 w 9354533"/>
              <a:gd name="connsiteY117" fmla="*/ 1251160 h 6857999"/>
              <a:gd name="connsiteX118" fmla="*/ 1551573 w 9354533"/>
              <a:gd name="connsiteY118" fmla="*/ 1278601 h 6857999"/>
              <a:gd name="connsiteX119" fmla="*/ 1584468 w 9354533"/>
              <a:gd name="connsiteY119" fmla="*/ 1311532 h 6857999"/>
              <a:gd name="connsiteX120" fmla="*/ 1620103 w 9354533"/>
              <a:gd name="connsiteY120" fmla="*/ 1341718 h 6857999"/>
              <a:gd name="connsiteX121" fmla="*/ 7115932 w 9354533"/>
              <a:gd name="connsiteY121" fmla="*/ 6857999 h 6857999"/>
              <a:gd name="connsiteX122" fmla="*/ 4543996 w 9354533"/>
              <a:gd name="connsiteY122" fmla="*/ 6857999 h 6857999"/>
              <a:gd name="connsiteX123" fmla="*/ 331697 w 9354533"/>
              <a:gd name="connsiteY123" fmla="*/ 2631498 h 6857999"/>
              <a:gd name="connsiteX124" fmla="*/ 301543 w 9354533"/>
              <a:gd name="connsiteY124" fmla="*/ 2601310 h 6857999"/>
              <a:gd name="connsiteX125" fmla="*/ 271390 w 9354533"/>
              <a:gd name="connsiteY125" fmla="*/ 2562893 h 6857999"/>
              <a:gd name="connsiteX126" fmla="*/ 243976 w 9354533"/>
              <a:gd name="connsiteY126" fmla="*/ 2527217 h 6857999"/>
              <a:gd name="connsiteX127" fmla="*/ 216563 w 9354533"/>
              <a:gd name="connsiteY127" fmla="*/ 2491543 h 6857999"/>
              <a:gd name="connsiteX128" fmla="*/ 191891 w 9354533"/>
              <a:gd name="connsiteY128" fmla="*/ 2450380 h 6857999"/>
              <a:gd name="connsiteX129" fmla="*/ 172702 w 9354533"/>
              <a:gd name="connsiteY129" fmla="*/ 2414705 h 6857999"/>
              <a:gd name="connsiteX130" fmla="*/ 150772 w 9354533"/>
              <a:gd name="connsiteY130" fmla="*/ 2373541 h 6857999"/>
              <a:gd name="connsiteX131" fmla="*/ 134324 w 9354533"/>
              <a:gd name="connsiteY131" fmla="*/ 2329634 h 6857999"/>
              <a:gd name="connsiteX132" fmla="*/ 117877 w 9354533"/>
              <a:gd name="connsiteY132" fmla="*/ 2291216 h 6857999"/>
              <a:gd name="connsiteX133" fmla="*/ 106912 w 9354533"/>
              <a:gd name="connsiteY133" fmla="*/ 2247308 h 6857999"/>
              <a:gd name="connsiteX134" fmla="*/ 93205 w 9354533"/>
              <a:gd name="connsiteY134" fmla="*/ 2203400 h 6857999"/>
              <a:gd name="connsiteX135" fmla="*/ 82239 w 9354533"/>
              <a:gd name="connsiteY135" fmla="*/ 2162238 h 6857999"/>
              <a:gd name="connsiteX136" fmla="*/ 76757 w 9354533"/>
              <a:gd name="connsiteY136" fmla="*/ 2118330 h 6857999"/>
              <a:gd name="connsiteX137" fmla="*/ 71275 w 9354533"/>
              <a:gd name="connsiteY137" fmla="*/ 2074424 h 6857999"/>
              <a:gd name="connsiteX138" fmla="*/ 68533 w 9354533"/>
              <a:gd name="connsiteY138" fmla="*/ 2030516 h 6857999"/>
              <a:gd name="connsiteX139" fmla="*/ 68533 w 9354533"/>
              <a:gd name="connsiteY139" fmla="*/ 1989352 h 6857999"/>
              <a:gd name="connsiteX140" fmla="*/ 68533 w 9354533"/>
              <a:gd name="connsiteY140" fmla="*/ 1942701 h 6857999"/>
              <a:gd name="connsiteX141" fmla="*/ 71275 w 9354533"/>
              <a:gd name="connsiteY141" fmla="*/ 1898793 h 6857999"/>
              <a:gd name="connsiteX142" fmla="*/ 76757 w 9354533"/>
              <a:gd name="connsiteY142" fmla="*/ 1857629 h 6857999"/>
              <a:gd name="connsiteX143" fmla="*/ 82239 w 9354533"/>
              <a:gd name="connsiteY143" fmla="*/ 1813723 h 6857999"/>
              <a:gd name="connsiteX144" fmla="*/ 93205 w 9354533"/>
              <a:gd name="connsiteY144" fmla="*/ 1769815 h 6857999"/>
              <a:gd name="connsiteX145" fmla="*/ 106912 w 9354533"/>
              <a:gd name="connsiteY145" fmla="*/ 1728652 h 6857999"/>
              <a:gd name="connsiteX146" fmla="*/ 117877 w 9354533"/>
              <a:gd name="connsiteY146" fmla="*/ 1684745 h 6857999"/>
              <a:gd name="connsiteX147" fmla="*/ 134324 w 9354533"/>
              <a:gd name="connsiteY147" fmla="*/ 1643581 h 6857999"/>
              <a:gd name="connsiteX148" fmla="*/ 150772 w 9354533"/>
              <a:gd name="connsiteY148" fmla="*/ 1605162 h 6857999"/>
              <a:gd name="connsiteX149" fmla="*/ 172702 w 9354533"/>
              <a:gd name="connsiteY149" fmla="*/ 1564000 h 6857999"/>
              <a:gd name="connsiteX150" fmla="*/ 191891 w 9354533"/>
              <a:gd name="connsiteY150" fmla="*/ 1522837 h 6857999"/>
              <a:gd name="connsiteX151" fmla="*/ 216563 w 9354533"/>
              <a:gd name="connsiteY151" fmla="*/ 1487162 h 6857999"/>
              <a:gd name="connsiteX152" fmla="*/ 243976 w 9354533"/>
              <a:gd name="connsiteY152" fmla="*/ 1448743 h 6857999"/>
              <a:gd name="connsiteX153" fmla="*/ 271390 w 9354533"/>
              <a:gd name="connsiteY153" fmla="*/ 1413068 h 6857999"/>
              <a:gd name="connsiteX154" fmla="*/ 301543 w 9354533"/>
              <a:gd name="connsiteY154" fmla="*/ 1377393 h 6857999"/>
              <a:gd name="connsiteX155" fmla="*/ 331697 w 9354533"/>
              <a:gd name="connsiteY155" fmla="*/ 1341718 h 6857999"/>
              <a:gd name="connsiteX156" fmla="*/ 367335 w 9354533"/>
              <a:gd name="connsiteY156" fmla="*/ 1311532 h 6857999"/>
              <a:gd name="connsiteX157" fmla="*/ 400229 w 9354533"/>
              <a:gd name="connsiteY157" fmla="*/ 1278601 h 6857999"/>
              <a:gd name="connsiteX158" fmla="*/ 438607 w 9354533"/>
              <a:gd name="connsiteY158" fmla="*/ 1251160 h 6857999"/>
              <a:gd name="connsiteX159" fmla="*/ 474243 w 9354533"/>
              <a:gd name="connsiteY159" fmla="*/ 1226461 h 6857999"/>
              <a:gd name="connsiteX160" fmla="*/ 512622 w 9354533"/>
              <a:gd name="connsiteY160" fmla="*/ 1201764 h 6857999"/>
              <a:gd name="connsiteX161" fmla="*/ 551001 w 9354533"/>
              <a:gd name="connsiteY161" fmla="*/ 1179811 h 6857999"/>
              <a:gd name="connsiteX162" fmla="*/ 592121 w 9354533"/>
              <a:gd name="connsiteY162" fmla="*/ 1160601 h 6857999"/>
              <a:gd name="connsiteX163" fmla="*/ 633240 w 9354533"/>
              <a:gd name="connsiteY163" fmla="*/ 1141391 h 6857999"/>
              <a:gd name="connsiteX164" fmla="*/ 674359 w 9354533"/>
              <a:gd name="connsiteY164" fmla="*/ 1127671 h 6857999"/>
              <a:gd name="connsiteX165" fmla="*/ 715479 w 9354533"/>
              <a:gd name="connsiteY165" fmla="*/ 1113948 h 6857999"/>
              <a:gd name="connsiteX166" fmla="*/ 759339 w 9354533"/>
              <a:gd name="connsiteY166" fmla="*/ 1102972 h 6857999"/>
              <a:gd name="connsiteX167" fmla="*/ 800459 w 9354533"/>
              <a:gd name="connsiteY167" fmla="*/ 1091995 h 6857999"/>
              <a:gd name="connsiteX168" fmla="*/ 844319 w 9354533"/>
              <a:gd name="connsiteY168" fmla="*/ 1083763 h 6857999"/>
              <a:gd name="connsiteX169" fmla="*/ 890920 w 9354533"/>
              <a:gd name="connsiteY169" fmla="*/ 1081018 h 6857999"/>
              <a:gd name="connsiteX170" fmla="*/ 932040 w 9354533"/>
              <a:gd name="connsiteY170" fmla="*/ 1078274 h 6857999"/>
              <a:gd name="connsiteX171" fmla="*/ 8785588 w 9354533"/>
              <a:gd name="connsiteY171" fmla="*/ 0 h 6857999"/>
              <a:gd name="connsiteX172" fmla="*/ 9354533 w 9354533"/>
              <a:gd name="connsiteY172" fmla="*/ 0 h 6857999"/>
              <a:gd name="connsiteX173" fmla="*/ 9354533 w 9354533"/>
              <a:gd name="connsiteY173" fmla="*/ 570519 h 6857999"/>
              <a:gd name="connsiteX174" fmla="*/ 6019529 w 9354533"/>
              <a:gd name="connsiteY174" fmla="*/ 0 h 6857999"/>
              <a:gd name="connsiteX175" fmla="*/ 8588708 w 9354533"/>
              <a:gd name="connsiteY175" fmla="*/ 0 h 6857999"/>
              <a:gd name="connsiteX176" fmla="*/ 9354533 w 9354533"/>
              <a:gd name="connsiteY176" fmla="*/ 768021 h 6857999"/>
              <a:gd name="connsiteX177" fmla="*/ 9354533 w 9354533"/>
              <a:gd name="connsiteY177" fmla="*/ 3347008 h 6857999"/>
              <a:gd name="connsiteX178" fmla="*/ 3248285 w 9354533"/>
              <a:gd name="connsiteY178" fmla="*/ 0 h 6857999"/>
              <a:gd name="connsiteX179" fmla="*/ 5819972 w 9354533"/>
              <a:gd name="connsiteY179" fmla="*/ 0 h 6857999"/>
              <a:gd name="connsiteX180" fmla="*/ 9354533 w 9354533"/>
              <a:gd name="connsiteY180" fmla="*/ 3545079 h 6857999"/>
              <a:gd name="connsiteX181" fmla="*/ 9354533 w 9354533"/>
              <a:gd name="connsiteY181" fmla="*/ 6127044 h 6857999"/>
              <a:gd name="connsiteX182" fmla="*/ 476872 w 9354533"/>
              <a:gd name="connsiteY182" fmla="*/ 0 h 6857999"/>
              <a:gd name="connsiteX183" fmla="*/ 3050781 w 9354533"/>
              <a:gd name="connsiteY183" fmla="*/ 0 h 6857999"/>
              <a:gd name="connsiteX184" fmla="*/ 9354533 w 9354533"/>
              <a:gd name="connsiteY184" fmla="*/ 6324693 h 6857999"/>
              <a:gd name="connsiteX185" fmla="*/ 9354533 w 9354533"/>
              <a:gd name="connsiteY185" fmla="*/ 6857999 h 6857999"/>
              <a:gd name="connsiteX186" fmla="*/ 7312522 w 9354533"/>
              <a:gd name="connsiteY18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9354533" h="6857999">
                <a:moveTo>
                  <a:pt x="811424" y="6511811"/>
                </a:moveTo>
                <a:lnTo>
                  <a:pt x="855285" y="6511811"/>
                </a:lnTo>
                <a:lnTo>
                  <a:pt x="899145" y="6511811"/>
                </a:lnTo>
                <a:lnTo>
                  <a:pt x="940265" y="6514555"/>
                </a:lnTo>
                <a:lnTo>
                  <a:pt x="986866" y="6522788"/>
                </a:lnTo>
                <a:lnTo>
                  <a:pt x="1030726" y="6531020"/>
                </a:lnTo>
                <a:lnTo>
                  <a:pt x="1071846" y="6539252"/>
                </a:lnTo>
                <a:lnTo>
                  <a:pt x="1112965" y="6550230"/>
                </a:lnTo>
                <a:lnTo>
                  <a:pt x="1156826" y="6563951"/>
                </a:lnTo>
                <a:lnTo>
                  <a:pt x="1197945" y="6577672"/>
                </a:lnTo>
                <a:lnTo>
                  <a:pt x="1239064" y="6596881"/>
                </a:lnTo>
                <a:lnTo>
                  <a:pt x="1277443" y="6616091"/>
                </a:lnTo>
                <a:lnTo>
                  <a:pt x="1318562" y="6638044"/>
                </a:lnTo>
                <a:lnTo>
                  <a:pt x="1356942" y="6662741"/>
                </a:lnTo>
                <a:lnTo>
                  <a:pt x="1392576" y="6687440"/>
                </a:lnTo>
                <a:lnTo>
                  <a:pt x="1430955" y="6717627"/>
                </a:lnTo>
                <a:lnTo>
                  <a:pt x="1463850" y="6745068"/>
                </a:lnTo>
                <a:lnTo>
                  <a:pt x="1499488" y="6780744"/>
                </a:lnTo>
                <a:lnTo>
                  <a:pt x="1576429" y="6857999"/>
                </a:lnTo>
                <a:lnTo>
                  <a:pt x="141549" y="6857999"/>
                </a:lnTo>
                <a:lnTo>
                  <a:pt x="148030" y="6849348"/>
                </a:lnTo>
                <a:lnTo>
                  <a:pt x="180926" y="6810929"/>
                </a:lnTo>
                <a:lnTo>
                  <a:pt x="211081" y="6780744"/>
                </a:lnTo>
                <a:lnTo>
                  <a:pt x="246717" y="6745068"/>
                </a:lnTo>
                <a:lnTo>
                  <a:pt x="279611" y="6717627"/>
                </a:lnTo>
                <a:lnTo>
                  <a:pt x="317990" y="6687440"/>
                </a:lnTo>
                <a:lnTo>
                  <a:pt x="353629" y="6662741"/>
                </a:lnTo>
                <a:lnTo>
                  <a:pt x="392005" y="6638044"/>
                </a:lnTo>
                <a:lnTo>
                  <a:pt x="433124" y="6616091"/>
                </a:lnTo>
                <a:lnTo>
                  <a:pt x="471503" y="6596881"/>
                </a:lnTo>
                <a:lnTo>
                  <a:pt x="512622" y="6577672"/>
                </a:lnTo>
                <a:lnTo>
                  <a:pt x="553742" y="6563951"/>
                </a:lnTo>
                <a:lnTo>
                  <a:pt x="594861" y="6550230"/>
                </a:lnTo>
                <a:lnTo>
                  <a:pt x="638721" y="6539252"/>
                </a:lnTo>
                <a:lnTo>
                  <a:pt x="679841" y="6531020"/>
                </a:lnTo>
                <a:lnTo>
                  <a:pt x="723702" y="6522788"/>
                </a:lnTo>
                <a:lnTo>
                  <a:pt x="767562" y="6514555"/>
                </a:lnTo>
                <a:close/>
                <a:moveTo>
                  <a:pt x="863507" y="3786810"/>
                </a:moveTo>
                <a:lnTo>
                  <a:pt x="907368" y="3786810"/>
                </a:lnTo>
                <a:lnTo>
                  <a:pt x="948487" y="3786810"/>
                </a:lnTo>
                <a:lnTo>
                  <a:pt x="992347" y="3792299"/>
                </a:lnTo>
                <a:lnTo>
                  <a:pt x="1038951" y="3795043"/>
                </a:lnTo>
                <a:lnTo>
                  <a:pt x="1080070" y="3803275"/>
                </a:lnTo>
                <a:lnTo>
                  <a:pt x="1123931" y="3811507"/>
                </a:lnTo>
                <a:lnTo>
                  <a:pt x="1167791" y="3822484"/>
                </a:lnTo>
                <a:lnTo>
                  <a:pt x="1206170" y="3836206"/>
                </a:lnTo>
                <a:lnTo>
                  <a:pt x="1250030" y="3852671"/>
                </a:lnTo>
                <a:lnTo>
                  <a:pt x="1291149" y="3869136"/>
                </a:lnTo>
                <a:lnTo>
                  <a:pt x="1329528" y="3888346"/>
                </a:lnTo>
                <a:lnTo>
                  <a:pt x="1370648" y="3913043"/>
                </a:lnTo>
                <a:lnTo>
                  <a:pt x="1406283" y="3934997"/>
                </a:lnTo>
                <a:lnTo>
                  <a:pt x="1444661" y="3959695"/>
                </a:lnTo>
                <a:lnTo>
                  <a:pt x="1483041" y="3989881"/>
                </a:lnTo>
                <a:lnTo>
                  <a:pt x="1515936" y="4020067"/>
                </a:lnTo>
                <a:lnTo>
                  <a:pt x="1551573" y="4052999"/>
                </a:lnTo>
                <a:lnTo>
                  <a:pt x="4345134" y="6857999"/>
                </a:lnTo>
                <a:lnTo>
                  <a:pt x="1774225" y="6857999"/>
                </a:lnTo>
                <a:lnTo>
                  <a:pt x="263165" y="5342778"/>
                </a:lnTo>
                <a:lnTo>
                  <a:pt x="230270" y="5307103"/>
                </a:lnTo>
                <a:lnTo>
                  <a:pt x="202857" y="5274172"/>
                </a:lnTo>
                <a:lnTo>
                  <a:pt x="175444" y="5238497"/>
                </a:lnTo>
                <a:lnTo>
                  <a:pt x="148030" y="5200079"/>
                </a:lnTo>
                <a:lnTo>
                  <a:pt x="123358" y="5161661"/>
                </a:lnTo>
                <a:lnTo>
                  <a:pt x="104171" y="5123241"/>
                </a:lnTo>
                <a:lnTo>
                  <a:pt x="82239" y="5082077"/>
                </a:lnTo>
                <a:lnTo>
                  <a:pt x="65792" y="5040914"/>
                </a:lnTo>
                <a:lnTo>
                  <a:pt x="49345" y="4999752"/>
                </a:lnTo>
                <a:lnTo>
                  <a:pt x="35638" y="4955844"/>
                </a:lnTo>
                <a:lnTo>
                  <a:pt x="24672" y="4914681"/>
                </a:lnTo>
                <a:lnTo>
                  <a:pt x="13707" y="4870773"/>
                </a:lnTo>
                <a:lnTo>
                  <a:pt x="8225" y="4826865"/>
                </a:lnTo>
                <a:lnTo>
                  <a:pt x="2744" y="4785702"/>
                </a:lnTo>
                <a:lnTo>
                  <a:pt x="0" y="4741796"/>
                </a:lnTo>
                <a:lnTo>
                  <a:pt x="0" y="4697888"/>
                </a:lnTo>
                <a:lnTo>
                  <a:pt x="0" y="4653981"/>
                </a:lnTo>
                <a:lnTo>
                  <a:pt x="2744" y="4610073"/>
                </a:lnTo>
                <a:lnTo>
                  <a:pt x="8225" y="4566165"/>
                </a:lnTo>
                <a:lnTo>
                  <a:pt x="13707" y="4522259"/>
                </a:lnTo>
                <a:lnTo>
                  <a:pt x="24672" y="4481095"/>
                </a:lnTo>
                <a:lnTo>
                  <a:pt x="35638" y="4437188"/>
                </a:lnTo>
                <a:lnTo>
                  <a:pt x="49345" y="4393280"/>
                </a:lnTo>
                <a:lnTo>
                  <a:pt x="65792" y="4354861"/>
                </a:lnTo>
                <a:lnTo>
                  <a:pt x="82239" y="4313698"/>
                </a:lnTo>
                <a:lnTo>
                  <a:pt x="104171" y="4272536"/>
                </a:lnTo>
                <a:lnTo>
                  <a:pt x="123358" y="4234116"/>
                </a:lnTo>
                <a:lnTo>
                  <a:pt x="148030" y="4195697"/>
                </a:lnTo>
                <a:lnTo>
                  <a:pt x="175444" y="4160023"/>
                </a:lnTo>
                <a:lnTo>
                  <a:pt x="202857" y="4121603"/>
                </a:lnTo>
                <a:lnTo>
                  <a:pt x="230270" y="4085929"/>
                </a:lnTo>
                <a:lnTo>
                  <a:pt x="263165" y="4052999"/>
                </a:lnTo>
                <a:lnTo>
                  <a:pt x="296062" y="4020067"/>
                </a:lnTo>
                <a:lnTo>
                  <a:pt x="331697" y="3989881"/>
                </a:lnTo>
                <a:lnTo>
                  <a:pt x="370076" y="3959695"/>
                </a:lnTo>
                <a:lnTo>
                  <a:pt x="405711" y="3934997"/>
                </a:lnTo>
                <a:lnTo>
                  <a:pt x="444090" y="3913043"/>
                </a:lnTo>
                <a:lnTo>
                  <a:pt x="482469" y="3888346"/>
                </a:lnTo>
                <a:lnTo>
                  <a:pt x="523588" y="3869136"/>
                </a:lnTo>
                <a:lnTo>
                  <a:pt x="564708" y="3852671"/>
                </a:lnTo>
                <a:lnTo>
                  <a:pt x="605827" y="3836206"/>
                </a:lnTo>
                <a:lnTo>
                  <a:pt x="646947" y="3822484"/>
                </a:lnTo>
                <a:lnTo>
                  <a:pt x="688066" y="3811507"/>
                </a:lnTo>
                <a:lnTo>
                  <a:pt x="731926" y="3803275"/>
                </a:lnTo>
                <a:lnTo>
                  <a:pt x="775786" y="3795043"/>
                </a:lnTo>
                <a:lnTo>
                  <a:pt x="816907" y="3792299"/>
                </a:lnTo>
                <a:close/>
                <a:moveTo>
                  <a:pt x="975900" y="1075531"/>
                </a:moveTo>
                <a:lnTo>
                  <a:pt x="1019761" y="1078274"/>
                </a:lnTo>
                <a:lnTo>
                  <a:pt x="1063623" y="1081018"/>
                </a:lnTo>
                <a:lnTo>
                  <a:pt x="1107484" y="1083763"/>
                </a:lnTo>
                <a:lnTo>
                  <a:pt x="1151344" y="1091995"/>
                </a:lnTo>
                <a:lnTo>
                  <a:pt x="1192463" y="1102972"/>
                </a:lnTo>
                <a:lnTo>
                  <a:pt x="1236324" y="1113948"/>
                </a:lnTo>
                <a:lnTo>
                  <a:pt x="1274702" y="1127671"/>
                </a:lnTo>
                <a:lnTo>
                  <a:pt x="1318562" y="1141391"/>
                </a:lnTo>
                <a:lnTo>
                  <a:pt x="1359682" y="1160601"/>
                </a:lnTo>
                <a:lnTo>
                  <a:pt x="1398058" y="1179811"/>
                </a:lnTo>
                <a:lnTo>
                  <a:pt x="1439178" y="1201764"/>
                </a:lnTo>
                <a:lnTo>
                  <a:pt x="1477556" y="1226461"/>
                </a:lnTo>
                <a:lnTo>
                  <a:pt x="1513194" y="1251160"/>
                </a:lnTo>
                <a:lnTo>
                  <a:pt x="1551573" y="1278601"/>
                </a:lnTo>
                <a:lnTo>
                  <a:pt x="1584468" y="1311532"/>
                </a:lnTo>
                <a:lnTo>
                  <a:pt x="1620103" y="1341718"/>
                </a:lnTo>
                <a:lnTo>
                  <a:pt x="7115932" y="6857999"/>
                </a:lnTo>
                <a:lnTo>
                  <a:pt x="4543996" y="6857999"/>
                </a:lnTo>
                <a:lnTo>
                  <a:pt x="331697" y="2631498"/>
                </a:lnTo>
                <a:lnTo>
                  <a:pt x="301543" y="2601310"/>
                </a:lnTo>
                <a:lnTo>
                  <a:pt x="271390" y="2562893"/>
                </a:lnTo>
                <a:lnTo>
                  <a:pt x="243976" y="2527217"/>
                </a:lnTo>
                <a:lnTo>
                  <a:pt x="216563" y="2491543"/>
                </a:lnTo>
                <a:lnTo>
                  <a:pt x="191891" y="2450380"/>
                </a:lnTo>
                <a:lnTo>
                  <a:pt x="172702" y="2414705"/>
                </a:lnTo>
                <a:lnTo>
                  <a:pt x="150772" y="2373541"/>
                </a:lnTo>
                <a:lnTo>
                  <a:pt x="134324" y="2329634"/>
                </a:lnTo>
                <a:lnTo>
                  <a:pt x="117877" y="2291216"/>
                </a:lnTo>
                <a:lnTo>
                  <a:pt x="106912" y="2247308"/>
                </a:lnTo>
                <a:lnTo>
                  <a:pt x="93205" y="2203400"/>
                </a:lnTo>
                <a:lnTo>
                  <a:pt x="82239" y="2162238"/>
                </a:lnTo>
                <a:lnTo>
                  <a:pt x="76757" y="2118330"/>
                </a:lnTo>
                <a:lnTo>
                  <a:pt x="71275" y="2074424"/>
                </a:lnTo>
                <a:lnTo>
                  <a:pt x="68533" y="2030516"/>
                </a:lnTo>
                <a:lnTo>
                  <a:pt x="68533" y="1989352"/>
                </a:lnTo>
                <a:lnTo>
                  <a:pt x="68533" y="1942701"/>
                </a:lnTo>
                <a:lnTo>
                  <a:pt x="71275" y="1898793"/>
                </a:lnTo>
                <a:lnTo>
                  <a:pt x="76757" y="1857629"/>
                </a:lnTo>
                <a:lnTo>
                  <a:pt x="82239" y="1813723"/>
                </a:lnTo>
                <a:lnTo>
                  <a:pt x="93205" y="1769815"/>
                </a:lnTo>
                <a:lnTo>
                  <a:pt x="106912" y="1728652"/>
                </a:lnTo>
                <a:lnTo>
                  <a:pt x="117877" y="1684745"/>
                </a:lnTo>
                <a:lnTo>
                  <a:pt x="134324" y="1643581"/>
                </a:lnTo>
                <a:lnTo>
                  <a:pt x="150772" y="1605162"/>
                </a:lnTo>
                <a:lnTo>
                  <a:pt x="172702" y="1564000"/>
                </a:lnTo>
                <a:lnTo>
                  <a:pt x="191891" y="1522837"/>
                </a:lnTo>
                <a:lnTo>
                  <a:pt x="216563" y="1487162"/>
                </a:lnTo>
                <a:lnTo>
                  <a:pt x="243976" y="1448743"/>
                </a:lnTo>
                <a:lnTo>
                  <a:pt x="271390" y="1413068"/>
                </a:lnTo>
                <a:lnTo>
                  <a:pt x="301543" y="1377393"/>
                </a:lnTo>
                <a:lnTo>
                  <a:pt x="331697" y="1341718"/>
                </a:lnTo>
                <a:lnTo>
                  <a:pt x="367335" y="1311532"/>
                </a:lnTo>
                <a:lnTo>
                  <a:pt x="400229" y="1278601"/>
                </a:lnTo>
                <a:lnTo>
                  <a:pt x="438607" y="1251160"/>
                </a:lnTo>
                <a:lnTo>
                  <a:pt x="474243" y="1226461"/>
                </a:lnTo>
                <a:lnTo>
                  <a:pt x="512622" y="1201764"/>
                </a:lnTo>
                <a:lnTo>
                  <a:pt x="551001" y="1179811"/>
                </a:lnTo>
                <a:lnTo>
                  <a:pt x="592121" y="1160601"/>
                </a:lnTo>
                <a:lnTo>
                  <a:pt x="633240" y="1141391"/>
                </a:lnTo>
                <a:lnTo>
                  <a:pt x="674359" y="1127671"/>
                </a:lnTo>
                <a:lnTo>
                  <a:pt x="715479" y="1113948"/>
                </a:lnTo>
                <a:lnTo>
                  <a:pt x="759339" y="1102972"/>
                </a:lnTo>
                <a:lnTo>
                  <a:pt x="800459" y="1091995"/>
                </a:lnTo>
                <a:lnTo>
                  <a:pt x="844319" y="1083763"/>
                </a:lnTo>
                <a:lnTo>
                  <a:pt x="890920" y="1081018"/>
                </a:lnTo>
                <a:lnTo>
                  <a:pt x="932040" y="1078274"/>
                </a:lnTo>
                <a:close/>
                <a:moveTo>
                  <a:pt x="8785588" y="0"/>
                </a:moveTo>
                <a:lnTo>
                  <a:pt x="9354533" y="0"/>
                </a:lnTo>
                <a:lnTo>
                  <a:pt x="9354533" y="570519"/>
                </a:lnTo>
                <a:close/>
                <a:moveTo>
                  <a:pt x="6019529" y="0"/>
                </a:moveTo>
                <a:lnTo>
                  <a:pt x="8588708" y="0"/>
                </a:lnTo>
                <a:lnTo>
                  <a:pt x="9354533" y="768021"/>
                </a:lnTo>
                <a:lnTo>
                  <a:pt x="9354533" y="3347008"/>
                </a:lnTo>
                <a:close/>
                <a:moveTo>
                  <a:pt x="3248285" y="0"/>
                </a:moveTo>
                <a:lnTo>
                  <a:pt x="5819972" y="0"/>
                </a:lnTo>
                <a:lnTo>
                  <a:pt x="9354533" y="3545079"/>
                </a:lnTo>
                <a:lnTo>
                  <a:pt x="9354533" y="6127044"/>
                </a:lnTo>
                <a:close/>
                <a:moveTo>
                  <a:pt x="476872" y="0"/>
                </a:moveTo>
                <a:lnTo>
                  <a:pt x="3050781" y="0"/>
                </a:lnTo>
                <a:lnTo>
                  <a:pt x="9354533" y="6324693"/>
                </a:lnTo>
                <a:lnTo>
                  <a:pt x="9354533" y="6857999"/>
                </a:lnTo>
                <a:lnTo>
                  <a:pt x="7312522" y="6857999"/>
                </a:lnTo>
                <a:close/>
              </a:path>
            </a:pathLst>
          </a:custGeom>
          <a:gradFill flip="none" rotWithShape="1">
            <a:gsLst>
              <a:gs pos="19000">
                <a:schemeClr val="bg1">
                  <a:alpha val="0"/>
                </a:schemeClr>
              </a:gs>
              <a:gs pos="100000">
                <a:schemeClr val="accent2">
                  <a:alpha val="6000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1" name="Freeform: Shape 35">
            <a:extLst>
              <a:ext uri="{FF2B5EF4-FFF2-40B4-BE49-F238E27FC236}">
                <a16:creationId xmlns:a16="http://schemas.microsoft.com/office/drawing/2014/main" id="{783DF1C9-2885-AC36-66D3-2933AA9607E5}"/>
              </a:ext>
            </a:extLst>
          </p:cNvPr>
          <p:cNvSpPr/>
          <p:nvPr/>
        </p:nvSpPr>
        <p:spPr>
          <a:xfrm>
            <a:off x="9315925" y="5402263"/>
            <a:ext cx="2584231" cy="1222070"/>
          </a:xfrm>
          <a:custGeom>
            <a:avLst/>
            <a:gdLst>
              <a:gd name="connsiteX0" fmla="*/ 1525169 w 2440693"/>
              <a:gd name="connsiteY0" fmla="*/ 0 h 1149657"/>
              <a:gd name="connsiteX1" fmla="*/ 2412927 w 2440693"/>
              <a:gd name="connsiteY1" fmla="*/ 271173 h 1149657"/>
              <a:gd name="connsiteX2" fmla="*/ 2440693 w 2440693"/>
              <a:gd name="connsiteY2" fmla="*/ 291936 h 1149657"/>
              <a:gd name="connsiteX3" fmla="*/ 2440693 w 2440693"/>
              <a:gd name="connsiteY3" fmla="*/ 857571 h 1149657"/>
              <a:gd name="connsiteX4" fmla="*/ 2148607 w 2440693"/>
              <a:gd name="connsiteY4" fmla="*/ 1149657 h 1149657"/>
              <a:gd name="connsiteX5" fmla="*/ 0 w 2440693"/>
              <a:gd name="connsiteY5" fmla="*/ 1149657 h 1149657"/>
              <a:gd name="connsiteX6" fmla="*/ 8747 w 2440693"/>
              <a:gd name="connsiteY6" fmla="*/ 1115642 h 1149657"/>
              <a:gd name="connsiteX7" fmla="*/ 1525169 w 2440693"/>
              <a:gd name="connsiteY7" fmla="*/ 0 h 11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0693" h="1149657">
                <a:moveTo>
                  <a:pt x="1525169" y="0"/>
                </a:moveTo>
                <a:cubicBezTo>
                  <a:pt x="1854015" y="0"/>
                  <a:pt x="2159512" y="99969"/>
                  <a:pt x="2412927" y="271173"/>
                </a:cubicBezTo>
                <a:lnTo>
                  <a:pt x="2440693" y="291936"/>
                </a:lnTo>
                <a:lnTo>
                  <a:pt x="2440693" y="857571"/>
                </a:lnTo>
                <a:cubicBezTo>
                  <a:pt x="2440693" y="1018886"/>
                  <a:pt x="2309922" y="1149657"/>
                  <a:pt x="2148607" y="1149657"/>
                </a:cubicBezTo>
                <a:lnTo>
                  <a:pt x="0" y="1149657"/>
                </a:lnTo>
                <a:lnTo>
                  <a:pt x="8747" y="1115642"/>
                </a:lnTo>
                <a:cubicBezTo>
                  <a:pt x="209781" y="469295"/>
                  <a:pt x="812670" y="0"/>
                  <a:pt x="1525169"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36">
            <a:extLst>
              <a:ext uri="{FF2B5EF4-FFF2-40B4-BE49-F238E27FC236}">
                <a16:creationId xmlns:a16="http://schemas.microsoft.com/office/drawing/2014/main" id="{1DE00C6B-DA90-13CB-5EFE-97E422F2D531}"/>
              </a:ext>
            </a:extLst>
          </p:cNvPr>
          <p:cNvSpPr/>
          <p:nvPr/>
        </p:nvSpPr>
        <p:spPr>
          <a:xfrm>
            <a:off x="89613" y="972872"/>
            <a:ext cx="1000694" cy="3175614"/>
          </a:xfrm>
          <a:custGeom>
            <a:avLst/>
            <a:gdLst>
              <a:gd name="connsiteX0" fmla="*/ 0 w 1000694"/>
              <a:gd name="connsiteY0" fmla="*/ 0 h 2948702"/>
              <a:gd name="connsiteX1" fmla="*/ 30934 w 1000694"/>
              <a:gd name="connsiteY1" fmla="*/ 11322 h 2948702"/>
              <a:gd name="connsiteX2" fmla="*/ 1000694 w 1000694"/>
              <a:gd name="connsiteY2" fmla="*/ 1474351 h 2948702"/>
              <a:gd name="connsiteX3" fmla="*/ 30934 w 1000694"/>
              <a:gd name="connsiteY3" fmla="*/ 2937380 h 2948702"/>
              <a:gd name="connsiteX4" fmla="*/ 0 w 1000694"/>
              <a:gd name="connsiteY4" fmla="*/ 2948702 h 294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694" h="2948702">
                <a:moveTo>
                  <a:pt x="0" y="0"/>
                </a:moveTo>
                <a:lnTo>
                  <a:pt x="30934" y="11322"/>
                </a:lnTo>
                <a:cubicBezTo>
                  <a:pt x="600821" y="252364"/>
                  <a:pt x="1000694" y="816660"/>
                  <a:pt x="1000694" y="1474351"/>
                </a:cubicBezTo>
                <a:cubicBezTo>
                  <a:pt x="1000694" y="2132043"/>
                  <a:pt x="600821" y="2696338"/>
                  <a:pt x="30934" y="2937380"/>
                </a:cubicBezTo>
                <a:lnTo>
                  <a:pt x="0" y="2948702"/>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文本框 18">
            <a:extLst>
              <a:ext uri="{FF2B5EF4-FFF2-40B4-BE49-F238E27FC236}">
                <a16:creationId xmlns:a16="http://schemas.microsoft.com/office/drawing/2014/main" id="{51EBF1A0-CE45-DD6D-C117-463650B4AE10}"/>
              </a:ext>
            </a:extLst>
          </p:cNvPr>
          <p:cNvSpPr txBox="1"/>
          <p:nvPr/>
        </p:nvSpPr>
        <p:spPr>
          <a:xfrm>
            <a:off x="290699" y="205651"/>
            <a:ext cx="4486001" cy="923330"/>
          </a:xfrm>
          <a:prstGeom prst="rect">
            <a:avLst/>
          </a:prstGeom>
          <a:noFill/>
        </p:spPr>
        <p:txBody>
          <a:bodyPr wrap="square" rtlCol="0">
            <a:spAutoFit/>
          </a:bodyPr>
          <a:lstStyle/>
          <a:p>
            <a:pPr algn="ctr"/>
            <a:r>
              <a:rPr lang="en-US" altLang="zh-CN" sz="4400">
                <a:solidFill>
                  <a:schemeClr val="bg1"/>
                </a:solidFill>
                <a:latin typeface="+mj-lt"/>
                <a:cs typeface="OPPOSans M" panose="00020600040101010101" charset="-122"/>
              </a:rPr>
              <a:t>Introduction</a:t>
            </a:r>
            <a:r>
              <a:rPr lang="en-US" altLang="zh-CN" sz="5400">
                <a:solidFill>
                  <a:schemeClr val="bg1"/>
                </a:solidFill>
                <a:latin typeface="+mj-lt"/>
                <a:cs typeface="OPPOSans M" panose="00020600040101010101" charset="-122"/>
              </a:rPr>
              <a:t>: </a:t>
            </a:r>
            <a:endParaRPr lang="zh-CN" altLang="en-US" sz="5400">
              <a:solidFill>
                <a:schemeClr val="bg1"/>
              </a:solidFill>
              <a:latin typeface="+mj-lt"/>
              <a:cs typeface="OPPOSans M" panose="00020600040101010101" charset="-122"/>
            </a:endParaRPr>
          </a:p>
        </p:txBody>
      </p:sp>
      <p:sp>
        <p:nvSpPr>
          <p:cNvPr id="24" name="矩形 23">
            <a:extLst>
              <a:ext uri="{FF2B5EF4-FFF2-40B4-BE49-F238E27FC236}">
                <a16:creationId xmlns:a16="http://schemas.microsoft.com/office/drawing/2014/main" id="{F38A74D9-8331-BCC7-1057-ACB47EE00909}"/>
              </a:ext>
            </a:extLst>
          </p:cNvPr>
          <p:cNvSpPr/>
          <p:nvPr/>
        </p:nvSpPr>
        <p:spPr>
          <a:xfrm>
            <a:off x="5248275" y="1776058"/>
            <a:ext cx="1695450" cy="92371"/>
          </a:xfrm>
          <a:prstGeom prst="rect">
            <a:avLst/>
          </a:prstGeom>
          <a:gradFill>
            <a:gsLst>
              <a:gs pos="0">
                <a:schemeClr val="accent2"/>
              </a:gs>
              <a:gs pos="100000">
                <a:schemeClr val="accent1">
                  <a:lumMod val="60000"/>
                  <a:lumOff val="4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chemeClr val="accent1"/>
                  </a:gs>
                  <a:gs pos="100000">
                    <a:schemeClr val="accent2"/>
                  </a:gs>
                </a:gsLst>
                <a:lin ang="0" scaled="0"/>
              </a:gradFill>
              <a:cs typeface="OPPOSans M" panose="00020600040101010101" charset="-122"/>
            </a:endParaRPr>
          </a:p>
        </p:txBody>
      </p:sp>
      <p:sp>
        <p:nvSpPr>
          <p:cNvPr id="25" name="TextBox 24">
            <a:extLst>
              <a:ext uri="{FF2B5EF4-FFF2-40B4-BE49-F238E27FC236}">
                <a16:creationId xmlns:a16="http://schemas.microsoft.com/office/drawing/2014/main" id="{6316690A-4681-E418-F07C-447F5A2C44F4}"/>
              </a:ext>
            </a:extLst>
          </p:cNvPr>
          <p:cNvSpPr txBox="1"/>
          <p:nvPr/>
        </p:nvSpPr>
        <p:spPr>
          <a:xfrm>
            <a:off x="953769" y="1104640"/>
            <a:ext cx="10010791" cy="4401205"/>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solidFill>
                  <a:schemeClr val="bg1"/>
                </a:solidFill>
              </a:rPr>
              <a:t>Autism Spectrum Disorder (ASD) is a complex neurodevelopmental condition affecting approximately one in 100 children globally, characterized by persistent deficits in social communication, restricted interests, and repetitive behaviors. Early diagnosis is critical for improving social, cognitive, and adaptive outcomes, as evidence-based interventions yield maximum benefit when initiated before age three.</a:t>
            </a:r>
          </a:p>
          <a:p>
            <a:pPr algn="just"/>
            <a:endParaRPr lang="en-US" sz="2000" dirty="0">
              <a:solidFill>
                <a:schemeClr val="bg1"/>
              </a:solidFill>
            </a:endParaRPr>
          </a:p>
          <a:p>
            <a:pPr marL="285750" indent="-285750" algn="just">
              <a:buFont typeface="Arial" panose="020B0604020202020204" pitchFamily="34" charset="0"/>
              <a:buChar char="•"/>
            </a:pPr>
            <a:r>
              <a:rPr lang="en-US" sz="2000" dirty="0">
                <a:solidFill>
                  <a:schemeClr val="bg1"/>
                </a:solidFill>
              </a:rPr>
              <a:t>Current diagnostic assessments, such as the Autism Diagnostic Observation Schedule (ADOS-2) and Diagnostic and Statistical Manual of Mental Disorders (DSM-V) criteria, rely on qualitative evaluations, clinician observations, and extended behavioral assessments that are inherently subjective, time-consuming, and dependent on specialist availability. These limitations result in diagnostic delays, particularly in resource-constrained settings, narrowing the window for early intervention.</a:t>
            </a:r>
            <a:endParaRPr lang="en-IN" sz="2000" dirty="0">
              <a:solidFill>
                <a:schemeClr val="bg1"/>
              </a:solidFill>
            </a:endParaRPr>
          </a:p>
        </p:txBody>
      </p:sp>
    </p:spTree>
    <p:extLst>
      <p:ext uri="{BB962C8B-B14F-4D97-AF65-F5344CB8AC3E}">
        <p14:creationId xmlns:p14="http://schemas.microsoft.com/office/powerpoint/2010/main" val="1838015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63000">
              <a:schemeClr val="accent3">
                <a:lumMod val="50000"/>
                <a:lumOff val="50000"/>
              </a:schemeClr>
            </a:gs>
            <a:gs pos="0">
              <a:schemeClr val="accent1">
                <a:lumMod val="60000"/>
                <a:lumOff val="40000"/>
              </a:schemeClr>
            </a:gs>
            <a:gs pos="100000">
              <a:schemeClr val="accent1">
                <a:lumMod val="30000"/>
                <a:lumOff val="70000"/>
              </a:schemeClr>
            </a:gs>
          </a:gsLst>
          <a:lin ang="3600000" scaled="0"/>
        </a:gradFill>
        <a:effectLst/>
      </p:bgPr>
    </p:bg>
    <p:spTree>
      <p:nvGrpSpPr>
        <p:cNvPr id="1" name="">
          <a:extLst>
            <a:ext uri="{FF2B5EF4-FFF2-40B4-BE49-F238E27FC236}">
              <a16:creationId xmlns:a16="http://schemas.microsoft.com/office/drawing/2014/main" id="{A36FB020-AD08-8836-E79F-33AFA594CF99}"/>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0507455A-BD25-C2BF-D50B-4AD9C7C42A5E}"/>
              </a:ext>
            </a:extLst>
          </p:cNvPr>
          <p:cNvSpPr/>
          <p:nvPr/>
        </p:nvSpPr>
        <p:spPr>
          <a:xfrm>
            <a:off x="1" y="1043307"/>
            <a:ext cx="1119335" cy="3034744"/>
          </a:xfrm>
          <a:custGeom>
            <a:avLst/>
            <a:gdLst>
              <a:gd name="connsiteX0" fmla="*/ 0 w 1119335"/>
              <a:gd name="connsiteY0" fmla="*/ 0 h 3034744"/>
              <a:gd name="connsiteX1" fmla="*/ 3693 w 1119335"/>
              <a:gd name="connsiteY1" fmla="*/ 950 h 3034744"/>
              <a:gd name="connsiteX2" fmla="*/ 1119335 w 1119335"/>
              <a:gd name="connsiteY2" fmla="*/ 1517372 h 3034744"/>
              <a:gd name="connsiteX3" fmla="*/ 3693 w 1119335"/>
              <a:gd name="connsiteY3" fmla="*/ 3033795 h 3034744"/>
              <a:gd name="connsiteX4" fmla="*/ 0 w 1119335"/>
              <a:gd name="connsiteY4" fmla="*/ 3034744 h 3034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35" h="3034744">
                <a:moveTo>
                  <a:pt x="0" y="0"/>
                </a:moveTo>
                <a:lnTo>
                  <a:pt x="3693" y="950"/>
                </a:lnTo>
                <a:cubicBezTo>
                  <a:pt x="650040" y="201984"/>
                  <a:pt x="1119335" y="804873"/>
                  <a:pt x="1119335" y="1517372"/>
                </a:cubicBezTo>
                <a:cubicBezTo>
                  <a:pt x="1119335" y="2229871"/>
                  <a:pt x="650040" y="2832760"/>
                  <a:pt x="3693" y="3033795"/>
                </a:cubicBezTo>
                <a:lnTo>
                  <a:pt x="0" y="3034744"/>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任意多边形: 形状 2">
            <a:extLst>
              <a:ext uri="{FF2B5EF4-FFF2-40B4-BE49-F238E27FC236}">
                <a16:creationId xmlns:a16="http://schemas.microsoft.com/office/drawing/2014/main" id="{6A480EF2-42AA-5CEE-D071-E4D74A048106}"/>
              </a:ext>
            </a:extLst>
          </p:cNvPr>
          <p:cNvSpPr/>
          <p:nvPr/>
        </p:nvSpPr>
        <p:spPr>
          <a:xfrm>
            <a:off x="9324824" y="5498794"/>
            <a:ext cx="2867177" cy="1359207"/>
          </a:xfrm>
          <a:custGeom>
            <a:avLst/>
            <a:gdLst>
              <a:gd name="connsiteX0" fmla="*/ 1569498 w 2867177"/>
              <a:gd name="connsiteY0" fmla="*/ 0 h 1359207"/>
              <a:gd name="connsiteX1" fmla="*/ 2794727 w 2867177"/>
              <a:gd name="connsiteY1" fmla="*/ 577814 h 1359207"/>
              <a:gd name="connsiteX2" fmla="*/ 2867177 w 2867177"/>
              <a:gd name="connsiteY2" fmla="*/ 674700 h 1359207"/>
              <a:gd name="connsiteX3" fmla="*/ 2867177 w 2867177"/>
              <a:gd name="connsiteY3" fmla="*/ 1359207 h 1359207"/>
              <a:gd name="connsiteX4" fmla="*/ 0 w 2867177"/>
              <a:gd name="connsiteY4" fmla="*/ 1359207 h 1359207"/>
              <a:gd name="connsiteX5" fmla="*/ 13950 w 2867177"/>
              <a:gd name="connsiteY5" fmla="*/ 1267809 h 1359207"/>
              <a:gd name="connsiteX6" fmla="*/ 1569498 w 2867177"/>
              <a:gd name="connsiteY6" fmla="*/ 0 h 135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177" h="1359207">
                <a:moveTo>
                  <a:pt x="1569498" y="0"/>
                </a:moveTo>
                <a:cubicBezTo>
                  <a:pt x="2062767" y="0"/>
                  <a:pt x="2503500" y="224929"/>
                  <a:pt x="2794727" y="577814"/>
                </a:cubicBezTo>
                <a:lnTo>
                  <a:pt x="2867177" y="674700"/>
                </a:lnTo>
                <a:lnTo>
                  <a:pt x="2867177" y="1359207"/>
                </a:lnTo>
                <a:lnTo>
                  <a:pt x="0" y="1359207"/>
                </a:lnTo>
                <a:lnTo>
                  <a:pt x="13950" y="1267809"/>
                </a:lnTo>
                <a:cubicBezTo>
                  <a:pt x="162007" y="544272"/>
                  <a:pt x="802191" y="0"/>
                  <a:pt x="1569498"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 name="Group 32">
            <a:extLst>
              <a:ext uri="{FF2B5EF4-FFF2-40B4-BE49-F238E27FC236}">
                <a16:creationId xmlns:a16="http://schemas.microsoft.com/office/drawing/2014/main" id="{FA49B329-5B39-96C5-1D0E-59ACCD22AE51}"/>
              </a:ext>
            </a:extLst>
          </p:cNvPr>
          <p:cNvGrpSpPr/>
          <p:nvPr/>
        </p:nvGrpSpPr>
        <p:grpSpPr>
          <a:xfrm>
            <a:off x="8941188" y="1510690"/>
            <a:ext cx="2064994" cy="2064994"/>
            <a:chOff x="10640582" y="1220864"/>
            <a:chExt cx="2064994" cy="2064994"/>
          </a:xfrm>
        </p:grpSpPr>
        <p:sp>
          <p:nvSpPr>
            <p:cNvPr id="5" name="Circle: Hollow 38">
              <a:extLst>
                <a:ext uri="{FF2B5EF4-FFF2-40B4-BE49-F238E27FC236}">
                  <a16:creationId xmlns:a16="http://schemas.microsoft.com/office/drawing/2014/main" id="{49980E59-3606-B8A1-047B-2A850F2F96CD}"/>
                </a:ext>
              </a:extLst>
            </p:cNvPr>
            <p:cNvSpPr/>
            <p:nvPr/>
          </p:nvSpPr>
          <p:spPr>
            <a:xfrm rot="20700000">
              <a:off x="10640582" y="1220864"/>
              <a:ext cx="2064994" cy="2064994"/>
            </a:xfrm>
            <a:prstGeom prst="donut">
              <a:avLst>
                <a:gd name="adj" fmla="val 37753"/>
              </a:avLst>
            </a:prstGeom>
            <a:gradFill>
              <a:gsLst>
                <a:gs pos="100000">
                  <a:schemeClr val="accent6"/>
                </a:gs>
                <a:gs pos="60000">
                  <a:schemeClr val="accent5"/>
                </a:gs>
                <a:gs pos="5000">
                  <a:schemeClr val="accent4"/>
                </a:gs>
              </a:gsLst>
              <a:path path="circle">
                <a:fillToRect l="100000" t="100000"/>
              </a:path>
            </a:gradFill>
            <a:ln>
              <a:noFill/>
            </a:ln>
            <a:effectLst>
              <a:outerShdw blurRad="774700" dist="546100" dir="2700000" algn="tl" rotWithShape="0">
                <a:prstClr val="black">
                  <a:alpha val="40000"/>
                </a:prstClr>
              </a:outerShdw>
              <a:softEdge rad="698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ircle: Hollow 39">
              <a:extLst>
                <a:ext uri="{FF2B5EF4-FFF2-40B4-BE49-F238E27FC236}">
                  <a16:creationId xmlns:a16="http://schemas.microsoft.com/office/drawing/2014/main" id="{C8BF01D2-8472-6001-CC24-E838A3A68CD9}"/>
                </a:ext>
              </a:extLst>
            </p:cNvPr>
            <p:cNvSpPr/>
            <p:nvPr/>
          </p:nvSpPr>
          <p:spPr>
            <a:xfrm rot="20700000">
              <a:off x="10864033" y="1444315"/>
              <a:ext cx="1618092" cy="1618092"/>
            </a:xfrm>
            <a:prstGeom prst="donut">
              <a:avLst/>
            </a:prstGeom>
            <a:solidFill>
              <a:schemeClr val="bg1"/>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ircle: Hollow 40">
              <a:extLst>
                <a:ext uri="{FF2B5EF4-FFF2-40B4-BE49-F238E27FC236}">
                  <a16:creationId xmlns:a16="http://schemas.microsoft.com/office/drawing/2014/main" id="{B4756F16-30FD-0B4F-14A1-010B6B4C651C}"/>
                </a:ext>
              </a:extLst>
            </p:cNvPr>
            <p:cNvSpPr/>
            <p:nvPr/>
          </p:nvSpPr>
          <p:spPr>
            <a:xfrm rot="20700000">
              <a:off x="10864033" y="1444315"/>
              <a:ext cx="1618092" cy="1618092"/>
            </a:xfrm>
            <a:prstGeom prst="donut">
              <a:avLst/>
            </a:prstGeom>
            <a:gradFill>
              <a:gsLst>
                <a:gs pos="100000">
                  <a:schemeClr val="accent6"/>
                </a:gs>
                <a:gs pos="60000">
                  <a:schemeClr val="accent5"/>
                </a:gs>
                <a:gs pos="5000">
                  <a:schemeClr val="accent4"/>
                </a:gs>
              </a:gsLst>
              <a:path path="circle">
                <a:fillToRect l="100000" t="100000"/>
              </a:path>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8" name="Rectangle: Rounded Corners 31">
            <a:extLst>
              <a:ext uri="{FF2B5EF4-FFF2-40B4-BE49-F238E27FC236}">
                <a16:creationId xmlns:a16="http://schemas.microsoft.com/office/drawing/2014/main" id="{156C1C80-0A23-734D-3B3D-60B9119C6203}"/>
              </a:ext>
            </a:extLst>
          </p:cNvPr>
          <p:cNvSpPr/>
          <p:nvPr/>
        </p:nvSpPr>
        <p:spPr>
          <a:xfrm>
            <a:off x="193780" y="361759"/>
            <a:ext cx="11707521" cy="6229541"/>
          </a:xfrm>
          <a:prstGeom prst="roundRect">
            <a:avLst>
              <a:gd name="adj" fmla="val 4883"/>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任意多边形: 形状 8">
            <a:extLst>
              <a:ext uri="{FF2B5EF4-FFF2-40B4-BE49-F238E27FC236}">
                <a16:creationId xmlns:a16="http://schemas.microsoft.com/office/drawing/2014/main" id="{CD70A383-A4EA-1EB6-300E-B28467E33BE1}"/>
              </a:ext>
            </a:extLst>
          </p:cNvPr>
          <p:cNvSpPr/>
          <p:nvPr/>
        </p:nvSpPr>
        <p:spPr>
          <a:xfrm>
            <a:off x="2837466" y="0"/>
            <a:ext cx="9354533" cy="6857999"/>
          </a:xfrm>
          <a:custGeom>
            <a:avLst/>
            <a:gdLst>
              <a:gd name="connsiteX0" fmla="*/ 811424 w 9354533"/>
              <a:gd name="connsiteY0" fmla="*/ 6511811 h 6857999"/>
              <a:gd name="connsiteX1" fmla="*/ 855285 w 9354533"/>
              <a:gd name="connsiteY1" fmla="*/ 6511811 h 6857999"/>
              <a:gd name="connsiteX2" fmla="*/ 899145 w 9354533"/>
              <a:gd name="connsiteY2" fmla="*/ 6511811 h 6857999"/>
              <a:gd name="connsiteX3" fmla="*/ 940265 w 9354533"/>
              <a:gd name="connsiteY3" fmla="*/ 6514555 h 6857999"/>
              <a:gd name="connsiteX4" fmla="*/ 986866 w 9354533"/>
              <a:gd name="connsiteY4" fmla="*/ 6522788 h 6857999"/>
              <a:gd name="connsiteX5" fmla="*/ 1030726 w 9354533"/>
              <a:gd name="connsiteY5" fmla="*/ 6531020 h 6857999"/>
              <a:gd name="connsiteX6" fmla="*/ 1071846 w 9354533"/>
              <a:gd name="connsiteY6" fmla="*/ 6539252 h 6857999"/>
              <a:gd name="connsiteX7" fmla="*/ 1112965 w 9354533"/>
              <a:gd name="connsiteY7" fmla="*/ 6550230 h 6857999"/>
              <a:gd name="connsiteX8" fmla="*/ 1156826 w 9354533"/>
              <a:gd name="connsiteY8" fmla="*/ 6563951 h 6857999"/>
              <a:gd name="connsiteX9" fmla="*/ 1197945 w 9354533"/>
              <a:gd name="connsiteY9" fmla="*/ 6577672 h 6857999"/>
              <a:gd name="connsiteX10" fmla="*/ 1239064 w 9354533"/>
              <a:gd name="connsiteY10" fmla="*/ 6596881 h 6857999"/>
              <a:gd name="connsiteX11" fmla="*/ 1277443 w 9354533"/>
              <a:gd name="connsiteY11" fmla="*/ 6616091 h 6857999"/>
              <a:gd name="connsiteX12" fmla="*/ 1318562 w 9354533"/>
              <a:gd name="connsiteY12" fmla="*/ 6638044 h 6857999"/>
              <a:gd name="connsiteX13" fmla="*/ 1356942 w 9354533"/>
              <a:gd name="connsiteY13" fmla="*/ 6662741 h 6857999"/>
              <a:gd name="connsiteX14" fmla="*/ 1392576 w 9354533"/>
              <a:gd name="connsiteY14" fmla="*/ 6687440 h 6857999"/>
              <a:gd name="connsiteX15" fmla="*/ 1430955 w 9354533"/>
              <a:gd name="connsiteY15" fmla="*/ 6717627 h 6857999"/>
              <a:gd name="connsiteX16" fmla="*/ 1463850 w 9354533"/>
              <a:gd name="connsiteY16" fmla="*/ 6745068 h 6857999"/>
              <a:gd name="connsiteX17" fmla="*/ 1499488 w 9354533"/>
              <a:gd name="connsiteY17" fmla="*/ 6780744 h 6857999"/>
              <a:gd name="connsiteX18" fmla="*/ 1576429 w 9354533"/>
              <a:gd name="connsiteY18" fmla="*/ 6857999 h 6857999"/>
              <a:gd name="connsiteX19" fmla="*/ 141549 w 9354533"/>
              <a:gd name="connsiteY19" fmla="*/ 6857999 h 6857999"/>
              <a:gd name="connsiteX20" fmla="*/ 148030 w 9354533"/>
              <a:gd name="connsiteY20" fmla="*/ 6849348 h 6857999"/>
              <a:gd name="connsiteX21" fmla="*/ 180926 w 9354533"/>
              <a:gd name="connsiteY21" fmla="*/ 6810929 h 6857999"/>
              <a:gd name="connsiteX22" fmla="*/ 211081 w 9354533"/>
              <a:gd name="connsiteY22" fmla="*/ 6780744 h 6857999"/>
              <a:gd name="connsiteX23" fmla="*/ 246717 w 9354533"/>
              <a:gd name="connsiteY23" fmla="*/ 6745068 h 6857999"/>
              <a:gd name="connsiteX24" fmla="*/ 279611 w 9354533"/>
              <a:gd name="connsiteY24" fmla="*/ 6717627 h 6857999"/>
              <a:gd name="connsiteX25" fmla="*/ 317990 w 9354533"/>
              <a:gd name="connsiteY25" fmla="*/ 6687440 h 6857999"/>
              <a:gd name="connsiteX26" fmla="*/ 353629 w 9354533"/>
              <a:gd name="connsiteY26" fmla="*/ 6662741 h 6857999"/>
              <a:gd name="connsiteX27" fmla="*/ 392005 w 9354533"/>
              <a:gd name="connsiteY27" fmla="*/ 6638044 h 6857999"/>
              <a:gd name="connsiteX28" fmla="*/ 433124 w 9354533"/>
              <a:gd name="connsiteY28" fmla="*/ 6616091 h 6857999"/>
              <a:gd name="connsiteX29" fmla="*/ 471503 w 9354533"/>
              <a:gd name="connsiteY29" fmla="*/ 6596881 h 6857999"/>
              <a:gd name="connsiteX30" fmla="*/ 512622 w 9354533"/>
              <a:gd name="connsiteY30" fmla="*/ 6577672 h 6857999"/>
              <a:gd name="connsiteX31" fmla="*/ 553742 w 9354533"/>
              <a:gd name="connsiteY31" fmla="*/ 6563951 h 6857999"/>
              <a:gd name="connsiteX32" fmla="*/ 594861 w 9354533"/>
              <a:gd name="connsiteY32" fmla="*/ 6550230 h 6857999"/>
              <a:gd name="connsiteX33" fmla="*/ 638721 w 9354533"/>
              <a:gd name="connsiteY33" fmla="*/ 6539252 h 6857999"/>
              <a:gd name="connsiteX34" fmla="*/ 679841 w 9354533"/>
              <a:gd name="connsiteY34" fmla="*/ 6531020 h 6857999"/>
              <a:gd name="connsiteX35" fmla="*/ 723702 w 9354533"/>
              <a:gd name="connsiteY35" fmla="*/ 6522788 h 6857999"/>
              <a:gd name="connsiteX36" fmla="*/ 767562 w 9354533"/>
              <a:gd name="connsiteY36" fmla="*/ 6514555 h 6857999"/>
              <a:gd name="connsiteX37" fmla="*/ 863507 w 9354533"/>
              <a:gd name="connsiteY37" fmla="*/ 3786810 h 6857999"/>
              <a:gd name="connsiteX38" fmla="*/ 907368 w 9354533"/>
              <a:gd name="connsiteY38" fmla="*/ 3786810 h 6857999"/>
              <a:gd name="connsiteX39" fmla="*/ 948487 w 9354533"/>
              <a:gd name="connsiteY39" fmla="*/ 3786810 h 6857999"/>
              <a:gd name="connsiteX40" fmla="*/ 992347 w 9354533"/>
              <a:gd name="connsiteY40" fmla="*/ 3792299 h 6857999"/>
              <a:gd name="connsiteX41" fmla="*/ 1038951 w 9354533"/>
              <a:gd name="connsiteY41" fmla="*/ 3795043 h 6857999"/>
              <a:gd name="connsiteX42" fmla="*/ 1080070 w 9354533"/>
              <a:gd name="connsiteY42" fmla="*/ 3803275 h 6857999"/>
              <a:gd name="connsiteX43" fmla="*/ 1123931 w 9354533"/>
              <a:gd name="connsiteY43" fmla="*/ 3811507 h 6857999"/>
              <a:gd name="connsiteX44" fmla="*/ 1167791 w 9354533"/>
              <a:gd name="connsiteY44" fmla="*/ 3822484 h 6857999"/>
              <a:gd name="connsiteX45" fmla="*/ 1206170 w 9354533"/>
              <a:gd name="connsiteY45" fmla="*/ 3836206 h 6857999"/>
              <a:gd name="connsiteX46" fmla="*/ 1250030 w 9354533"/>
              <a:gd name="connsiteY46" fmla="*/ 3852671 h 6857999"/>
              <a:gd name="connsiteX47" fmla="*/ 1291149 w 9354533"/>
              <a:gd name="connsiteY47" fmla="*/ 3869136 h 6857999"/>
              <a:gd name="connsiteX48" fmla="*/ 1329528 w 9354533"/>
              <a:gd name="connsiteY48" fmla="*/ 3888346 h 6857999"/>
              <a:gd name="connsiteX49" fmla="*/ 1370648 w 9354533"/>
              <a:gd name="connsiteY49" fmla="*/ 3913043 h 6857999"/>
              <a:gd name="connsiteX50" fmla="*/ 1406283 w 9354533"/>
              <a:gd name="connsiteY50" fmla="*/ 3934997 h 6857999"/>
              <a:gd name="connsiteX51" fmla="*/ 1444661 w 9354533"/>
              <a:gd name="connsiteY51" fmla="*/ 3959695 h 6857999"/>
              <a:gd name="connsiteX52" fmla="*/ 1483041 w 9354533"/>
              <a:gd name="connsiteY52" fmla="*/ 3989881 h 6857999"/>
              <a:gd name="connsiteX53" fmla="*/ 1515936 w 9354533"/>
              <a:gd name="connsiteY53" fmla="*/ 4020067 h 6857999"/>
              <a:gd name="connsiteX54" fmla="*/ 1551573 w 9354533"/>
              <a:gd name="connsiteY54" fmla="*/ 4052999 h 6857999"/>
              <a:gd name="connsiteX55" fmla="*/ 4345134 w 9354533"/>
              <a:gd name="connsiteY55" fmla="*/ 6857999 h 6857999"/>
              <a:gd name="connsiteX56" fmla="*/ 1774225 w 9354533"/>
              <a:gd name="connsiteY56" fmla="*/ 6857999 h 6857999"/>
              <a:gd name="connsiteX57" fmla="*/ 263165 w 9354533"/>
              <a:gd name="connsiteY57" fmla="*/ 5342778 h 6857999"/>
              <a:gd name="connsiteX58" fmla="*/ 230270 w 9354533"/>
              <a:gd name="connsiteY58" fmla="*/ 5307103 h 6857999"/>
              <a:gd name="connsiteX59" fmla="*/ 202857 w 9354533"/>
              <a:gd name="connsiteY59" fmla="*/ 5274172 h 6857999"/>
              <a:gd name="connsiteX60" fmla="*/ 175444 w 9354533"/>
              <a:gd name="connsiteY60" fmla="*/ 5238497 h 6857999"/>
              <a:gd name="connsiteX61" fmla="*/ 148030 w 9354533"/>
              <a:gd name="connsiteY61" fmla="*/ 5200079 h 6857999"/>
              <a:gd name="connsiteX62" fmla="*/ 123358 w 9354533"/>
              <a:gd name="connsiteY62" fmla="*/ 5161661 h 6857999"/>
              <a:gd name="connsiteX63" fmla="*/ 104171 w 9354533"/>
              <a:gd name="connsiteY63" fmla="*/ 5123241 h 6857999"/>
              <a:gd name="connsiteX64" fmla="*/ 82239 w 9354533"/>
              <a:gd name="connsiteY64" fmla="*/ 5082077 h 6857999"/>
              <a:gd name="connsiteX65" fmla="*/ 65792 w 9354533"/>
              <a:gd name="connsiteY65" fmla="*/ 5040914 h 6857999"/>
              <a:gd name="connsiteX66" fmla="*/ 49345 w 9354533"/>
              <a:gd name="connsiteY66" fmla="*/ 4999752 h 6857999"/>
              <a:gd name="connsiteX67" fmla="*/ 35638 w 9354533"/>
              <a:gd name="connsiteY67" fmla="*/ 4955844 h 6857999"/>
              <a:gd name="connsiteX68" fmla="*/ 24672 w 9354533"/>
              <a:gd name="connsiteY68" fmla="*/ 4914681 h 6857999"/>
              <a:gd name="connsiteX69" fmla="*/ 13707 w 9354533"/>
              <a:gd name="connsiteY69" fmla="*/ 4870773 h 6857999"/>
              <a:gd name="connsiteX70" fmla="*/ 8225 w 9354533"/>
              <a:gd name="connsiteY70" fmla="*/ 4826865 h 6857999"/>
              <a:gd name="connsiteX71" fmla="*/ 2744 w 9354533"/>
              <a:gd name="connsiteY71" fmla="*/ 4785702 h 6857999"/>
              <a:gd name="connsiteX72" fmla="*/ 0 w 9354533"/>
              <a:gd name="connsiteY72" fmla="*/ 4741796 h 6857999"/>
              <a:gd name="connsiteX73" fmla="*/ 0 w 9354533"/>
              <a:gd name="connsiteY73" fmla="*/ 4697888 h 6857999"/>
              <a:gd name="connsiteX74" fmla="*/ 0 w 9354533"/>
              <a:gd name="connsiteY74" fmla="*/ 4653981 h 6857999"/>
              <a:gd name="connsiteX75" fmla="*/ 2744 w 9354533"/>
              <a:gd name="connsiteY75" fmla="*/ 4610073 h 6857999"/>
              <a:gd name="connsiteX76" fmla="*/ 8225 w 9354533"/>
              <a:gd name="connsiteY76" fmla="*/ 4566165 h 6857999"/>
              <a:gd name="connsiteX77" fmla="*/ 13707 w 9354533"/>
              <a:gd name="connsiteY77" fmla="*/ 4522259 h 6857999"/>
              <a:gd name="connsiteX78" fmla="*/ 24672 w 9354533"/>
              <a:gd name="connsiteY78" fmla="*/ 4481095 h 6857999"/>
              <a:gd name="connsiteX79" fmla="*/ 35638 w 9354533"/>
              <a:gd name="connsiteY79" fmla="*/ 4437188 h 6857999"/>
              <a:gd name="connsiteX80" fmla="*/ 49345 w 9354533"/>
              <a:gd name="connsiteY80" fmla="*/ 4393280 h 6857999"/>
              <a:gd name="connsiteX81" fmla="*/ 65792 w 9354533"/>
              <a:gd name="connsiteY81" fmla="*/ 4354861 h 6857999"/>
              <a:gd name="connsiteX82" fmla="*/ 82239 w 9354533"/>
              <a:gd name="connsiteY82" fmla="*/ 4313698 h 6857999"/>
              <a:gd name="connsiteX83" fmla="*/ 104171 w 9354533"/>
              <a:gd name="connsiteY83" fmla="*/ 4272536 h 6857999"/>
              <a:gd name="connsiteX84" fmla="*/ 123358 w 9354533"/>
              <a:gd name="connsiteY84" fmla="*/ 4234116 h 6857999"/>
              <a:gd name="connsiteX85" fmla="*/ 148030 w 9354533"/>
              <a:gd name="connsiteY85" fmla="*/ 4195697 h 6857999"/>
              <a:gd name="connsiteX86" fmla="*/ 175444 w 9354533"/>
              <a:gd name="connsiteY86" fmla="*/ 4160023 h 6857999"/>
              <a:gd name="connsiteX87" fmla="*/ 202857 w 9354533"/>
              <a:gd name="connsiteY87" fmla="*/ 4121603 h 6857999"/>
              <a:gd name="connsiteX88" fmla="*/ 230270 w 9354533"/>
              <a:gd name="connsiteY88" fmla="*/ 4085929 h 6857999"/>
              <a:gd name="connsiteX89" fmla="*/ 263165 w 9354533"/>
              <a:gd name="connsiteY89" fmla="*/ 4052999 h 6857999"/>
              <a:gd name="connsiteX90" fmla="*/ 296062 w 9354533"/>
              <a:gd name="connsiteY90" fmla="*/ 4020067 h 6857999"/>
              <a:gd name="connsiteX91" fmla="*/ 331697 w 9354533"/>
              <a:gd name="connsiteY91" fmla="*/ 3989881 h 6857999"/>
              <a:gd name="connsiteX92" fmla="*/ 370076 w 9354533"/>
              <a:gd name="connsiteY92" fmla="*/ 3959695 h 6857999"/>
              <a:gd name="connsiteX93" fmla="*/ 405711 w 9354533"/>
              <a:gd name="connsiteY93" fmla="*/ 3934997 h 6857999"/>
              <a:gd name="connsiteX94" fmla="*/ 444090 w 9354533"/>
              <a:gd name="connsiteY94" fmla="*/ 3913043 h 6857999"/>
              <a:gd name="connsiteX95" fmla="*/ 482469 w 9354533"/>
              <a:gd name="connsiteY95" fmla="*/ 3888346 h 6857999"/>
              <a:gd name="connsiteX96" fmla="*/ 523588 w 9354533"/>
              <a:gd name="connsiteY96" fmla="*/ 3869136 h 6857999"/>
              <a:gd name="connsiteX97" fmla="*/ 564708 w 9354533"/>
              <a:gd name="connsiteY97" fmla="*/ 3852671 h 6857999"/>
              <a:gd name="connsiteX98" fmla="*/ 605827 w 9354533"/>
              <a:gd name="connsiteY98" fmla="*/ 3836206 h 6857999"/>
              <a:gd name="connsiteX99" fmla="*/ 646947 w 9354533"/>
              <a:gd name="connsiteY99" fmla="*/ 3822484 h 6857999"/>
              <a:gd name="connsiteX100" fmla="*/ 688066 w 9354533"/>
              <a:gd name="connsiteY100" fmla="*/ 3811507 h 6857999"/>
              <a:gd name="connsiteX101" fmla="*/ 731926 w 9354533"/>
              <a:gd name="connsiteY101" fmla="*/ 3803275 h 6857999"/>
              <a:gd name="connsiteX102" fmla="*/ 775786 w 9354533"/>
              <a:gd name="connsiteY102" fmla="*/ 3795043 h 6857999"/>
              <a:gd name="connsiteX103" fmla="*/ 816907 w 9354533"/>
              <a:gd name="connsiteY103" fmla="*/ 3792299 h 6857999"/>
              <a:gd name="connsiteX104" fmla="*/ 975900 w 9354533"/>
              <a:gd name="connsiteY104" fmla="*/ 1075531 h 6857999"/>
              <a:gd name="connsiteX105" fmla="*/ 1019761 w 9354533"/>
              <a:gd name="connsiteY105" fmla="*/ 1078274 h 6857999"/>
              <a:gd name="connsiteX106" fmla="*/ 1063623 w 9354533"/>
              <a:gd name="connsiteY106" fmla="*/ 1081018 h 6857999"/>
              <a:gd name="connsiteX107" fmla="*/ 1107484 w 9354533"/>
              <a:gd name="connsiteY107" fmla="*/ 1083763 h 6857999"/>
              <a:gd name="connsiteX108" fmla="*/ 1151344 w 9354533"/>
              <a:gd name="connsiteY108" fmla="*/ 1091995 h 6857999"/>
              <a:gd name="connsiteX109" fmla="*/ 1192463 w 9354533"/>
              <a:gd name="connsiteY109" fmla="*/ 1102972 h 6857999"/>
              <a:gd name="connsiteX110" fmla="*/ 1236324 w 9354533"/>
              <a:gd name="connsiteY110" fmla="*/ 1113948 h 6857999"/>
              <a:gd name="connsiteX111" fmla="*/ 1274702 w 9354533"/>
              <a:gd name="connsiteY111" fmla="*/ 1127671 h 6857999"/>
              <a:gd name="connsiteX112" fmla="*/ 1318562 w 9354533"/>
              <a:gd name="connsiteY112" fmla="*/ 1141391 h 6857999"/>
              <a:gd name="connsiteX113" fmla="*/ 1359682 w 9354533"/>
              <a:gd name="connsiteY113" fmla="*/ 1160601 h 6857999"/>
              <a:gd name="connsiteX114" fmla="*/ 1398058 w 9354533"/>
              <a:gd name="connsiteY114" fmla="*/ 1179811 h 6857999"/>
              <a:gd name="connsiteX115" fmla="*/ 1439178 w 9354533"/>
              <a:gd name="connsiteY115" fmla="*/ 1201764 h 6857999"/>
              <a:gd name="connsiteX116" fmla="*/ 1477556 w 9354533"/>
              <a:gd name="connsiteY116" fmla="*/ 1226461 h 6857999"/>
              <a:gd name="connsiteX117" fmla="*/ 1513194 w 9354533"/>
              <a:gd name="connsiteY117" fmla="*/ 1251160 h 6857999"/>
              <a:gd name="connsiteX118" fmla="*/ 1551573 w 9354533"/>
              <a:gd name="connsiteY118" fmla="*/ 1278601 h 6857999"/>
              <a:gd name="connsiteX119" fmla="*/ 1584468 w 9354533"/>
              <a:gd name="connsiteY119" fmla="*/ 1311532 h 6857999"/>
              <a:gd name="connsiteX120" fmla="*/ 1620103 w 9354533"/>
              <a:gd name="connsiteY120" fmla="*/ 1341718 h 6857999"/>
              <a:gd name="connsiteX121" fmla="*/ 7115932 w 9354533"/>
              <a:gd name="connsiteY121" fmla="*/ 6857999 h 6857999"/>
              <a:gd name="connsiteX122" fmla="*/ 4543996 w 9354533"/>
              <a:gd name="connsiteY122" fmla="*/ 6857999 h 6857999"/>
              <a:gd name="connsiteX123" fmla="*/ 331697 w 9354533"/>
              <a:gd name="connsiteY123" fmla="*/ 2631498 h 6857999"/>
              <a:gd name="connsiteX124" fmla="*/ 301543 w 9354533"/>
              <a:gd name="connsiteY124" fmla="*/ 2601310 h 6857999"/>
              <a:gd name="connsiteX125" fmla="*/ 271390 w 9354533"/>
              <a:gd name="connsiteY125" fmla="*/ 2562893 h 6857999"/>
              <a:gd name="connsiteX126" fmla="*/ 243976 w 9354533"/>
              <a:gd name="connsiteY126" fmla="*/ 2527217 h 6857999"/>
              <a:gd name="connsiteX127" fmla="*/ 216563 w 9354533"/>
              <a:gd name="connsiteY127" fmla="*/ 2491543 h 6857999"/>
              <a:gd name="connsiteX128" fmla="*/ 191891 w 9354533"/>
              <a:gd name="connsiteY128" fmla="*/ 2450380 h 6857999"/>
              <a:gd name="connsiteX129" fmla="*/ 172702 w 9354533"/>
              <a:gd name="connsiteY129" fmla="*/ 2414705 h 6857999"/>
              <a:gd name="connsiteX130" fmla="*/ 150772 w 9354533"/>
              <a:gd name="connsiteY130" fmla="*/ 2373541 h 6857999"/>
              <a:gd name="connsiteX131" fmla="*/ 134324 w 9354533"/>
              <a:gd name="connsiteY131" fmla="*/ 2329634 h 6857999"/>
              <a:gd name="connsiteX132" fmla="*/ 117877 w 9354533"/>
              <a:gd name="connsiteY132" fmla="*/ 2291216 h 6857999"/>
              <a:gd name="connsiteX133" fmla="*/ 106912 w 9354533"/>
              <a:gd name="connsiteY133" fmla="*/ 2247308 h 6857999"/>
              <a:gd name="connsiteX134" fmla="*/ 93205 w 9354533"/>
              <a:gd name="connsiteY134" fmla="*/ 2203400 h 6857999"/>
              <a:gd name="connsiteX135" fmla="*/ 82239 w 9354533"/>
              <a:gd name="connsiteY135" fmla="*/ 2162238 h 6857999"/>
              <a:gd name="connsiteX136" fmla="*/ 76757 w 9354533"/>
              <a:gd name="connsiteY136" fmla="*/ 2118330 h 6857999"/>
              <a:gd name="connsiteX137" fmla="*/ 71275 w 9354533"/>
              <a:gd name="connsiteY137" fmla="*/ 2074424 h 6857999"/>
              <a:gd name="connsiteX138" fmla="*/ 68533 w 9354533"/>
              <a:gd name="connsiteY138" fmla="*/ 2030516 h 6857999"/>
              <a:gd name="connsiteX139" fmla="*/ 68533 w 9354533"/>
              <a:gd name="connsiteY139" fmla="*/ 1989352 h 6857999"/>
              <a:gd name="connsiteX140" fmla="*/ 68533 w 9354533"/>
              <a:gd name="connsiteY140" fmla="*/ 1942701 h 6857999"/>
              <a:gd name="connsiteX141" fmla="*/ 71275 w 9354533"/>
              <a:gd name="connsiteY141" fmla="*/ 1898793 h 6857999"/>
              <a:gd name="connsiteX142" fmla="*/ 76757 w 9354533"/>
              <a:gd name="connsiteY142" fmla="*/ 1857629 h 6857999"/>
              <a:gd name="connsiteX143" fmla="*/ 82239 w 9354533"/>
              <a:gd name="connsiteY143" fmla="*/ 1813723 h 6857999"/>
              <a:gd name="connsiteX144" fmla="*/ 93205 w 9354533"/>
              <a:gd name="connsiteY144" fmla="*/ 1769815 h 6857999"/>
              <a:gd name="connsiteX145" fmla="*/ 106912 w 9354533"/>
              <a:gd name="connsiteY145" fmla="*/ 1728652 h 6857999"/>
              <a:gd name="connsiteX146" fmla="*/ 117877 w 9354533"/>
              <a:gd name="connsiteY146" fmla="*/ 1684745 h 6857999"/>
              <a:gd name="connsiteX147" fmla="*/ 134324 w 9354533"/>
              <a:gd name="connsiteY147" fmla="*/ 1643581 h 6857999"/>
              <a:gd name="connsiteX148" fmla="*/ 150772 w 9354533"/>
              <a:gd name="connsiteY148" fmla="*/ 1605162 h 6857999"/>
              <a:gd name="connsiteX149" fmla="*/ 172702 w 9354533"/>
              <a:gd name="connsiteY149" fmla="*/ 1564000 h 6857999"/>
              <a:gd name="connsiteX150" fmla="*/ 191891 w 9354533"/>
              <a:gd name="connsiteY150" fmla="*/ 1522837 h 6857999"/>
              <a:gd name="connsiteX151" fmla="*/ 216563 w 9354533"/>
              <a:gd name="connsiteY151" fmla="*/ 1487162 h 6857999"/>
              <a:gd name="connsiteX152" fmla="*/ 243976 w 9354533"/>
              <a:gd name="connsiteY152" fmla="*/ 1448743 h 6857999"/>
              <a:gd name="connsiteX153" fmla="*/ 271390 w 9354533"/>
              <a:gd name="connsiteY153" fmla="*/ 1413068 h 6857999"/>
              <a:gd name="connsiteX154" fmla="*/ 301543 w 9354533"/>
              <a:gd name="connsiteY154" fmla="*/ 1377393 h 6857999"/>
              <a:gd name="connsiteX155" fmla="*/ 331697 w 9354533"/>
              <a:gd name="connsiteY155" fmla="*/ 1341718 h 6857999"/>
              <a:gd name="connsiteX156" fmla="*/ 367335 w 9354533"/>
              <a:gd name="connsiteY156" fmla="*/ 1311532 h 6857999"/>
              <a:gd name="connsiteX157" fmla="*/ 400229 w 9354533"/>
              <a:gd name="connsiteY157" fmla="*/ 1278601 h 6857999"/>
              <a:gd name="connsiteX158" fmla="*/ 438607 w 9354533"/>
              <a:gd name="connsiteY158" fmla="*/ 1251160 h 6857999"/>
              <a:gd name="connsiteX159" fmla="*/ 474243 w 9354533"/>
              <a:gd name="connsiteY159" fmla="*/ 1226461 h 6857999"/>
              <a:gd name="connsiteX160" fmla="*/ 512622 w 9354533"/>
              <a:gd name="connsiteY160" fmla="*/ 1201764 h 6857999"/>
              <a:gd name="connsiteX161" fmla="*/ 551001 w 9354533"/>
              <a:gd name="connsiteY161" fmla="*/ 1179811 h 6857999"/>
              <a:gd name="connsiteX162" fmla="*/ 592121 w 9354533"/>
              <a:gd name="connsiteY162" fmla="*/ 1160601 h 6857999"/>
              <a:gd name="connsiteX163" fmla="*/ 633240 w 9354533"/>
              <a:gd name="connsiteY163" fmla="*/ 1141391 h 6857999"/>
              <a:gd name="connsiteX164" fmla="*/ 674359 w 9354533"/>
              <a:gd name="connsiteY164" fmla="*/ 1127671 h 6857999"/>
              <a:gd name="connsiteX165" fmla="*/ 715479 w 9354533"/>
              <a:gd name="connsiteY165" fmla="*/ 1113948 h 6857999"/>
              <a:gd name="connsiteX166" fmla="*/ 759339 w 9354533"/>
              <a:gd name="connsiteY166" fmla="*/ 1102972 h 6857999"/>
              <a:gd name="connsiteX167" fmla="*/ 800459 w 9354533"/>
              <a:gd name="connsiteY167" fmla="*/ 1091995 h 6857999"/>
              <a:gd name="connsiteX168" fmla="*/ 844319 w 9354533"/>
              <a:gd name="connsiteY168" fmla="*/ 1083763 h 6857999"/>
              <a:gd name="connsiteX169" fmla="*/ 890920 w 9354533"/>
              <a:gd name="connsiteY169" fmla="*/ 1081018 h 6857999"/>
              <a:gd name="connsiteX170" fmla="*/ 932040 w 9354533"/>
              <a:gd name="connsiteY170" fmla="*/ 1078274 h 6857999"/>
              <a:gd name="connsiteX171" fmla="*/ 8785588 w 9354533"/>
              <a:gd name="connsiteY171" fmla="*/ 0 h 6857999"/>
              <a:gd name="connsiteX172" fmla="*/ 9354533 w 9354533"/>
              <a:gd name="connsiteY172" fmla="*/ 0 h 6857999"/>
              <a:gd name="connsiteX173" fmla="*/ 9354533 w 9354533"/>
              <a:gd name="connsiteY173" fmla="*/ 570519 h 6857999"/>
              <a:gd name="connsiteX174" fmla="*/ 6019529 w 9354533"/>
              <a:gd name="connsiteY174" fmla="*/ 0 h 6857999"/>
              <a:gd name="connsiteX175" fmla="*/ 8588708 w 9354533"/>
              <a:gd name="connsiteY175" fmla="*/ 0 h 6857999"/>
              <a:gd name="connsiteX176" fmla="*/ 9354533 w 9354533"/>
              <a:gd name="connsiteY176" fmla="*/ 768021 h 6857999"/>
              <a:gd name="connsiteX177" fmla="*/ 9354533 w 9354533"/>
              <a:gd name="connsiteY177" fmla="*/ 3347008 h 6857999"/>
              <a:gd name="connsiteX178" fmla="*/ 3248285 w 9354533"/>
              <a:gd name="connsiteY178" fmla="*/ 0 h 6857999"/>
              <a:gd name="connsiteX179" fmla="*/ 5819972 w 9354533"/>
              <a:gd name="connsiteY179" fmla="*/ 0 h 6857999"/>
              <a:gd name="connsiteX180" fmla="*/ 9354533 w 9354533"/>
              <a:gd name="connsiteY180" fmla="*/ 3545079 h 6857999"/>
              <a:gd name="connsiteX181" fmla="*/ 9354533 w 9354533"/>
              <a:gd name="connsiteY181" fmla="*/ 6127044 h 6857999"/>
              <a:gd name="connsiteX182" fmla="*/ 476872 w 9354533"/>
              <a:gd name="connsiteY182" fmla="*/ 0 h 6857999"/>
              <a:gd name="connsiteX183" fmla="*/ 3050781 w 9354533"/>
              <a:gd name="connsiteY183" fmla="*/ 0 h 6857999"/>
              <a:gd name="connsiteX184" fmla="*/ 9354533 w 9354533"/>
              <a:gd name="connsiteY184" fmla="*/ 6324693 h 6857999"/>
              <a:gd name="connsiteX185" fmla="*/ 9354533 w 9354533"/>
              <a:gd name="connsiteY185" fmla="*/ 6857999 h 6857999"/>
              <a:gd name="connsiteX186" fmla="*/ 7312522 w 9354533"/>
              <a:gd name="connsiteY18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9354533" h="6857999">
                <a:moveTo>
                  <a:pt x="811424" y="6511811"/>
                </a:moveTo>
                <a:lnTo>
                  <a:pt x="855285" y="6511811"/>
                </a:lnTo>
                <a:lnTo>
                  <a:pt x="899145" y="6511811"/>
                </a:lnTo>
                <a:lnTo>
                  <a:pt x="940265" y="6514555"/>
                </a:lnTo>
                <a:lnTo>
                  <a:pt x="986866" y="6522788"/>
                </a:lnTo>
                <a:lnTo>
                  <a:pt x="1030726" y="6531020"/>
                </a:lnTo>
                <a:lnTo>
                  <a:pt x="1071846" y="6539252"/>
                </a:lnTo>
                <a:lnTo>
                  <a:pt x="1112965" y="6550230"/>
                </a:lnTo>
                <a:lnTo>
                  <a:pt x="1156826" y="6563951"/>
                </a:lnTo>
                <a:lnTo>
                  <a:pt x="1197945" y="6577672"/>
                </a:lnTo>
                <a:lnTo>
                  <a:pt x="1239064" y="6596881"/>
                </a:lnTo>
                <a:lnTo>
                  <a:pt x="1277443" y="6616091"/>
                </a:lnTo>
                <a:lnTo>
                  <a:pt x="1318562" y="6638044"/>
                </a:lnTo>
                <a:lnTo>
                  <a:pt x="1356942" y="6662741"/>
                </a:lnTo>
                <a:lnTo>
                  <a:pt x="1392576" y="6687440"/>
                </a:lnTo>
                <a:lnTo>
                  <a:pt x="1430955" y="6717627"/>
                </a:lnTo>
                <a:lnTo>
                  <a:pt x="1463850" y="6745068"/>
                </a:lnTo>
                <a:lnTo>
                  <a:pt x="1499488" y="6780744"/>
                </a:lnTo>
                <a:lnTo>
                  <a:pt x="1576429" y="6857999"/>
                </a:lnTo>
                <a:lnTo>
                  <a:pt x="141549" y="6857999"/>
                </a:lnTo>
                <a:lnTo>
                  <a:pt x="148030" y="6849348"/>
                </a:lnTo>
                <a:lnTo>
                  <a:pt x="180926" y="6810929"/>
                </a:lnTo>
                <a:lnTo>
                  <a:pt x="211081" y="6780744"/>
                </a:lnTo>
                <a:lnTo>
                  <a:pt x="246717" y="6745068"/>
                </a:lnTo>
                <a:lnTo>
                  <a:pt x="279611" y="6717627"/>
                </a:lnTo>
                <a:lnTo>
                  <a:pt x="317990" y="6687440"/>
                </a:lnTo>
                <a:lnTo>
                  <a:pt x="353629" y="6662741"/>
                </a:lnTo>
                <a:lnTo>
                  <a:pt x="392005" y="6638044"/>
                </a:lnTo>
                <a:lnTo>
                  <a:pt x="433124" y="6616091"/>
                </a:lnTo>
                <a:lnTo>
                  <a:pt x="471503" y="6596881"/>
                </a:lnTo>
                <a:lnTo>
                  <a:pt x="512622" y="6577672"/>
                </a:lnTo>
                <a:lnTo>
                  <a:pt x="553742" y="6563951"/>
                </a:lnTo>
                <a:lnTo>
                  <a:pt x="594861" y="6550230"/>
                </a:lnTo>
                <a:lnTo>
                  <a:pt x="638721" y="6539252"/>
                </a:lnTo>
                <a:lnTo>
                  <a:pt x="679841" y="6531020"/>
                </a:lnTo>
                <a:lnTo>
                  <a:pt x="723702" y="6522788"/>
                </a:lnTo>
                <a:lnTo>
                  <a:pt x="767562" y="6514555"/>
                </a:lnTo>
                <a:close/>
                <a:moveTo>
                  <a:pt x="863507" y="3786810"/>
                </a:moveTo>
                <a:lnTo>
                  <a:pt x="907368" y="3786810"/>
                </a:lnTo>
                <a:lnTo>
                  <a:pt x="948487" y="3786810"/>
                </a:lnTo>
                <a:lnTo>
                  <a:pt x="992347" y="3792299"/>
                </a:lnTo>
                <a:lnTo>
                  <a:pt x="1038951" y="3795043"/>
                </a:lnTo>
                <a:lnTo>
                  <a:pt x="1080070" y="3803275"/>
                </a:lnTo>
                <a:lnTo>
                  <a:pt x="1123931" y="3811507"/>
                </a:lnTo>
                <a:lnTo>
                  <a:pt x="1167791" y="3822484"/>
                </a:lnTo>
                <a:lnTo>
                  <a:pt x="1206170" y="3836206"/>
                </a:lnTo>
                <a:lnTo>
                  <a:pt x="1250030" y="3852671"/>
                </a:lnTo>
                <a:lnTo>
                  <a:pt x="1291149" y="3869136"/>
                </a:lnTo>
                <a:lnTo>
                  <a:pt x="1329528" y="3888346"/>
                </a:lnTo>
                <a:lnTo>
                  <a:pt x="1370648" y="3913043"/>
                </a:lnTo>
                <a:lnTo>
                  <a:pt x="1406283" y="3934997"/>
                </a:lnTo>
                <a:lnTo>
                  <a:pt x="1444661" y="3959695"/>
                </a:lnTo>
                <a:lnTo>
                  <a:pt x="1483041" y="3989881"/>
                </a:lnTo>
                <a:lnTo>
                  <a:pt x="1515936" y="4020067"/>
                </a:lnTo>
                <a:lnTo>
                  <a:pt x="1551573" y="4052999"/>
                </a:lnTo>
                <a:lnTo>
                  <a:pt x="4345134" y="6857999"/>
                </a:lnTo>
                <a:lnTo>
                  <a:pt x="1774225" y="6857999"/>
                </a:lnTo>
                <a:lnTo>
                  <a:pt x="263165" y="5342778"/>
                </a:lnTo>
                <a:lnTo>
                  <a:pt x="230270" y="5307103"/>
                </a:lnTo>
                <a:lnTo>
                  <a:pt x="202857" y="5274172"/>
                </a:lnTo>
                <a:lnTo>
                  <a:pt x="175444" y="5238497"/>
                </a:lnTo>
                <a:lnTo>
                  <a:pt x="148030" y="5200079"/>
                </a:lnTo>
                <a:lnTo>
                  <a:pt x="123358" y="5161661"/>
                </a:lnTo>
                <a:lnTo>
                  <a:pt x="104171" y="5123241"/>
                </a:lnTo>
                <a:lnTo>
                  <a:pt x="82239" y="5082077"/>
                </a:lnTo>
                <a:lnTo>
                  <a:pt x="65792" y="5040914"/>
                </a:lnTo>
                <a:lnTo>
                  <a:pt x="49345" y="4999752"/>
                </a:lnTo>
                <a:lnTo>
                  <a:pt x="35638" y="4955844"/>
                </a:lnTo>
                <a:lnTo>
                  <a:pt x="24672" y="4914681"/>
                </a:lnTo>
                <a:lnTo>
                  <a:pt x="13707" y="4870773"/>
                </a:lnTo>
                <a:lnTo>
                  <a:pt x="8225" y="4826865"/>
                </a:lnTo>
                <a:lnTo>
                  <a:pt x="2744" y="4785702"/>
                </a:lnTo>
                <a:lnTo>
                  <a:pt x="0" y="4741796"/>
                </a:lnTo>
                <a:lnTo>
                  <a:pt x="0" y="4697888"/>
                </a:lnTo>
                <a:lnTo>
                  <a:pt x="0" y="4653981"/>
                </a:lnTo>
                <a:lnTo>
                  <a:pt x="2744" y="4610073"/>
                </a:lnTo>
                <a:lnTo>
                  <a:pt x="8225" y="4566165"/>
                </a:lnTo>
                <a:lnTo>
                  <a:pt x="13707" y="4522259"/>
                </a:lnTo>
                <a:lnTo>
                  <a:pt x="24672" y="4481095"/>
                </a:lnTo>
                <a:lnTo>
                  <a:pt x="35638" y="4437188"/>
                </a:lnTo>
                <a:lnTo>
                  <a:pt x="49345" y="4393280"/>
                </a:lnTo>
                <a:lnTo>
                  <a:pt x="65792" y="4354861"/>
                </a:lnTo>
                <a:lnTo>
                  <a:pt x="82239" y="4313698"/>
                </a:lnTo>
                <a:lnTo>
                  <a:pt x="104171" y="4272536"/>
                </a:lnTo>
                <a:lnTo>
                  <a:pt x="123358" y="4234116"/>
                </a:lnTo>
                <a:lnTo>
                  <a:pt x="148030" y="4195697"/>
                </a:lnTo>
                <a:lnTo>
                  <a:pt x="175444" y="4160023"/>
                </a:lnTo>
                <a:lnTo>
                  <a:pt x="202857" y="4121603"/>
                </a:lnTo>
                <a:lnTo>
                  <a:pt x="230270" y="4085929"/>
                </a:lnTo>
                <a:lnTo>
                  <a:pt x="263165" y="4052999"/>
                </a:lnTo>
                <a:lnTo>
                  <a:pt x="296062" y="4020067"/>
                </a:lnTo>
                <a:lnTo>
                  <a:pt x="331697" y="3989881"/>
                </a:lnTo>
                <a:lnTo>
                  <a:pt x="370076" y="3959695"/>
                </a:lnTo>
                <a:lnTo>
                  <a:pt x="405711" y="3934997"/>
                </a:lnTo>
                <a:lnTo>
                  <a:pt x="444090" y="3913043"/>
                </a:lnTo>
                <a:lnTo>
                  <a:pt x="482469" y="3888346"/>
                </a:lnTo>
                <a:lnTo>
                  <a:pt x="523588" y="3869136"/>
                </a:lnTo>
                <a:lnTo>
                  <a:pt x="564708" y="3852671"/>
                </a:lnTo>
                <a:lnTo>
                  <a:pt x="605827" y="3836206"/>
                </a:lnTo>
                <a:lnTo>
                  <a:pt x="646947" y="3822484"/>
                </a:lnTo>
                <a:lnTo>
                  <a:pt x="688066" y="3811507"/>
                </a:lnTo>
                <a:lnTo>
                  <a:pt x="731926" y="3803275"/>
                </a:lnTo>
                <a:lnTo>
                  <a:pt x="775786" y="3795043"/>
                </a:lnTo>
                <a:lnTo>
                  <a:pt x="816907" y="3792299"/>
                </a:lnTo>
                <a:close/>
                <a:moveTo>
                  <a:pt x="975900" y="1075531"/>
                </a:moveTo>
                <a:lnTo>
                  <a:pt x="1019761" y="1078274"/>
                </a:lnTo>
                <a:lnTo>
                  <a:pt x="1063623" y="1081018"/>
                </a:lnTo>
                <a:lnTo>
                  <a:pt x="1107484" y="1083763"/>
                </a:lnTo>
                <a:lnTo>
                  <a:pt x="1151344" y="1091995"/>
                </a:lnTo>
                <a:lnTo>
                  <a:pt x="1192463" y="1102972"/>
                </a:lnTo>
                <a:lnTo>
                  <a:pt x="1236324" y="1113948"/>
                </a:lnTo>
                <a:lnTo>
                  <a:pt x="1274702" y="1127671"/>
                </a:lnTo>
                <a:lnTo>
                  <a:pt x="1318562" y="1141391"/>
                </a:lnTo>
                <a:lnTo>
                  <a:pt x="1359682" y="1160601"/>
                </a:lnTo>
                <a:lnTo>
                  <a:pt x="1398058" y="1179811"/>
                </a:lnTo>
                <a:lnTo>
                  <a:pt x="1439178" y="1201764"/>
                </a:lnTo>
                <a:lnTo>
                  <a:pt x="1477556" y="1226461"/>
                </a:lnTo>
                <a:lnTo>
                  <a:pt x="1513194" y="1251160"/>
                </a:lnTo>
                <a:lnTo>
                  <a:pt x="1551573" y="1278601"/>
                </a:lnTo>
                <a:lnTo>
                  <a:pt x="1584468" y="1311532"/>
                </a:lnTo>
                <a:lnTo>
                  <a:pt x="1620103" y="1341718"/>
                </a:lnTo>
                <a:lnTo>
                  <a:pt x="7115932" y="6857999"/>
                </a:lnTo>
                <a:lnTo>
                  <a:pt x="4543996" y="6857999"/>
                </a:lnTo>
                <a:lnTo>
                  <a:pt x="331697" y="2631498"/>
                </a:lnTo>
                <a:lnTo>
                  <a:pt x="301543" y="2601310"/>
                </a:lnTo>
                <a:lnTo>
                  <a:pt x="271390" y="2562893"/>
                </a:lnTo>
                <a:lnTo>
                  <a:pt x="243976" y="2527217"/>
                </a:lnTo>
                <a:lnTo>
                  <a:pt x="216563" y="2491543"/>
                </a:lnTo>
                <a:lnTo>
                  <a:pt x="191891" y="2450380"/>
                </a:lnTo>
                <a:lnTo>
                  <a:pt x="172702" y="2414705"/>
                </a:lnTo>
                <a:lnTo>
                  <a:pt x="150772" y="2373541"/>
                </a:lnTo>
                <a:lnTo>
                  <a:pt x="134324" y="2329634"/>
                </a:lnTo>
                <a:lnTo>
                  <a:pt x="117877" y="2291216"/>
                </a:lnTo>
                <a:lnTo>
                  <a:pt x="106912" y="2247308"/>
                </a:lnTo>
                <a:lnTo>
                  <a:pt x="93205" y="2203400"/>
                </a:lnTo>
                <a:lnTo>
                  <a:pt x="82239" y="2162238"/>
                </a:lnTo>
                <a:lnTo>
                  <a:pt x="76757" y="2118330"/>
                </a:lnTo>
                <a:lnTo>
                  <a:pt x="71275" y="2074424"/>
                </a:lnTo>
                <a:lnTo>
                  <a:pt x="68533" y="2030516"/>
                </a:lnTo>
                <a:lnTo>
                  <a:pt x="68533" y="1989352"/>
                </a:lnTo>
                <a:lnTo>
                  <a:pt x="68533" y="1942701"/>
                </a:lnTo>
                <a:lnTo>
                  <a:pt x="71275" y="1898793"/>
                </a:lnTo>
                <a:lnTo>
                  <a:pt x="76757" y="1857629"/>
                </a:lnTo>
                <a:lnTo>
                  <a:pt x="82239" y="1813723"/>
                </a:lnTo>
                <a:lnTo>
                  <a:pt x="93205" y="1769815"/>
                </a:lnTo>
                <a:lnTo>
                  <a:pt x="106912" y="1728652"/>
                </a:lnTo>
                <a:lnTo>
                  <a:pt x="117877" y="1684745"/>
                </a:lnTo>
                <a:lnTo>
                  <a:pt x="134324" y="1643581"/>
                </a:lnTo>
                <a:lnTo>
                  <a:pt x="150772" y="1605162"/>
                </a:lnTo>
                <a:lnTo>
                  <a:pt x="172702" y="1564000"/>
                </a:lnTo>
                <a:lnTo>
                  <a:pt x="191891" y="1522837"/>
                </a:lnTo>
                <a:lnTo>
                  <a:pt x="216563" y="1487162"/>
                </a:lnTo>
                <a:lnTo>
                  <a:pt x="243976" y="1448743"/>
                </a:lnTo>
                <a:lnTo>
                  <a:pt x="271390" y="1413068"/>
                </a:lnTo>
                <a:lnTo>
                  <a:pt x="301543" y="1377393"/>
                </a:lnTo>
                <a:lnTo>
                  <a:pt x="331697" y="1341718"/>
                </a:lnTo>
                <a:lnTo>
                  <a:pt x="367335" y="1311532"/>
                </a:lnTo>
                <a:lnTo>
                  <a:pt x="400229" y="1278601"/>
                </a:lnTo>
                <a:lnTo>
                  <a:pt x="438607" y="1251160"/>
                </a:lnTo>
                <a:lnTo>
                  <a:pt x="474243" y="1226461"/>
                </a:lnTo>
                <a:lnTo>
                  <a:pt x="512622" y="1201764"/>
                </a:lnTo>
                <a:lnTo>
                  <a:pt x="551001" y="1179811"/>
                </a:lnTo>
                <a:lnTo>
                  <a:pt x="592121" y="1160601"/>
                </a:lnTo>
                <a:lnTo>
                  <a:pt x="633240" y="1141391"/>
                </a:lnTo>
                <a:lnTo>
                  <a:pt x="674359" y="1127671"/>
                </a:lnTo>
                <a:lnTo>
                  <a:pt x="715479" y="1113948"/>
                </a:lnTo>
                <a:lnTo>
                  <a:pt x="759339" y="1102972"/>
                </a:lnTo>
                <a:lnTo>
                  <a:pt x="800459" y="1091995"/>
                </a:lnTo>
                <a:lnTo>
                  <a:pt x="844319" y="1083763"/>
                </a:lnTo>
                <a:lnTo>
                  <a:pt x="890920" y="1081018"/>
                </a:lnTo>
                <a:lnTo>
                  <a:pt x="932040" y="1078274"/>
                </a:lnTo>
                <a:close/>
                <a:moveTo>
                  <a:pt x="8785588" y="0"/>
                </a:moveTo>
                <a:lnTo>
                  <a:pt x="9354533" y="0"/>
                </a:lnTo>
                <a:lnTo>
                  <a:pt x="9354533" y="570519"/>
                </a:lnTo>
                <a:close/>
                <a:moveTo>
                  <a:pt x="6019529" y="0"/>
                </a:moveTo>
                <a:lnTo>
                  <a:pt x="8588708" y="0"/>
                </a:lnTo>
                <a:lnTo>
                  <a:pt x="9354533" y="768021"/>
                </a:lnTo>
                <a:lnTo>
                  <a:pt x="9354533" y="3347008"/>
                </a:lnTo>
                <a:close/>
                <a:moveTo>
                  <a:pt x="3248285" y="0"/>
                </a:moveTo>
                <a:lnTo>
                  <a:pt x="5819972" y="0"/>
                </a:lnTo>
                <a:lnTo>
                  <a:pt x="9354533" y="3545079"/>
                </a:lnTo>
                <a:lnTo>
                  <a:pt x="9354533" y="6127044"/>
                </a:lnTo>
                <a:close/>
                <a:moveTo>
                  <a:pt x="476872" y="0"/>
                </a:moveTo>
                <a:lnTo>
                  <a:pt x="3050781" y="0"/>
                </a:lnTo>
                <a:lnTo>
                  <a:pt x="9354533" y="6324693"/>
                </a:lnTo>
                <a:lnTo>
                  <a:pt x="9354533" y="6857999"/>
                </a:lnTo>
                <a:lnTo>
                  <a:pt x="7312522" y="6857999"/>
                </a:lnTo>
                <a:close/>
              </a:path>
            </a:pathLst>
          </a:custGeom>
          <a:gradFill flip="none" rotWithShape="1">
            <a:gsLst>
              <a:gs pos="19000">
                <a:schemeClr val="bg1">
                  <a:alpha val="0"/>
                </a:schemeClr>
              </a:gs>
              <a:gs pos="100000">
                <a:schemeClr val="accent2">
                  <a:alpha val="6000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1" name="Freeform: Shape 35">
            <a:extLst>
              <a:ext uri="{FF2B5EF4-FFF2-40B4-BE49-F238E27FC236}">
                <a16:creationId xmlns:a16="http://schemas.microsoft.com/office/drawing/2014/main" id="{2CC276F5-8771-5B49-F30A-35775BA40203}"/>
              </a:ext>
            </a:extLst>
          </p:cNvPr>
          <p:cNvSpPr/>
          <p:nvPr/>
        </p:nvSpPr>
        <p:spPr>
          <a:xfrm>
            <a:off x="9315925" y="5402263"/>
            <a:ext cx="2584231" cy="1222070"/>
          </a:xfrm>
          <a:custGeom>
            <a:avLst/>
            <a:gdLst>
              <a:gd name="connsiteX0" fmla="*/ 1525169 w 2440693"/>
              <a:gd name="connsiteY0" fmla="*/ 0 h 1149657"/>
              <a:gd name="connsiteX1" fmla="*/ 2412927 w 2440693"/>
              <a:gd name="connsiteY1" fmla="*/ 271173 h 1149657"/>
              <a:gd name="connsiteX2" fmla="*/ 2440693 w 2440693"/>
              <a:gd name="connsiteY2" fmla="*/ 291936 h 1149657"/>
              <a:gd name="connsiteX3" fmla="*/ 2440693 w 2440693"/>
              <a:gd name="connsiteY3" fmla="*/ 857571 h 1149657"/>
              <a:gd name="connsiteX4" fmla="*/ 2148607 w 2440693"/>
              <a:gd name="connsiteY4" fmla="*/ 1149657 h 1149657"/>
              <a:gd name="connsiteX5" fmla="*/ 0 w 2440693"/>
              <a:gd name="connsiteY5" fmla="*/ 1149657 h 1149657"/>
              <a:gd name="connsiteX6" fmla="*/ 8747 w 2440693"/>
              <a:gd name="connsiteY6" fmla="*/ 1115642 h 1149657"/>
              <a:gd name="connsiteX7" fmla="*/ 1525169 w 2440693"/>
              <a:gd name="connsiteY7" fmla="*/ 0 h 11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0693" h="1149657">
                <a:moveTo>
                  <a:pt x="1525169" y="0"/>
                </a:moveTo>
                <a:cubicBezTo>
                  <a:pt x="1854015" y="0"/>
                  <a:pt x="2159512" y="99969"/>
                  <a:pt x="2412927" y="271173"/>
                </a:cubicBezTo>
                <a:lnTo>
                  <a:pt x="2440693" y="291936"/>
                </a:lnTo>
                <a:lnTo>
                  <a:pt x="2440693" y="857571"/>
                </a:lnTo>
                <a:cubicBezTo>
                  <a:pt x="2440693" y="1018886"/>
                  <a:pt x="2309922" y="1149657"/>
                  <a:pt x="2148607" y="1149657"/>
                </a:cubicBezTo>
                <a:lnTo>
                  <a:pt x="0" y="1149657"/>
                </a:lnTo>
                <a:lnTo>
                  <a:pt x="8747" y="1115642"/>
                </a:lnTo>
                <a:cubicBezTo>
                  <a:pt x="209781" y="469295"/>
                  <a:pt x="812670" y="0"/>
                  <a:pt x="1525169"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36">
            <a:extLst>
              <a:ext uri="{FF2B5EF4-FFF2-40B4-BE49-F238E27FC236}">
                <a16:creationId xmlns:a16="http://schemas.microsoft.com/office/drawing/2014/main" id="{CB2C3BB5-9D06-144D-E9F9-66DF2399F94B}"/>
              </a:ext>
            </a:extLst>
          </p:cNvPr>
          <p:cNvSpPr/>
          <p:nvPr/>
        </p:nvSpPr>
        <p:spPr>
          <a:xfrm>
            <a:off x="89613" y="972872"/>
            <a:ext cx="1000694" cy="3175614"/>
          </a:xfrm>
          <a:custGeom>
            <a:avLst/>
            <a:gdLst>
              <a:gd name="connsiteX0" fmla="*/ 0 w 1000694"/>
              <a:gd name="connsiteY0" fmla="*/ 0 h 2948702"/>
              <a:gd name="connsiteX1" fmla="*/ 30934 w 1000694"/>
              <a:gd name="connsiteY1" fmla="*/ 11322 h 2948702"/>
              <a:gd name="connsiteX2" fmla="*/ 1000694 w 1000694"/>
              <a:gd name="connsiteY2" fmla="*/ 1474351 h 2948702"/>
              <a:gd name="connsiteX3" fmla="*/ 30934 w 1000694"/>
              <a:gd name="connsiteY3" fmla="*/ 2937380 h 2948702"/>
              <a:gd name="connsiteX4" fmla="*/ 0 w 1000694"/>
              <a:gd name="connsiteY4" fmla="*/ 2948702 h 294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694" h="2948702">
                <a:moveTo>
                  <a:pt x="0" y="0"/>
                </a:moveTo>
                <a:lnTo>
                  <a:pt x="30934" y="11322"/>
                </a:lnTo>
                <a:cubicBezTo>
                  <a:pt x="600821" y="252364"/>
                  <a:pt x="1000694" y="816660"/>
                  <a:pt x="1000694" y="1474351"/>
                </a:cubicBezTo>
                <a:cubicBezTo>
                  <a:pt x="1000694" y="2132043"/>
                  <a:pt x="600821" y="2696338"/>
                  <a:pt x="30934" y="2937380"/>
                </a:cubicBezTo>
                <a:lnTo>
                  <a:pt x="0" y="2948702"/>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文本框 18">
            <a:extLst>
              <a:ext uri="{FF2B5EF4-FFF2-40B4-BE49-F238E27FC236}">
                <a16:creationId xmlns:a16="http://schemas.microsoft.com/office/drawing/2014/main" id="{EB334611-E712-05A1-057A-7BD56488F51D}"/>
              </a:ext>
            </a:extLst>
          </p:cNvPr>
          <p:cNvSpPr txBox="1"/>
          <p:nvPr/>
        </p:nvSpPr>
        <p:spPr>
          <a:xfrm>
            <a:off x="290699" y="205651"/>
            <a:ext cx="5805301" cy="769441"/>
          </a:xfrm>
          <a:prstGeom prst="rect">
            <a:avLst/>
          </a:prstGeom>
          <a:noFill/>
        </p:spPr>
        <p:txBody>
          <a:bodyPr wrap="square" rtlCol="0">
            <a:spAutoFit/>
          </a:bodyPr>
          <a:lstStyle/>
          <a:p>
            <a:pPr algn="ctr"/>
            <a:r>
              <a:rPr lang="en-IN" sz="4400" dirty="0">
                <a:solidFill>
                  <a:schemeClr val="bg1"/>
                </a:solidFill>
              </a:rPr>
              <a:t>Why </a:t>
            </a:r>
            <a:r>
              <a:rPr lang="en-US" sz="4400" dirty="0">
                <a:solidFill>
                  <a:schemeClr val="bg1"/>
                </a:solidFill>
                <a:cs typeface="Poppins SemiBold" panose="00000700000000000000" pitchFamily="2" charset="0"/>
              </a:rPr>
              <a:t>Eye-tracking </a:t>
            </a:r>
            <a:r>
              <a:rPr lang="en-US" altLang="zh-CN" sz="4400" dirty="0">
                <a:solidFill>
                  <a:schemeClr val="bg1"/>
                </a:solidFill>
                <a:latin typeface="+mj-lt"/>
                <a:cs typeface="OPPOSans M" panose="00020600040101010101" charset="-122"/>
              </a:rPr>
              <a:t>: </a:t>
            </a:r>
            <a:endParaRPr lang="zh-CN" altLang="en-US" sz="4400" dirty="0">
              <a:solidFill>
                <a:schemeClr val="bg1"/>
              </a:solidFill>
              <a:latin typeface="+mj-lt"/>
              <a:cs typeface="OPPOSans M" panose="00020600040101010101" charset="-122"/>
            </a:endParaRPr>
          </a:p>
        </p:txBody>
      </p:sp>
      <p:sp>
        <p:nvSpPr>
          <p:cNvPr id="24" name="矩形 23">
            <a:extLst>
              <a:ext uri="{FF2B5EF4-FFF2-40B4-BE49-F238E27FC236}">
                <a16:creationId xmlns:a16="http://schemas.microsoft.com/office/drawing/2014/main" id="{383345AE-7786-3C8C-2B8A-2295D296910C}"/>
              </a:ext>
            </a:extLst>
          </p:cNvPr>
          <p:cNvSpPr/>
          <p:nvPr/>
        </p:nvSpPr>
        <p:spPr>
          <a:xfrm>
            <a:off x="5248275" y="1776058"/>
            <a:ext cx="1695450" cy="92371"/>
          </a:xfrm>
          <a:prstGeom prst="rect">
            <a:avLst/>
          </a:prstGeom>
          <a:gradFill>
            <a:gsLst>
              <a:gs pos="0">
                <a:schemeClr val="accent2"/>
              </a:gs>
              <a:gs pos="100000">
                <a:schemeClr val="accent1">
                  <a:lumMod val="60000"/>
                  <a:lumOff val="4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chemeClr val="accent1"/>
                  </a:gs>
                  <a:gs pos="100000">
                    <a:schemeClr val="accent2"/>
                  </a:gs>
                </a:gsLst>
                <a:lin ang="0" scaled="0"/>
              </a:gradFill>
              <a:cs typeface="OPPOSans M" panose="00020600040101010101" charset="-122"/>
            </a:endParaRPr>
          </a:p>
        </p:txBody>
      </p:sp>
      <p:sp>
        <p:nvSpPr>
          <p:cNvPr id="25" name="TextBox 24">
            <a:extLst>
              <a:ext uri="{FF2B5EF4-FFF2-40B4-BE49-F238E27FC236}">
                <a16:creationId xmlns:a16="http://schemas.microsoft.com/office/drawing/2014/main" id="{B79BA5C8-A8C5-BDC6-6B2D-DDFB1386DBA5}"/>
              </a:ext>
            </a:extLst>
          </p:cNvPr>
          <p:cNvSpPr txBox="1"/>
          <p:nvPr/>
        </p:nvSpPr>
        <p:spPr>
          <a:xfrm>
            <a:off x="953769" y="1104640"/>
            <a:ext cx="10010791" cy="4708981"/>
          </a:xfrm>
          <a:prstGeom prst="rect">
            <a:avLst/>
          </a:prstGeom>
          <a:noFill/>
        </p:spPr>
        <p:txBody>
          <a:bodyPr wrap="square" rtlCol="0">
            <a:spAutoFit/>
          </a:bodyPr>
          <a:lstStyle/>
          <a:p>
            <a:pPr marL="742950" lvl="1" indent="-285750" algn="just">
              <a:buFont typeface="Arial" panose="020B0604020202020204" pitchFamily="34" charset="0"/>
              <a:buChar char="•"/>
            </a:pPr>
            <a:r>
              <a:rPr lang="en-US" sz="2000" dirty="0">
                <a:solidFill>
                  <a:schemeClr val="bg1"/>
                </a:solidFill>
              </a:rPr>
              <a:t>Low-Cost, Hardware-Independent Screening The setup works with nearly any budget webcam, so there’s no need for expensive tools or tricky installations. </a:t>
            </a:r>
          </a:p>
          <a:p>
            <a:pPr lvl="1" algn="just"/>
            <a:endParaRPr lang="en-US" sz="2000" dirty="0">
              <a:solidFill>
                <a:schemeClr val="bg1"/>
              </a:solidFill>
            </a:endParaRPr>
          </a:p>
          <a:p>
            <a:pPr marL="742950" lvl="1" indent="-285750" algn="just">
              <a:buFont typeface="Arial" panose="020B0604020202020204" pitchFamily="34" charset="0"/>
              <a:buChar char="•"/>
            </a:pPr>
            <a:r>
              <a:rPr lang="en-US" sz="2000" dirty="0">
                <a:solidFill>
                  <a:schemeClr val="bg1"/>
                </a:solidFill>
              </a:rPr>
              <a:t>Objective, Quantifiable Behavioral Measurement Looking at how often focus changes, size of eye motions, blinking speed, or ability to follow objects gives doctors clearer clues. </a:t>
            </a:r>
          </a:p>
          <a:p>
            <a:pPr lvl="1" algn="just"/>
            <a:endParaRPr lang="en-US" sz="2000" dirty="0">
              <a:solidFill>
                <a:schemeClr val="bg1"/>
              </a:solidFill>
            </a:endParaRPr>
          </a:p>
          <a:p>
            <a:pPr marL="742950" lvl="1" indent="-285750" algn="just">
              <a:buFont typeface="Arial" panose="020B0604020202020204" pitchFamily="34" charset="0"/>
              <a:buChar char="•"/>
            </a:pPr>
            <a:r>
              <a:rPr lang="en-US" sz="2000" dirty="0">
                <a:solidFill>
                  <a:schemeClr val="bg1"/>
                </a:solidFill>
              </a:rPr>
              <a:t>Early Detection and Timely Intervention Faster detection happens with solid predictions, so toddlers get checked quickly because smart actions begin at once. </a:t>
            </a:r>
          </a:p>
          <a:p>
            <a:pPr marL="742950" lvl="1" indent="-285750" algn="just">
              <a:buFont typeface="Arial" panose="020B0604020202020204" pitchFamily="34" charset="0"/>
              <a:buChar char="•"/>
            </a:pPr>
            <a:endParaRPr lang="en-US" sz="2000" dirty="0">
              <a:solidFill>
                <a:schemeClr val="bg1"/>
              </a:solidFill>
            </a:endParaRPr>
          </a:p>
          <a:p>
            <a:pPr marL="742950" lvl="1" indent="-285750" algn="just">
              <a:buFont typeface="Arial" panose="020B0604020202020204" pitchFamily="34" charset="0"/>
              <a:buChar char="•"/>
            </a:pPr>
            <a:r>
              <a:rPr lang="en-US" sz="2000" dirty="0">
                <a:solidFill>
                  <a:schemeClr val="bg1"/>
                </a:solidFill>
              </a:rPr>
              <a:t>Real-Time Analysis and Immediate Feedback The system runs videos at 30 frames per second, displaying real-time motion while flagging dangerous situations.</a:t>
            </a:r>
            <a:endParaRPr lang="en-IN" sz="2000" dirty="0">
              <a:solidFill>
                <a:schemeClr val="bg1"/>
              </a:solidFill>
            </a:endParaRPr>
          </a:p>
        </p:txBody>
      </p:sp>
    </p:spTree>
    <p:extLst>
      <p:ext uri="{BB962C8B-B14F-4D97-AF65-F5344CB8AC3E}">
        <p14:creationId xmlns:p14="http://schemas.microsoft.com/office/powerpoint/2010/main" val="4292174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63000">
              <a:schemeClr val="accent3">
                <a:lumMod val="50000"/>
                <a:lumOff val="50000"/>
              </a:schemeClr>
            </a:gs>
            <a:gs pos="0">
              <a:schemeClr val="accent1">
                <a:lumMod val="60000"/>
                <a:lumOff val="40000"/>
              </a:schemeClr>
            </a:gs>
            <a:gs pos="100000">
              <a:schemeClr val="accent1">
                <a:lumMod val="30000"/>
                <a:lumOff val="70000"/>
              </a:schemeClr>
            </a:gs>
          </a:gsLst>
          <a:lin ang="3600000" scaled="0"/>
        </a:gradFill>
        <a:effectLst/>
      </p:bgPr>
    </p:bg>
    <p:spTree>
      <p:nvGrpSpPr>
        <p:cNvPr id="1" name="">
          <a:extLst>
            <a:ext uri="{FF2B5EF4-FFF2-40B4-BE49-F238E27FC236}">
              <a16:creationId xmlns:a16="http://schemas.microsoft.com/office/drawing/2014/main" id="{C1A2F082-27C6-A33F-3DFC-89F7A94E07D7}"/>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A33BCCDE-F486-7AB0-1B18-BFA265FD58C3}"/>
              </a:ext>
            </a:extLst>
          </p:cNvPr>
          <p:cNvSpPr/>
          <p:nvPr/>
        </p:nvSpPr>
        <p:spPr>
          <a:xfrm>
            <a:off x="1" y="1043307"/>
            <a:ext cx="1119335" cy="3034744"/>
          </a:xfrm>
          <a:custGeom>
            <a:avLst/>
            <a:gdLst>
              <a:gd name="connsiteX0" fmla="*/ 0 w 1119335"/>
              <a:gd name="connsiteY0" fmla="*/ 0 h 3034744"/>
              <a:gd name="connsiteX1" fmla="*/ 3693 w 1119335"/>
              <a:gd name="connsiteY1" fmla="*/ 950 h 3034744"/>
              <a:gd name="connsiteX2" fmla="*/ 1119335 w 1119335"/>
              <a:gd name="connsiteY2" fmla="*/ 1517372 h 3034744"/>
              <a:gd name="connsiteX3" fmla="*/ 3693 w 1119335"/>
              <a:gd name="connsiteY3" fmla="*/ 3033795 h 3034744"/>
              <a:gd name="connsiteX4" fmla="*/ 0 w 1119335"/>
              <a:gd name="connsiteY4" fmla="*/ 3034744 h 3034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35" h="3034744">
                <a:moveTo>
                  <a:pt x="0" y="0"/>
                </a:moveTo>
                <a:lnTo>
                  <a:pt x="3693" y="950"/>
                </a:lnTo>
                <a:cubicBezTo>
                  <a:pt x="650040" y="201984"/>
                  <a:pt x="1119335" y="804873"/>
                  <a:pt x="1119335" y="1517372"/>
                </a:cubicBezTo>
                <a:cubicBezTo>
                  <a:pt x="1119335" y="2229871"/>
                  <a:pt x="650040" y="2832760"/>
                  <a:pt x="3693" y="3033795"/>
                </a:cubicBezTo>
                <a:lnTo>
                  <a:pt x="0" y="3034744"/>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任意多边形: 形状 2">
            <a:extLst>
              <a:ext uri="{FF2B5EF4-FFF2-40B4-BE49-F238E27FC236}">
                <a16:creationId xmlns:a16="http://schemas.microsoft.com/office/drawing/2014/main" id="{A1A1FA4D-E481-21F0-4795-266F076387AF}"/>
              </a:ext>
            </a:extLst>
          </p:cNvPr>
          <p:cNvSpPr/>
          <p:nvPr/>
        </p:nvSpPr>
        <p:spPr>
          <a:xfrm>
            <a:off x="9324824" y="5498794"/>
            <a:ext cx="2867177" cy="1359207"/>
          </a:xfrm>
          <a:custGeom>
            <a:avLst/>
            <a:gdLst>
              <a:gd name="connsiteX0" fmla="*/ 1569498 w 2867177"/>
              <a:gd name="connsiteY0" fmla="*/ 0 h 1359207"/>
              <a:gd name="connsiteX1" fmla="*/ 2794727 w 2867177"/>
              <a:gd name="connsiteY1" fmla="*/ 577814 h 1359207"/>
              <a:gd name="connsiteX2" fmla="*/ 2867177 w 2867177"/>
              <a:gd name="connsiteY2" fmla="*/ 674700 h 1359207"/>
              <a:gd name="connsiteX3" fmla="*/ 2867177 w 2867177"/>
              <a:gd name="connsiteY3" fmla="*/ 1359207 h 1359207"/>
              <a:gd name="connsiteX4" fmla="*/ 0 w 2867177"/>
              <a:gd name="connsiteY4" fmla="*/ 1359207 h 1359207"/>
              <a:gd name="connsiteX5" fmla="*/ 13950 w 2867177"/>
              <a:gd name="connsiteY5" fmla="*/ 1267809 h 1359207"/>
              <a:gd name="connsiteX6" fmla="*/ 1569498 w 2867177"/>
              <a:gd name="connsiteY6" fmla="*/ 0 h 135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177" h="1359207">
                <a:moveTo>
                  <a:pt x="1569498" y="0"/>
                </a:moveTo>
                <a:cubicBezTo>
                  <a:pt x="2062767" y="0"/>
                  <a:pt x="2503500" y="224929"/>
                  <a:pt x="2794727" y="577814"/>
                </a:cubicBezTo>
                <a:lnTo>
                  <a:pt x="2867177" y="674700"/>
                </a:lnTo>
                <a:lnTo>
                  <a:pt x="2867177" y="1359207"/>
                </a:lnTo>
                <a:lnTo>
                  <a:pt x="0" y="1359207"/>
                </a:lnTo>
                <a:lnTo>
                  <a:pt x="13950" y="1267809"/>
                </a:lnTo>
                <a:cubicBezTo>
                  <a:pt x="162007" y="544272"/>
                  <a:pt x="802191" y="0"/>
                  <a:pt x="1569498"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 name="Group 32">
            <a:extLst>
              <a:ext uri="{FF2B5EF4-FFF2-40B4-BE49-F238E27FC236}">
                <a16:creationId xmlns:a16="http://schemas.microsoft.com/office/drawing/2014/main" id="{4CDFF4CC-3EEA-B663-61A6-58F88A6AC811}"/>
              </a:ext>
            </a:extLst>
          </p:cNvPr>
          <p:cNvGrpSpPr/>
          <p:nvPr/>
        </p:nvGrpSpPr>
        <p:grpSpPr>
          <a:xfrm>
            <a:off x="8941188" y="1510690"/>
            <a:ext cx="2064994" cy="2064994"/>
            <a:chOff x="10640582" y="1220864"/>
            <a:chExt cx="2064994" cy="2064994"/>
          </a:xfrm>
        </p:grpSpPr>
        <p:sp>
          <p:nvSpPr>
            <p:cNvPr id="5" name="Circle: Hollow 38">
              <a:extLst>
                <a:ext uri="{FF2B5EF4-FFF2-40B4-BE49-F238E27FC236}">
                  <a16:creationId xmlns:a16="http://schemas.microsoft.com/office/drawing/2014/main" id="{CC547828-CFAD-AC4B-4154-CAF7180B4008}"/>
                </a:ext>
              </a:extLst>
            </p:cNvPr>
            <p:cNvSpPr/>
            <p:nvPr/>
          </p:nvSpPr>
          <p:spPr>
            <a:xfrm rot="20700000">
              <a:off x="10640582" y="1220864"/>
              <a:ext cx="2064994" cy="2064994"/>
            </a:xfrm>
            <a:prstGeom prst="donut">
              <a:avLst>
                <a:gd name="adj" fmla="val 37753"/>
              </a:avLst>
            </a:prstGeom>
            <a:gradFill>
              <a:gsLst>
                <a:gs pos="100000">
                  <a:schemeClr val="accent6"/>
                </a:gs>
                <a:gs pos="60000">
                  <a:schemeClr val="accent5"/>
                </a:gs>
                <a:gs pos="5000">
                  <a:schemeClr val="accent4"/>
                </a:gs>
              </a:gsLst>
              <a:path path="circle">
                <a:fillToRect l="100000" t="100000"/>
              </a:path>
            </a:gradFill>
            <a:ln>
              <a:noFill/>
            </a:ln>
            <a:effectLst>
              <a:outerShdw blurRad="774700" dist="546100" dir="2700000" algn="tl" rotWithShape="0">
                <a:prstClr val="black">
                  <a:alpha val="40000"/>
                </a:prstClr>
              </a:outerShdw>
              <a:softEdge rad="698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ircle: Hollow 39">
              <a:extLst>
                <a:ext uri="{FF2B5EF4-FFF2-40B4-BE49-F238E27FC236}">
                  <a16:creationId xmlns:a16="http://schemas.microsoft.com/office/drawing/2014/main" id="{C4BCE492-90D0-2FED-9987-B738B266EFBF}"/>
                </a:ext>
              </a:extLst>
            </p:cNvPr>
            <p:cNvSpPr/>
            <p:nvPr/>
          </p:nvSpPr>
          <p:spPr>
            <a:xfrm rot="20700000">
              <a:off x="10864033" y="1444315"/>
              <a:ext cx="1618092" cy="1618092"/>
            </a:xfrm>
            <a:prstGeom prst="donut">
              <a:avLst/>
            </a:prstGeom>
            <a:solidFill>
              <a:schemeClr val="bg1"/>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ircle: Hollow 40">
              <a:extLst>
                <a:ext uri="{FF2B5EF4-FFF2-40B4-BE49-F238E27FC236}">
                  <a16:creationId xmlns:a16="http://schemas.microsoft.com/office/drawing/2014/main" id="{A7E00D8B-6887-900A-F0B8-C389DF872541}"/>
                </a:ext>
              </a:extLst>
            </p:cNvPr>
            <p:cNvSpPr/>
            <p:nvPr/>
          </p:nvSpPr>
          <p:spPr>
            <a:xfrm rot="20700000">
              <a:off x="10864033" y="1444315"/>
              <a:ext cx="1618092" cy="1618092"/>
            </a:xfrm>
            <a:prstGeom prst="donut">
              <a:avLst/>
            </a:prstGeom>
            <a:gradFill>
              <a:gsLst>
                <a:gs pos="100000">
                  <a:schemeClr val="accent6"/>
                </a:gs>
                <a:gs pos="60000">
                  <a:schemeClr val="accent5"/>
                </a:gs>
                <a:gs pos="5000">
                  <a:schemeClr val="accent4"/>
                </a:gs>
              </a:gsLst>
              <a:path path="circle">
                <a:fillToRect l="100000" t="100000"/>
              </a:path>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8" name="Rectangle: Rounded Corners 31">
            <a:extLst>
              <a:ext uri="{FF2B5EF4-FFF2-40B4-BE49-F238E27FC236}">
                <a16:creationId xmlns:a16="http://schemas.microsoft.com/office/drawing/2014/main" id="{3A06F5B3-78BD-FBC7-640A-6DA7C4780039}"/>
              </a:ext>
            </a:extLst>
          </p:cNvPr>
          <p:cNvSpPr/>
          <p:nvPr/>
        </p:nvSpPr>
        <p:spPr>
          <a:xfrm>
            <a:off x="193780" y="361759"/>
            <a:ext cx="11707521" cy="6229541"/>
          </a:xfrm>
          <a:prstGeom prst="roundRect">
            <a:avLst>
              <a:gd name="adj" fmla="val 4883"/>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任意多边形: 形状 8">
            <a:extLst>
              <a:ext uri="{FF2B5EF4-FFF2-40B4-BE49-F238E27FC236}">
                <a16:creationId xmlns:a16="http://schemas.microsoft.com/office/drawing/2014/main" id="{D2BD31DF-7893-54F6-6E5B-BCF049ECBACD}"/>
              </a:ext>
            </a:extLst>
          </p:cNvPr>
          <p:cNvSpPr/>
          <p:nvPr/>
        </p:nvSpPr>
        <p:spPr>
          <a:xfrm>
            <a:off x="2820299" y="0"/>
            <a:ext cx="9354533" cy="6857999"/>
          </a:xfrm>
          <a:custGeom>
            <a:avLst/>
            <a:gdLst>
              <a:gd name="connsiteX0" fmla="*/ 811424 w 9354533"/>
              <a:gd name="connsiteY0" fmla="*/ 6511811 h 6857999"/>
              <a:gd name="connsiteX1" fmla="*/ 855285 w 9354533"/>
              <a:gd name="connsiteY1" fmla="*/ 6511811 h 6857999"/>
              <a:gd name="connsiteX2" fmla="*/ 899145 w 9354533"/>
              <a:gd name="connsiteY2" fmla="*/ 6511811 h 6857999"/>
              <a:gd name="connsiteX3" fmla="*/ 940265 w 9354533"/>
              <a:gd name="connsiteY3" fmla="*/ 6514555 h 6857999"/>
              <a:gd name="connsiteX4" fmla="*/ 986866 w 9354533"/>
              <a:gd name="connsiteY4" fmla="*/ 6522788 h 6857999"/>
              <a:gd name="connsiteX5" fmla="*/ 1030726 w 9354533"/>
              <a:gd name="connsiteY5" fmla="*/ 6531020 h 6857999"/>
              <a:gd name="connsiteX6" fmla="*/ 1071846 w 9354533"/>
              <a:gd name="connsiteY6" fmla="*/ 6539252 h 6857999"/>
              <a:gd name="connsiteX7" fmla="*/ 1112965 w 9354533"/>
              <a:gd name="connsiteY7" fmla="*/ 6550230 h 6857999"/>
              <a:gd name="connsiteX8" fmla="*/ 1156826 w 9354533"/>
              <a:gd name="connsiteY8" fmla="*/ 6563951 h 6857999"/>
              <a:gd name="connsiteX9" fmla="*/ 1197945 w 9354533"/>
              <a:gd name="connsiteY9" fmla="*/ 6577672 h 6857999"/>
              <a:gd name="connsiteX10" fmla="*/ 1239064 w 9354533"/>
              <a:gd name="connsiteY10" fmla="*/ 6596881 h 6857999"/>
              <a:gd name="connsiteX11" fmla="*/ 1277443 w 9354533"/>
              <a:gd name="connsiteY11" fmla="*/ 6616091 h 6857999"/>
              <a:gd name="connsiteX12" fmla="*/ 1318562 w 9354533"/>
              <a:gd name="connsiteY12" fmla="*/ 6638044 h 6857999"/>
              <a:gd name="connsiteX13" fmla="*/ 1356942 w 9354533"/>
              <a:gd name="connsiteY13" fmla="*/ 6662741 h 6857999"/>
              <a:gd name="connsiteX14" fmla="*/ 1392576 w 9354533"/>
              <a:gd name="connsiteY14" fmla="*/ 6687440 h 6857999"/>
              <a:gd name="connsiteX15" fmla="*/ 1430955 w 9354533"/>
              <a:gd name="connsiteY15" fmla="*/ 6717627 h 6857999"/>
              <a:gd name="connsiteX16" fmla="*/ 1463850 w 9354533"/>
              <a:gd name="connsiteY16" fmla="*/ 6745068 h 6857999"/>
              <a:gd name="connsiteX17" fmla="*/ 1499488 w 9354533"/>
              <a:gd name="connsiteY17" fmla="*/ 6780744 h 6857999"/>
              <a:gd name="connsiteX18" fmla="*/ 1576429 w 9354533"/>
              <a:gd name="connsiteY18" fmla="*/ 6857999 h 6857999"/>
              <a:gd name="connsiteX19" fmla="*/ 141549 w 9354533"/>
              <a:gd name="connsiteY19" fmla="*/ 6857999 h 6857999"/>
              <a:gd name="connsiteX20" fmla="*/ 148030 w 9354533"/>
              <a:gd name="connsiteY20" fmla="*/ 6849348 h 6857999"/>
              <a:gd name="connsiteX21" fmla="*/ 180926 w 9354533"/>
              <a:gd name="connsiteY21" fmla="*/ 6810929 h 6857999"/>
              <a:gd name="connsiteX22" fmla="*/ 211081 w 9354533"/>
              <a:gd name="connsiteY22" fmla="*/ 6780744 h 6857999"/>
              <a:gd name="connsiteX23" fmla="*/ 246717 w 9354533"/>
              <a:gd name="connsiteY23" fmla="*/ 6745068 h 6857999"/>
              <a:gd name="connsiteX24" fmla="*/ 279611 w 9354533"/>
              <a:gd name="connsiteY24" fmla="*/ 6717627 h 6857999"/>
              <a:gd name="connsiteX25" fmla="*/ 317990 w 9354533"/>
              <a:gd name="connsiteY25" fmla="*/ 6687440 h 6857999"/>
              <a:gd name="connsiteX26" fmla="*/ 353629 w 9354533"/>
              <a:gd name="connsiteY26" fmla="*/ 6662741 h 6857999"/>
              <a:gd name="connsiteX27" fmla="*/ 392005 w 9354533"/>
              <a:gd name="connsiteY27" fmla="*/ 6638044 h 6857999"/>
              <a:gd name="connsiteX28" fmla="*/ 433124 w 9354533"/>
              <a:gd name="connsiteY28" fmla="*/ 6616091 h 6857999"/>
              <a:gd name="connsiteX29" fmla="*/ 471503 w 9354533"/>
              <a:gd name="connsiteY29" fmla="*/ 6596881 h 6857999"/>
              <a:gd name="connsiteX30" fmla="*/ 512622 w 9354533"/>
              <a:gd name="connsiteY30" fmla="*/ 6577672 h 6857999"/>
              <a:gd name="connsiteX31" fmla="*/ 553742 w 9354533"/>
              <a:gd name="connsiteY31" fmla="*/ 6563951 h 6857999"/>
              <a:gd name="connsiteX32" fmla="*/ 594861 w 9354533"/>
              <a:gd name="connsiteY32" fmla="*/ 6550230 h 6857999"/>
              <a:gd name="connsiteX33" fmla="*/ 638721 w 9354533"/>
              <a:gd name="connsiteY33" fmla="*/ 6539252 h 6857999"/>
              <a:gd name="connsiteX34" fmla="*/ 679841 w 9354533"/>
              <a:gd name="connsiteY34" fmla="*/ 6531020 h 6857999"/>
              <a:gd name="connsiteX35" fmla="*/ 723702 w 9354533"/>
              <a:gd name="connsiteY35" fmla="*/ 6522788 h 6857999"/>
              <a:gd name="connsiteX36" fmla="*/ 767562 w 9354533"/>
              <a:gd name="connsiteY36" fmla="*/ 6514555 h 6857999"/>
              <a:gd name="connsiteX37" fmla="*/ 863507 w 9354533"/>
              <a:gd name="connsiteY37" fmla="*/ 3786810 h 6857999"/>
              <a:gd name="connsiteX38" fmla="*/ 907368 w 9354533"/>
              <a:gd name="connsiteY38" fmla="*/ 3786810 h 6857999"/>
              <a:gd name="connsiteX39" fmla="*/ 948487 w 9354533"/>
              <a:gd name="connsiteY39" fmla="*/ 3786810 h 6857999"/>
              <a:gd name="connsiteX40" fmla="*/ 992347 w 9354533"/>
              <a:gd name="connsiteY40" fmla="*/ 3792299 h 6857999"/>
              <a:gd name="connsiteX41" fmla="*/ 1038951 w 9354533"/>
              <a:gd name="connsiteY41" fmla="*/ 3795043 h 6857999"/>
              <a:gd name="connsiteX42" fmla="*/ 1080070 w 9354533"/>
              <a:gd name="connsiteY42" fmla="*/ 3803275 h 6857999"/>
              <a:gd name="connsiteX43" fmla="*/ 1123931 w 9354533"/>
              <a:gd name="connsiteY43" fmla="*/ 3811507 h 6857999"/>
              <a:gd name="connsiteX44" fmla="*/ 1167791 w 9354533"/>
              <a:gd name="connsiteY44" fmla="*/ 3822484 h 6857999"/>
              <a:gd name="connsiteX45" fmla="*/ 1206170 w 9354533"/>
              <a:gd name="connsiteY45" fmla="*/ 3836206 h 6857999"/>
              <a:gd name="connsiteX46" fmla="*/ 1250030 w 9354533"/>
              <a:gd name="connsiteY46" fmla="*/ 3852671 h 6857999"/>
              <a:gd name="connsiteX47" fmla="*/ 1291149 w 9354533"/>
              <a:gd name="connsiteY47" fmla="*/ 3869136 h 6857999"/>
              <a:gd name="connsiteX48" fmla="*/ 1329528 w 9354533"/>
              <a:gd name="connsiteY48" fmla="*/ 3888346 h 6857999"/>
              <a:gd name="connsiteX49" fmla="*/ 1370648 w 9354533"/>
              <a:gd name="connsiteY49" fmla="*/ 3913043 h 6857999"/>
              <a:gd name="connsiteX50" fmla="*/ 1406283 w 9354533"/>
              <a:gd name="connsiteY50" fmla="*/ 3934997 h 6857999"/>
              <a:gd name="connsiteX51" fmla="*/ 1444661 w 9354533"/>
              <a:gd name="connsiteY51" fmla="*/ 3959695 h 6857999"/>
              <a:gd name="connsiteX52" fmla="*/ 1483041 w 9354533"/>
              <a:gd name="connsiteY52" fmla="*/ 3989881 h 6857999"/>
              <a:gd name="connsiteX53" fmla="*/ 1515936 w 9354533"/>
              <a:gd name="connsiteY53" fmla="*/ 4020067 h 6857999"/>
              <a:gd name="connsiteX54" fmla="*/ 1551573 w 9354533"/>
              <a:gd name="connsiteY54" fmla="*/ 4052999 h 6857999"/>
              <a:gd name="connsiteX55" fmla="*/ 4345134 w 9354533"/>
              <a:gd name="connsiteY55" fmla="*/ 6857999 h 6857999"/>
              <a:gd name="connsiteX56" fmla="*/ 1774225 w 9354533"/>
              <a:gd name="connsiteY56" fmla="*/ 6857999 h 6857999"/>
              <a:gd name="connsiteX57" fmla="*/ 263165 w 9354533"/>
              <a:gd name="connsiteY57" fmla="*/ 5342778 h 6857999"/>
              <a:gd name="connsiteX58" fmla="*/ 230270 w 9354533"/>
              <a:gd name="connsiteY58" fmla="*/ 5307103 h 6857999"/>
              <a:gd name="connsiteX59" fmla="*/ 202857 w 9354533"/>
              <a:gd name="connsiteY59" fmla="*/ 5274172 h 6857999"/>
              <a:gd name="connsiteX60" fmla="*/ 175444 w 9354533"/>
              <a:gd name="connsiteY60" fmla="*/ 5238497 h 6857999"/>
              <a:gd name="connsiteX61" fmla="*/ 148030 w 9354533"/>
              <a:gd name="connsiteY61" fmla="*/ 5200079 h 6857999"/>
              <a:gd name="connsiteX62" fmla="*/ 123358 w 9354533"/>
              <a:gd name="connsiteY62" fmla="*/ 5161661 h 6857999"/>
              <a:gd name="connsiteX63" fmla="*/ 104171 w 9354533"/>
              <a:gd name="connsiteY63" fmla="*/ 5123241 h 6857999"/>
              <a:gd name="connsiteX64" fmla="*/ 82239 w 9354533"/>
              <a:gd name="connsiteY64" fmla="*/ 5082077 h 6857999"/>
              <a:gd name="connsiteX65" fmla="*/ 65792 w 9354533"/>
              <a:gd name="connsiteY65" fmla="*/ 5040914 h 6857999"/>
              <a:gd name="connsiteX66" fmla="*/ 49345 w 9354533"/>
              <a:gd name="connsiteY66" fmla="*/ 4999752 h 6857999"/>
              <a:gd name="connsiteX67" fmla="*/ 35638 w 9354533"/>
              <a:gd name="connsiteY67" fmla="*/ 4955844 h 6857999"/>
              <a:gd name="connsiteX68" fmla="*/ 24672 w 9354533"/>
              <a:gd name="connsiteY68" fmla="*/ 4914681 h 6857999"/>
              <a:gd name="connsiteX69" fmla="*/ 13707 w 9354533"/>
              <a:gd name="connsiteY69" fmla="*/ 4870773 h 6857999"/>
              <a:gd name="connsiteX70" fmla="*/ 8225 w 9354533"/>
              <a:gd name="connsiteY70" fmla="*/ 4826865 h 6857999"/>
              <a:gd name="connsiteX71" fmla="*/ 2744 w 9354533"/>
              <a:gd name="connsiteY71" fmla="*/ 4785702 h 6857999"/>
              <a:gd name="connsiteX72" fmla="*/ 0 w 9354533"/>
              <a:gd name="connsiteY72" fmla="*/ 4741796 h 6857999"/>
              <a:gd name="connsiteX73" fmla="*/ 0 w 9354533"/>
              <a:gd name="connsiteY73" fmla="*/ 4697888 h 6857999"/>
              <a:gd name="connsiteX74" fmla="*/ 0 w 9354533"/>
              <a:gd name="connsiteY74" fmla="*/ 4653981 h 6857999"/>
              <a:gd name="connsiteX75" fmla="*/ 2744 w 9354533"/>
              <a:gd name="connsiteY75" fmla="*/ 4610073 h 6857999"/>
              <a:gd name="connsiteX76" fmla="*/ 8225 w 9354533"/>
              <a:gd name="connsiteY76" fmla="*/ 4566165 h 6857999"/>
              <a:gd name="connsiteX77" fmla="*/ 13707 w 9354533"/>
              <a:gd name="connsiteY77" fmla="*/ 4522259 h 6857999"/>
              <a:gd name="connsiteX78" fmla="*/ 24672 w 9354533"/>
              <a:gd name="connsiteY78" fmla="*/ 4481095 h 6857999"/>
              <a:gd name="connsiteX79" fmla="*/ 35638 w 9354533"/>
              <a:gd name="connsiteY79" fmla="*/ 4437188 h 6857999"/>
              <a:gd name="connsiteX80" fmla="*/ 49345 w 9354533"/>
              <a:gd name="connsiteY80" fmla="*/ 4393280 h 6857999"/>
              <a:gd name="connsiteX81" fmla="*/ 65792 w 9354533"/>
              <a:gd name="connsiteY81" fmla="*/ 4354861 h 6857999"/>
              <a:gd name="connsiteX82" fmla="*/ 82239 w 9354533"/>
              <a:gd name="connsiteY82" fmla="*/ 4313698 h 6857999"/>
              <a:gd name="connsiteX83" fmla="*/ 104171 w 9354533"/>
              <a:gd name="connsiteY83" fmla="*/ 4272536 h 6857999"/>
              <a:gd name="connsiteX84" fmla="*/ 123358 w 9354533"/>
              <a:gd name="connsiteY84" fmla="*/ 4234116 h 6857999"/>
              <a:gd name="connsiteX85" fmla="*/ 148030 w 9354533"/>
              <a:gd name="connsiteY85" fmla="*/ 4195697 h 6857999"/>
              <a:gd name="connsiteX86" fmla="*/ 175444 w 9354533"/>
              <a:gd name="connsiteY86" fmla="*/ 4160023 h 6857999"/>
              <a:gd name="connsiteX87" fmla="*/ 202857 w 9354533"/>
              <a:gd name="connsiteY87" fmla="*/ 4121603 h 6857999"/>
              <a:gd name="connsiteX88" fmla="*/ 230270 w 9354533"/>
              <a:gd name="connsiteY88" fmla="*/ 4085929 h 6857999"/>
              <a:gd name="connsiteX89" fmla="*/ 263165 w 9354533"/>
              <a:gd name="connsiteY89" fmla="*/ 4052999 h 6857999"/>
              <a:gd name="connsiteX90" fmla="*/ 296062 w 9354533"/>
              <a:gd name="connsiteY90" fmla="*/ 4020067 h 6857999"/>
              <a:gd name="connsiteX91" fmla="*/ 331697 w 9354533"/>
              <a:gd name="connsiteY91" fmla="*/ 3989881 h 6857999"/>
              <a:gd name="connsiteX92" fmla="*/ 370076 w 9354533"/>
              <a:gd name="connsiteY92" fmla="*/ 3959695 h 6857999"/>
              <a:gd name="connsiteX93" fmla="*/ 405711 w 9354533"/>
              <a:gd name="connsiteY93" fmla="*/ 3934997 h 6857999"/>
              <a:gd name="connsiteX94" fmla="*/ 444090 w 9354533"/>
              <a:gd name="connsiteY94" fmla="*/ 3913043 h 6857999"/>
              <a:gd name="connsiteX95" fmla="*/ 482469 w 9354533"/>
              <a:gd name="connsiteY95" fmla="*/ 3888346 h 6857999"/>
              <a:gd name="connsiteX96" fmla="*/ 523588 w 9354533"/>
              <a:gd name="connsiteY96" fmla="*/ 3869136 h 6857999"/>
              <a:gd name="connsiteX97" fmla="*/ 564708 w 9354533"/>
              <a:gd name="connsiteY97" fmla="*/ 3852671 h 6857999"/>
              <a:gd name="connsiteX98" fmla="*/ 605827 w 9354533"/>
              <a:gd name="connsiteY98" fmla="*/ 3836206 h 6857999"/>
              <a:gd name="connsiteX99" fmla="*/ 646947 w 9354533"/>
              <a:gd name="connsiteY99" fmla="*/ 3822484 h 6857999"/>
              <a:gd name="connsiteX100" fmla="*/ 688066 w 9354533"/>
              <a:gd name="connsiteY100" fmla="*/ 3811507 h 6857999"/>
              <a:gd name="connsiteX101" fmla="*/ 731926 w 9354533"/>
              <a:gd name="connsiteY101" fmla="*/ 3803275 h 6857999"/>
              <a:gd name="connsiteX102" fmla="*/ 775786 w 9354533"/>
              <a:gd name="connsiteY102" fmla="*/ 3795043 h 6857999"/>
              <a:gd name="connsiteX103" fmla="*/ 816907 w 9354533"/>
              <a:gd name="connsiteY103" fmla="*/ 3792299 h 6857999"/>
              <a:gd name="connsiteX104" fmla="*/ 975900 w 9354533"/>
              <a:gd name="connsiteY104" fmla="*/ 1075531 h 6857999"/>
              <a:gd name="connsiteX105" fmla="*/ 1019761 w 9354533"/>
              <a:gd name="connsiteY105" fmla="*/ 1078274 h 6857999"/>
              <a:gd name="connsiteX106" fmla="*/ 1063623 w 9354533"/>
              <a:gd name="connsiteY106" fmla="*/ 1081018 h 6857999"/>
              <a:gd name="connsiteX107" fmla="*/ 1107484 w 9354533"/>
              <a:gd name="connsiteY107" fmla="*/ 1083763 h 6857999"/>
              <a:gd name="connsiteX108" fmla="*/ 1151344 w 9354533"/>
              <a:gd name="connsiteY108" fmla="*/ 1091995 h 6857999"/>
              <a:gd name="connsiteX109" fmla="*/ 1192463 w 9354533"/>
              <a:gd name="connsiteY109" fmla="*/ 1102972 h 6857999"/>
              <a:gd name="connsiteX110" fmla="*/ 1236324 w 9354533"/>
              <a:gd name="connsiteY110" fmla="*/ 1113948 h 6857999"/>
              <a:gd name="connsiteX111" fmla="*/ 1274702 w 9354533"/>
              <a:gd name="connsiteY111" fmla="*/ 1127671 h 6857999"/>
              <a:gd name="connsiteX112" fmla="*/ 1318562 w 9354533"/>
              <a:gd name="connsiteY112" fmla="*/ 1141391 h 6857999"/>
              <a:gd name="connsiteX113" fmla="*/ 1359682 w 9354533"/>
              <a:gd name="connsiteY113" fmla="*/ 1160601 h 6857999"/>
              <a:gd name="connsiteX114" fmla="*/ 1398058 w 9354533"/>
              <a:gd name="connsiteY114" fmla="*/ 1179811 h 6857999"/>
              <a:gd name="connsiteX115" fmla="*/ 1439178 w 9354533"/>
              <a:gd name="connsiteY115" fmla="*/ 1201764 h 6857999"/>
              <a:gd name="connsiteX116" fmla="*/ 1477556 w 9354533"/>
              <a:gd name="connsiteY116" fmla="*/ 1226461 h 6857999"/>
              <a:gd name="connsiteX117" fmla="*/ 1513194 w 9354533"/>
              <a:gd name="connsiteY117" fmla="*/ 1251160 h 6857999"/>
              <a:gd name="connsiteX118" fmla="*/ 1551573 w 9354533"/>
              <a:gd name="connsiteY118" fmla="*/ 1278601 h 6857999"/>
              <a:gd name="connsiteX119" fmla="*/ 1584468 w 9354533"/>
              <a:gd name="connsiteY119" fmla="*/ 1311532 h 6857999"/>
              <a:gd name="connsiteX120" fmla="*/ 1620103 w 9354533"/>
              <a:gd name="connsiteY120" fmla="*/ 1341718 h 6857999"/>
              <a:gd name="connsiteX121" fmla="*/ 7115932 w 9354533"/>
              <a:gd name="connsiteY121" fmla="*/ 6857999 h 6857999"/>
              <a:gd name="connsiteX122" fmla="*/ 4543996 w 9354533"/>
              <a:gd name="connsiteY122" fmla="*/ 6857999 h 6857999"/>
              <a:gd name="connsiteX123" fmla="*/ 331697 w 9354533"/>
              <a:gd name="connsiteY123" fmla="*/ 2631498 h 6857999"/>
              <a:gd name="connsiteX124" fmla="*/ 301543 w 9354533"/>
              <a:gd name="connsiteY124" fmla="*/ 2601310 h 6857999"/>
              <a:gd name="connsiteX125" fmla="*/ 271390 w 9354533"/>
              <a:gd name="connsiteY125" fmla="*/ 2562893 h 6857999"/>
              <a:gd name="connsiteX126" fmla="*/ 243976 w 9354533"/>
              <a:gd name="connsiteY126" fmla="*/ 2527217 h 6857999"/>
              <a:gd name="connsiteX127" fmla="*/ 216563 w 9354533"/>
              <a:gd name="connsiteY127" fmla="*/ 2491543 h 6857999"/>
              <a:gd name="connsiteX128" fmla="*/ 191891 w 9354533"/>
              <a:gd name="connsiteY128" fmla="*/ 2450380 h 6857999"/>
              <a:gd name="connsiteX129" fmla="*/ 172702 w 9354533"/>
              <a:gd name="connsiteY129" fmla="*/ 2414705 h 6857999"/>
              <a:gd name="connsiteX130" fmla="*/ 150772 w 9354533"/>
              <a:gd name="connsiteY130" fmla="*/ 2373541 h 6857999"/>
              <a:gd name="connsiteX131" fmla="*/ 134324 w 9354533"/>
              <a:gd name="connsiteY131" fmla="*/ 2329634 h 6857999"/>
              <a:gd name="connsiteX132" fmla="*/ 117877 w 9354533"/>
              <a:gd name="connsiteY132" fmla="*/ 2291216 h 6857999"/>
              <a:gd name="connsiteX133" fmla="*/ 106912 w 9354533"/>
              <a:gd name="connsiteY133" fmla="*/ 2247308 h 6857999"/>
              <a:gd name="connsiteX134" fmla="*/ 93205 w 9354533"/>
              <a:gd name="connsiteY134" fmla="*/ 2203400 h 6857999"/>
              <a:gd name="connsiteX135" fmla="*/ 82239 w 9354533"/>
              <a:gd name="connsiteY135" fmla="*/ 2162238 h 6857999"/>
              <a:gd name="connsiteX136" fmla="*/ 76757 w 9354533"/>
              <a:gd name="connsiteY136" fmla="*/ 2118330 h 6857999"/>
              <a:gd name="connsiteX137" fmla="*/ 71275 w 9354533"/>
              <a:gd name="connsiteY137" fmla="*/ 2074424 h 6857999"/>
              <a:gd name="connsiteX138" fmla="*/ 68533 w 9354533"/>
              <a:gd name="connsiteY138" fmla="*/ 2030516 h 6857999"/>
              <a:gd name="connsiteX139" fmla="*/ 68533 w 9354533"/>
              <a:gd name="connsiteY139" fmla="*/ 1989352 h 6857999"/>
              <a:gd name="connsiteX140" fmla="*/ 68533 w 9354533"/>
              <a:gd name="connsiteY140" fmla="*/ 1942701 h 6857999"/>
              <a:gd name="connsiteX141" fmla="*/ 71275 w 9354533"/>
              <a:gd name="connsiteY141" fmla="*/ 1898793 h 6857999"/>
              <a:gd name="connsiteX142" fmla="*/ 76757 w 9354533"/>
              <a:gd name="connsiteY142" fmla="*/ 1857629 h 6857999"/>
              <a:gd name="connsiteX143" fmla="*/ 82239 w 9354533"/>
              <a:gd name="connsiteY143" fmla="*/ 1813723 h 6857999"/>
              <a:gd name="connsiteX144" fmla="*/ 93205 w 9354533"/>
              <a:gd name="connsiteY144" fmla="*/ 1769815 h 6857999"/>
              <a:gd name="connsiteX145" fmla="*/ 106912 w 9354533"/>
              <a:gd name="connsiteY145" fmla="*/ 1728652 h 6857999"/>
              <a:gd name="connsiteX146" fmla="*/ 117877 w 9354533"/>
              <a:gd name="connsiteY146" fmla="*/ 1684745 h 6857999"/>
              <a:gd name="connsiteX147" fmla="*/ 134324 w 9354533"/>
              <a:gd name="connsiteY147" fmla="*/ 1643581 h 6857999"/>
              <a:gd name="connsiteX148" fmla="*/ 150772 w 9354533"/>
              <a:gd name="connsiteY148" fmla="*/ 1605162 h 6857999"/>
              <a:gd name="connsiteX149" fmla="*/ 172702 w 9354533"/>
              <a:gd name="connsiteY149" fmla="*/ 1564000 h 6857999"/>
              <a:gd name="connsiteX150" fmla="*/ 191891 w 9354533"/>
              <a:gd name="connsiteY150" fmla="*/ 1522837 h 6857999"/>
              <a:gd name="connsiteX151" fmla="*/ 216563 w 9354533"/>
              <a:gd name="connsiteY151" fmla="*/ 1487162 h 6857999"/>
              <a:gd name="connsiteX152" fmla="*/ 243976 w 9354533"/>
              <a:gd name="connsiteY152" fmla="*/ 1448743 h 6857999"/>
              <a:gd name="connsiteX153" fmla="*/ 271390 w 9354533"/>
              <a:gd name="connsiteY153" fmla="*/ 1413068 h 6857999"/>
              <a:gd name="connsiteX154" fmla="*/ 301543 w 9354533"/>
              <a:gd name="connsiteY154" fmla="*/ 1377393 h 6857999"/>
              <a:gd name="connsiteX155" fmla="*/ 331697 w 9354533"/>
              <a:gd name="connsiteY155" fmla="*/ 1341718 h 6857999"/>
              <a:gd name="connsiteX156" fmla="*/ 367335 w 9354533"/>
              <a:gd name="connsiteY156" fmla="*/ 1311532 h 6857999"/>
              <a:gd name="connsiteX157" fmla="*/ 400229 w 9354533"/>
              <a:gd name="connsiteY157" fmla="*/ 1278601 h 6857999"/>
              <a:gd name="connsiteX158" fmla="*/ 438607 w 9354533"/>
              <a:gd name="connsiteY158" fmla="*/ 1251160 h 6857999"/>
              <a:gd name="connsiteX159" fmla="*/ 474243 w 9354533"/>
              <a:gd name="connsiteY159" fmla="*/ 1226461 h 6857999"/>
              <a:gd name="connsiteX160" fmla="*/ 512622 w 9354533"/>
              <a:gd name="connsiteY160" fmla="*/ 1201764 h 6857999"/>
              <a:gd name="connsiteX161" fmla="*/ 551001 w 9354533"/>
              <a:gd name="connsiteY161" fmla="*/ 1179811 h 6857999"/>
              <a:gd name="connsiteX162" fmla="*/ 592121 w 9354533"/>
              <a:gd name="connsiteY162" fmla="*/ 1160601 h 6857999"/>
              <a:gd name="connsiteX163" fmla="*/ 633240 w 9354533"/>
              <a:gd name="connsiteY163" fmla="*/ 1141391 h 6857999"/>
              <a:gd name="connsiteX164" fmla="*/ 674359 w 9354533"/>
              <a:gd name="connsiteY164" fmla="*/ 1127671 h 6857999"/>
              <a:gd name="connsiteX165" fmla="*/ 715479 w 9354533"/>
              <a:gd name="connsiteY165" fmla="*/ 1113948 h 6857999"/>
              <a:gd name="connsiteX166" fmla="*/ 759339 w 9354533"/>
              <a:gd name="connsiteY166" fmla="*/ 1102972 h 6857999"/>
              <a:gd name="connsiteX167" fmla="*/ 800459 w 9354533"/>
              <a:gd name="connsiteY167" fmla="*/ 1091995 h 6857999"/>
              <a:gd name="connsiteX168" fmla="*/ 844319 w 9354533"/>
              <a:gd name="connsiteY168" fmla="*/ 1083763 h 6857999"/>
              <a:gd name="connsiteX169" fmla="*/ 890920 w 9354533"/>
              <a:gd name="connsiteY169" fmla="*/ 1081018 h 6857999"/>
              <a:gd name="connsiteX170" fmla="*/ 932040 w 9354533"/>
              <a:gd name="connsiteY170" fmla="*/ 1078274 h 6857999"/>
              <a:gd name="connsiteX171" fmla="*/ 8785588 w 9354533"/>
              <a:gd name="connsiteY171" fmla="*/ 0 h 6857999"/>
              <a:gd name="connsiteX172" fmla="*/ 9354533 w 9354533"/>
              <a:gd name="connsiteY172" fmla="*/ 0 h 6857999"/>
              <a:gd name="connsiteX173" fmla="*/ 9354533 w 9354533"/>
              <a:gd name="connsiteY173" fmla="*/ 570519 h 6857999"/>
              <a:gd name="connsiteX174" fmla="*/ 6019529 w 9354533"/>
              <a:gd name="connsiteY174" fmla="*/ 0 h 6857999"/>
              <a:gd name="connsiteX175" fmla="*/ 8588708 w 9354533"/>
              <a:gd name="connsiteY175" fmla="*/ 0 h 6857999"/>
              <a:gd name="connsiteX176" fmla="*/ 9354533 w 9354533"/>
              <a:gd name="connsiteY176" fmla="*/ 768021 h 6857999"/>
              <a:gd name="connsiteX177" fmla="*/ 9354533 w 9354533"/>
              <a:gd name="connsiteY177" fmla="*/ 3347008 h 6857999"/>
              <a:gd name="connsiteX178" fmla="*/ 3248285 w 9354533"/>
              <a:gd name="connsiteY178" fmla="*/ 0 h 6857999"/>
              <a:gd name="connsiteX179" fmla="*/ 5819972 w 9354533"/>
              <a:gd name="connsiteY179" fmla="*/ 0 h 6857999"/>
              <a:gd name="connsiteX180" fmla="*/ 9354533 w 9354533"/>
              <a:gd name="connsiteY180" fmla="*/ 3545079 h 6857999"/>
              <a:gd name="connsiteX181" fmla="*/ 9354533 w 9354533"/>
              <a:gd name="connsiteY181" fmla="*/ 6127044 h 6857999"/>
              <a:gd name="connsiteX182" fmla="*/ 476872 w 9354533"/>
              <a:gd name="connsiteY182" fmla="*/ 0 h 6857999"/>
              <a:gd name="connsiteX183" fmla="*/ 3050781 w 9354533"/>
              <a:gd name="connsiteY183" fmla="*/ 0 h 6857999"/>
              <a:gd name="connsiteX184" fmla="*/ 9354533 w 9354533"/>
              <a:gd name="connsiteY184" fmla="*/ 6324693 h 6857999"/>
              <a:gd name="connsiteX185" fmla="*/ 9354533 w 9354533"/>
              <a:gd name="connsiteY185" fmla="*/ 6857999 h 6857999"/>
              <a:gd name="connsiteX186" fmla="*/ 7312522 w 9354533"/>
              <a:gd name="connsiteY18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9354533" h="6857999">
                <a:moveTo>
                  <a:pt x="811424" y="6511811"/>
                </a:moveTo>
                <a:lnTo>
                  <a:pt x="855285" y="6511811"/>
                </a:lnTo>
                <a:lnTo>
                  <a:pt x="899145" y="6511811"/>
                </a:lnTo>
                <a:lnTo>
                  <a:pt x="940265" y="6514555"/>
                </a:lnTo>
                <a:lnTo>
                  <a:pt x="986866" y="6522788"/>
                </a:lnTo>
                <a:lnTo>
                  <a:pt x="1030726" y="6531020"/>
                </a:lnTo>
                <a:lnTo>
                  <a:pt x="1071846" y="6539252"/>
                </a:lnTo>
                <a:lnTo>
                  <a:pt x="1112965" y="6550230"/>
                </a:lnTo>
                <a:lnTo>
                  <a:pt x="1156826" y="6563951"/>
                </a:lnTo>
                <a:lnTo>
                  <a:pt x="1197945" y="6577672"/>
                </a:lnTo>
                <a:lnTo>
                  <a:pt x="1239064" y="6596881"/>
                </a:lnTo>
                <a:lnTo>
                  <a:pt x="1277443" y="6616091"/>
                </a:lnTo>
                <a:lnTo>
                  <a:pt x="1318562" y="6638044"/>
                </a:lnTo>
                <a:lnTo>
                  <a:pt x="1356942" y="6662741"/>
                </a:lnTo>
                <a:lnTo>
                  <a:pt x="1392576" y="6687440"/>
                </a:lnTo>
                <a:lnTo>
                  <a:pt x="1430955" y="6717627"/>
                </a:lnTo>
                <a:lnTo>
                  <a:pt x="1463850" y="6745068"/>
                </a:lnTo>
                <a:lnTo>
                  <a:pt x="1499488" y="6780744"/>
                </a:lnTo>
                <a:lnTo>
                  <a:pt x="1576429" y="6857999"/>
                </a:lnTo>
                <a:lnTo>
                  <a:pt x="141549" y="6857999"/>
                </a:lnTo>
                <a:lnTo>
                  <a:pt x="148030" y="6849348"/>
                </a:lnTo>
                <a:lnTo>
                  <a:pt x="180926" y="6810929"/>
                </a:lnTo>
                <a:lnTo>
                  <a:pt x="211081" y="6780744"/>
                </a:lnTo>
                <a:lnTo>
                  <a:pt x="246717" y="6745068"/>
                </a:lnTo>
                <a:lnTo>
                  <a:pt x="279611" y="6717627"/>
                </a:lnTo>
                <a:lnTo>
                  <a:pt x="317990" y="6687440"/>
                </a:lnTo>
                <a:lnTo>
                  <a:pt x="353629" y="6662741"/>
                </a:lnTo>
                <a:lnTo>
                  <a:pt x="392005" y="6638044"/>
                </a:lnTo>
                <a:lnTo>
                  <a:pt x="433124" y="6616091"/>
                </a:lnTo>
                <a:lnTo>
                  <a:pt x="471503" y="6596881"/>
                </a:lnTo>
                <a:lnTo>
                  <a:pt x="512622" y="6577672"/>
                </a:lnTo>
                <a:lnTo>
                  <a:pt x="553742" y="6563951"/>
                </a:lnTo>
                <a:lnTo>
                  <a:pt x="594861" y="6550230"/>
                </a:lnTo>
                <a:lnTo>
                  <a:pt x="638721" y="6539252"/>
                </a:lnTo>
                <a:lnTo>
                  <a:pt x="679841" y="6531020"/>
                </a:lnTo>
                <a:lnTo>
                  <a:pt x="723702" y="6522788"/>
                </a:lnTo>
                <a:lnTo>
                  <a:pt x="767562" y="6514555"/>
                </a:lnTo>
                <a:close/>
                <a:moveTo>
                  <a:pt x="863507" y="3786810"/>
                </a:moveTo>
                <a:lnTo>
                  <a:pt x="907368" y="3786810"/>
                </a:lnTo>
                <a:lnTo>
                  <a:pt x="948487" y="3786810"/>
                </a:lnTo>
                <a:lnTo>
                  <a:pt x="992347" y="3792299"/>
                </a:lnTo>
                <a:lnTo>
                  <a:pt x="1038951" y="3795043"/>
                </a:lnTo>
                <a:lnTo>
                  <a:pt x="1080070" y="3803275"/>
                </a:lnTo>
                <a:lnTo>
                  <a:pt x="1123931" y="3811507"/>
                </a:lnTo>
                <a:lnTo>
                  <a:pt x="1167791" y="3822484"/>
                </a:lnTo>
                <a:lnTo>
                  <a:pt x="1206170" y="3836206"/>
                </a:lnTo>
                <a:lnTo>
                  <a:pt x="1250030" y="3852671"/>
                </a:lnTo>
                <a:lnTo>
                  <a:pt x="1291149" y="3869136"/>
                </a:lnTo>
                <a:lnTo>
                  <a:pt x="1329528" y="3888346"/>
                </a:lnTo>
                <a:lnTo>
                  <a:pt x="1370648" y="3913043"/>
                </a:lnTo>
                <a:lnTo>
                  <a:pt x="1406283" y="3934997"/>
                </a:lnTo>
                <a:lnTo>
                  <a:pt x="1444661" y="3959695"/>
                </a:lnTo>
                <a:lnTo>
                  <a:pt x="1483041" y="3989881"/>
                </a:lnTo>
                <a:lnTo>
                  <a:pt x="1515936" y="4020067"/>
                </a:lnTo>
                <a:lnTo>
                  <a:pt x="1551573" y="4052999"/>
                </a:lnTo>
                <a:lnTo>
                  <a:pt x="4345134" y="6857999"/>
                </a:lnTo>
                <a:lnTo>
                  <a:pt x="1774225" y="6857999"/>
                </a:lnTo>
                <a:lnTo>
                  <a:pt x="263165" y="5342778"/>
                </a:lnTo>
                <a:lnTo>
                  <a:pt x="230270" y="5307103"/>
                </a:lnTo>
                <a:lnTo>
                  <a:pt x="202857" y="5274172"/>
                </a:lnTo>
                <a:lnTo>
                  <a:pt x="175444" y="5238497"/>
                </a:lnTo>
                <a:lnTo>
                  <a:pt x="148030" y="5200079"/>
                </a:lnTo>
                <a:lnTo>
                  <a:pt x="123358" y="5161661"/>
                </a:lnTo>
                <a:lnTo>
                  <a:pt x="104171" y="5123241"/>
                </a:lnTo>
                <a:lnTo>
                  <a:pt x="82239" y="5082077"/>
                </a:lnTo>
                <a:lnTo>
                  <a:pt x="65792" y="5040914"/>
                </a:lnTo>
                <a:lnTo>
                  <a:pt x="49345" y="4999752"/>
                </a:lnTo>
                <a:lnTo>
                  <a:pt x="35638" y="4955844"/>
                </a:lnTo>
                <a:lnTo>
                  <a:pt x="24672" y="4914681"/>
                </a:lnTo>
                <a:lnTo>
                  <a:pt x="13707" y="4870773"/>
                </a:lnTo>
                <a:lnTo>
                  <a:pt x="8225" y="4826865"/>
                </a:lnTo>
                <a:lnTo>
                  <a:pt x="2744" y="4785702"/>
                </a:lnTo>
                <a:lnTo>
                  <a:pt x="0" y="4741796"/>
                </a:lnTo>
                <a:lnTo>
                  <a:pt x="0" y="4697888"/>
                </a:lnTo>
                <a:lnTo>
                  <a:pt x="0" y="4653981"/>
                </a:lnTo>
                <a:lnTo>
                  <a:pt x="2744" y="4610073"/>
                </a:lnTo>
                <a:lnTo>
                  <a:pt x="8225" y="4566165"/>
                </a:lnTo>
                <a:lnTo>
                  <a:pt x="13707" y="4522259"/>
                </a:lnTo>
                <a:lnTo>
                  <a:pt x="24672" y="4481095"/>
                </a:lnTo>
                <a:lnTo>
                  <a:pt x="35638" y="4437188"/>
                </a:lnTo>
                <a:lnTo>
                  <a:pt x="49345" y="4393280"/>
                </a:lnTo>
                <a:lnTo>
                  <a:pt x="65792" y="4354861"/>
                </a:lnTo>
                <a:lnTo>
                  <a:pt x="82239" y="4313698"/>
                </a:lnTo>
                <a:lnTo>
                  <a:pt x="104171" y="4272536"/>
                </a:lnTo>
                <a:lnTo>
                  <a:pt x="123358" y="4234116"/>
                </a:lnTo>
                <a:lnTo>
                  <a:pt x="148030" y="4195697"/>
                </a:lnTo>
                <a:lnTo>
                  <a:pt x="175444" y="4160023"/>
                </a:lnTo>
                <a:lnTo>
                  <a:pt x="202857" y="4121603"/>
                </a:lnTo>
                <a:lnTo>
                  <a:pt x="230270" y="4085929"/>
                </a:lnTo>
                <a:lnTo>
                  <a:pt x="263165" y="4052999"/>
                </a:lnTo>
                <a:lnTo>
                  <a:pt x="296062" y="4020067"/>
                </a:lnTo>
                <a:lnTo>
                  <a:pt x="331697" y="3989881"/>
                </a:lnTo>
                <a:lnTo>
                  <a:pt x="370076" y="3959695"/>
                </a:lnTo>
                <a:lnTo>
                  <a:pt x="405711" y="3934997"/>
                </a:lnTo>
                <a:lnTo>
                  <a:pt x="444090" y="3913043"/>
                </a:lnTo>
                <a:lnTo>
                  <a:pt x="482469" y="3888346"/>
                </a:lnTo>
                <a:lnTo>
                  <a:pt x="523588" y="3869136"/>
                </a:lnTo>
                <a:lnTo>
                  <a:pt x="564708" y="3852671"/>
                </a:lnTo>
                <a:lnTo>
                  <a:pt x="605827" y="3836206"/>
                </a:lnTo>
                <a:lnTo>
                  <a:pt x="646947" y="3822484"/>
                </a:lnTo>
                <a:lnTo>
                  <a:pt x="688066" y="3811507"/>
                </a:lnTo>
                <a:lnTo>
                  <a:pt x="731926" y="3803275"/>
                </a:lnTo>
                <a:lnTo>
                  <a:pt x="775786" y="3795043"/>
                </a:lnTo>
                <a:lnTo>
                  <a:pt x="816907" y="3792299"/>
                </a:lnTo>
                <a:close/>
                <a:moveTo>
                  <a:pt x="975900" y="1075531"/>
                </a:moveTo>
                <a:lnTo>
                  <a:pt x="1019761" y="1078274"/>
                </a:lnTo>
                <a:lnTo>
                  <a:pt x="1063623" y="1081018"/>
                </a:lnTo>
                <a:lnTo>
                  <a:pt x="1107484" y="1083763"/>
                </a:lnTo>
                <a:lnTo>
                  <a:pt x="1151344" y="1091995"/>
                </a:lnTo>
                <a:lnTo>
                  <a:pt x="1192463" y="1102972"/>
                </a:lnTo>
                <a:lnTo>
                  <a:pt x="1236324" y="1113948"/>
                </a:lnTo>
                <a:lnTo>
                  <a:pt x="1274702" y="1127671"/>
                </a:lnTo>
                <a:lnTo>
                  <a:pt x="1318562" y="1141391"/>
                </a:lnTo>
                <a:lnTo>
                  <a:pt x="1359682" y="1160601"/>
                </a:lnTo>
                <a:lnTo>
                  <a:pt x="1398058" y="1179811"/>
                </a:lnTo>
                <a:lnTo>
                  <a:pt x="1439178" y="1201764"/>
                </a:lnTo>
                <a:lnTo>
                  <a:pt x="1477556" y="1226461"/>
                </a:lnTo>
                <a:lnTo>
                  <a:pt x="1513194" y="1251160"/>
                </a:lnTo>
                <a:lnTo>
                  <a:pt x="1551573" y="1278601"/>
                </a:lnTo>
                <a:lnTo>
                  <a:pt x="1584468" y="1311532"/>
                </a:lnTo>
                <a:lnTo>
                  <a:pt x="1620103" y="1341718"/>
                </a:lnTo>
                <a:lnTo>
                  <a:pt x="7115932" y="6857999"/>
                </a:lnTo>
                <a:lnTo>
                  <a:pt x="4543996" y="6857999"/>
                </a:lnTo>
                <a:lnTo>
                  <a:pt x="331697" y="2631498"/>
                </a:lnTo>
                <a:lnTo>
                  <a:pt x="301543" y="2601310"/>
                </a:lnTo>
                <a:lnTo>
                  <a:pt x="271390" y="2562893"/>
                </a:lnTo>
                <a:lnTo>
                  <a:pt x="243976" y="2527217"/>
                </a:lnTo>
                <a:lnTo>
                  <a:pt x="216563" y="2491543"/>
                </a:lnTo>
                <a:lnTo>
                  <a:pt x="191891" y="2450380"/>
                </a:lnTo>
                <a:lnTo>
                  <a:pt x="172702" y="2414705"/>
                </a:lnTo>
                <a:lnTo>
                  <a:pt x="150772" y="2373541"/>
                </a:lnTo>
                <a:lnTo>
                  <a:pt x="134324" y="2329634"/>
                </a:lnTo>
                <a:lnTo>
                  <a:pt x="117877" y="2291216"/>
                </a:lnTo>
                <a:lnTo>
                  <a:pt x="106912" y="2247308"/>
                </a:lnTo>
                <a:lnTo>
                  <a:pt x="93205" y="2203400"/>
                </a:lnTo>
                <a:lnTo>
                  <a:pt x="82239" y="2162238"/>
                </a:lnTo>
                <a:lnTo>
                  <a:pt x="76757" y="2118330"/>
                </a:lnTo>
                <a:lnTo>
                  <a:pt x="71275" y="2074424"/>
                </a:lnTo>
                <a:lnTo>
                  <a:pt x="68533" y="2030516"/>
                </a:lnTo>
                <a:lnTo>
                  <a:pt x="68533" y="1989352"/>
                </a:lnTo>
                <a:lnTo>
                  <a:pt x="68533" y="1942701"/>
                </a:lnTo>
                <a:lnTo>
                  <a:pt x="71275" y="1898793"/>
                </a:lnTo>
                <a:lnTo>
                  <a:pt x="76757" y="1857629"/>
                </a:lnTo>
                <a:lnTo>
                  <a:pt x="82239" y="1813723"/>
                </a:lnTo>
                <a:lnTo>
                  <a:pt x="93205" y="1769815"/>
                </a:lnTo>
                <a:lnTo>
                  <a:pt x="106912" y="1728652"/>
                </a:lnTo>
                <a:lnTo>
                  <a:pt x="117877" y="1684745"/>
                </a:lnTo>
                <a:lnTo>
                  <a:pt x="134324" y="1643581"/>
                </a:lnTo>
                <a:lnTo>
                  <a:pt x="150772" y="1605162"/>
                </a:lnTo>
                <a:lnTo>
                  <a:pt x="172702" y="1564000"/>
                </a:lnTo>
                <a:lnTo>
                  <a:pt x="191891" y="1522837"/>
                </a:lnTo>
                <a:lnTo>
                  <a:pt x="216563" y="1487162"/>
                </a:lnTo>
                <a:lnTo>
                  <a:pt x="243976" y="1448743"/>
                </a:lnTo>
                <a:lnTo>
                  <a:pt x="271390" y="1413068"/>
                </a:lnTo>
                <a:lnTo>
                  <a:pt x="301543" y="1377393"/>
                </a:lnTo>
                <a:lnTo>
                  <a:pt x="331697" y="1341718"/>
                </a:lnTo>
                <a:lnTo>
                  <a:pt x="367335" y="1311532"/>
                </a:lnTo>
                <a:lnTo>
                  <a:pt x="400229" y="1278601"/>
                </a:lnTo>
                <a:lnTo>
                  <a:pt x="438607" y="1251160"/>
                </a:lnTo>
                <a:lnTo>
                  <a:pt x="474243" y="1226461"/>
                </a:lnTo>
                <a:lnTo>
                  <a:pt x="512622" y="1201764"/>
                </a:lnTo>
                <a:lnTo>
                  <a:pt x="551001" y="1179811"/>
                </a:lnTo>
                <a:lnTo>
                  <a:pt x="592121" y="1160601"/>
                </a:lnTo>
                <a:lnTo>
                  <a:pt x="633240" y="1141391"/>
                </a:lnTo>
                <a:lnTo>
                  <a:pt x="674359" y="1127671"/>
                </a:lnTo>
                <a:lnTo>
                  <a:pt x="715479" y="1113948"/>
                </a:lnTo>
                <a:lnTo>
                  <a:pt x="759339" y="1102972"/>
                </a:lnTo>
                <a:lnTo>
                  <a:pt x="800459" y="1091995"/>
                </a:lnTo>
                <a:lnTo>
                  <a:pt x="844319" y="1083763"/>
                </a:lnTo>
                <a:lnTo>
                  <a:pt x="890920" y="1081018"/>
                </a:lnTo>
                <a:lnTo>
                  <a:pt x="932040" y="1078274"/>
                </a:lnTo>
                <a:close/>
                <a:moveTo>
                  <a:pt x="8785588" y="0"/>
                </a:moveTo>
                <a:lnTo>
                  <a:pt x="9354533" y="0"/>
                </a:lnTo>
                <a:lnTo>
                  <a:pt x="9354533" y="570519"/>
                </a:lnTo>
                <a:close/>
                <a:moveTo>
                  <a:pt x="6019529" y="0"/>
                </a:moveTo>
                <a:lnTo>
                  <a:pt x="8588708" y="0"/>
                </a:lnTo>
                <a:lnTo>
                  <a:pt x="9354533" y="768021"/>
                </a:lnTo>
                <a:lnTo>
                  <a:pt x="9354533" y="3347008"/>
                </a:lnTo>
                <a:close/>
                <a:moveTo>
                  <a:pt x="3248285" y="0"/>
                </a:moveTo>
                <a:lnTo>
                  <a:pt x="5819972" y="0"/>
                </a:lnTo>
                <a:lnTo>
                  <a:pt x="9354533" y="3545079"/>
                </a:lnTo>
                <a:lnTo>
                  <a:pt x="9354533" y="6127044"/>
                </a:lnTo>
                <a:close/>
                <a:moveTo>
                  <a:pt x="476872" y="0"/>
                </a:moveTo>
                <a:lnTo>
                  <a:pt x="3050781" y="0"/>
                </a:lnTo>
                <a:lnTo>
                  <a:pt x="9354533" y="6324693"/>
                </a:lnTo>
                <a:lnTo>
                  <a:pt x="9354533" y="6857999"/>
                </a:lnTo>
                <a:lnTo>
                  <a:pt x="7312522" y="6857999"/>
                </a:lnTo>
                <a:close/>
              </a:path>
            </a:pathLst>
          </a:custGeom>
          <a:gradFill flip="none" rotWithShape="1">
            <a:gsLst>
              <a:gs pos="19000">
                <a:schemeClr val="bg1">
                  <a:alpha val="0"/>
                </a:schemeClr>
              </a:gs>
              <a:gs pos="100000">
                <a:schemeClr val="accent2">
                  <a:alpha val="6000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1" name="Freeform: Shape 35">
            <a:extLst>
              <a:ext uri="{FF2B5EF4-FFF2-40B4-BE49-F238E27FC236}">
                <a16:creationId xmlns:a16="http://schemas.microsoft.com/office/drawing/2014/main" id="{D6A6C709-01D4-4479-2DC9-7F0990775D8F}"/>
              </a:ext>
            </a:extLst>
          </p:cNvPr>
          <p:cNvSpPr/>
          <p:nvPr/>
        </p:nvSpPr>
        <p:spPr>
          <a:xfrm>
            <a:off x="9315925" y="5402263"/>
            <a:ext cx="2584231" cy="1222070"/>
          </a:xfrm>
          <a:custGeom>
            <a:avLst/>
            <a:gdLst>
              <a:gd name="connsiteX0" fmla="*/ 1525169 w 2440693"/>
              <a:gd name="connsiteY0" fmla="*/ 0 h 1149657"/>
              <a:gd name="connsiteX1" fmla="*/ 2412927 w 2440693"/>
              <a:gd name="connsiteY1" fmla="*/ 271173 h 1149657"/>
              <a:gd name="connsiteX2" fmla="*/ 2440693 w 2440693"/>
              <a:gd name="connsiteY2" fmla="*/ 291936 h 1149657"/>
              <a:gd name="connsiteX3" fmla="*/ 2440693 w 2440693"/>
              <a:gd name="connsiteY3" fmla="*/ 857571 h 1149657"/>
              <a:gd name="connsiteX4" fmla="*/ 2148607 w 2440693"/>
              <a:gd name="connsiteY4" fmla="*/ 1149657 h 1149657"/>
              <a:gd name="connsiteX5" fmla="*/ 0 w 2440693"/>
              <a:gd name="connsiteY5" fmla="*/ 1149657 h 1149657"/>
              <a:gd name="connsiteX6" fmla="*/ 8747 w 2440693"/>
              <a:gd name="connsiteY6" fmla="*/ 1115642 h 1149657"/>
              <a:gd name="connsiteX7" fmla="*/ 1525169 w 2440693"/>
              <a:gd name="connsiteY7" fmla="*/ 0 h 11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0693" h="1149657">
                <a:moveTo>
                  <a:pt x="1525169" y="0"/>
                </a:moveTo>
                <a:cubicBezTo>
                  <a:pt x="1854015" y="0"/>
                  <a:pt x="2159512" y="99969"/>
                  <a:pt x="2412927" y="271173"/>
                </a:cubicBezTo>
                <a:lnTo>
                  <a:pt x="2440693" y="291936"/>
                </a:lnTo>
                <a:lnTo>
                  <a:pt x="2440693" y="857571"/>
                </a:lnTo>
                <a:cubicBezTo>
                  <a:pt x="2440693" y="1018886"/>
                  <a:pt x="2309922" y="1149657"/>
                  <a:pt x="2148607" y="1149657"/>
                </a:cubicBezTo>
                <a:lnTo>
                  <a:pt x="0" y="1149657"/>
                </a:lnTo>
                <a:lnTo>
                  <a:pt x="8747" y="1115642"/>
                </a:lnTo>
                <a:cubicBezTo>
                  <a:pt x="209781" y="469295"/>
                  <a:pt x="812670" y="0"/>
                  <a:pt x="1525169"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36">
            <a:extLst>
              <a:ext uri="{FF2B5EF4-FFF2-40B4-BE49-F238E27FC236}">
                <a16:creationId xmlns:a16="http://schemas.microsoft.com/office/drawing/2014/main" id="{5228F1E0-E11B-3575-D37B-2F86B7EA328A}"/>
              </a:ext>
            </a:extLst>
          </p:cNvPr>
          <p:cNvSpPr/>
          <p:nvPr/>
        </p:nvSpPr>
        <p:spPr>
          <a:xfrm>
            <a:off x="89613" y="972872"/>
            <a:ext cx="1000694" cy="3175614"/>
          </a:xfrm>
          <a:custGeom>
            <a:avLst/>
            <a:gdLst>
              <a:gd name="connsiteX0" fmla="*/ 0 w 1000694"/>
              <a:gd name="connsiteY0" fmla="*/ 0 h 2948702"/>
              <a:gd name="connsiteX1" fmla="*/ 30934 w 1000694"/>
              <a:gd name="connsiteY1" fmla="*/ 11322 h 2948702"/>
              <a:gd name="connsiteX2" fmla="*/ 1000694 w 1000694"/>
              <a:gd name="connsiteY2" fmla="*/ 1474351 h 2948702"/>
              <a:gd name="connsiteX3" fmla="*/ 30934 w 1000694"/>
              <a:gd name="connsiteY3" fmla="*/ 2937380 h 2948702"/>
              <a:gd name="connsiteX4" fmla="*/ 0 w 1000694"/>
              <a:gd name="connsiteY4" fmla="*/ 2948702 h 294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694" h="2948702">
                <a:moveTo>
                  <a:pt x="0" y="0"/>
                </a:moveTo>
                <a:lnTo>
                  <a:pt x="30934" y="11322"/>
                </a:lnTo>
                <a:cubicBezTo>
                  <a:pt x="600821" y="252364"/>
                  <a:pt x="1000694" y="816660"/>
                  <a:pt x="1000694" y="1474351"/>
                </a:cubicBezTo>
                <a:cubicBezTo>
                  <a:pt x="1000694" y="2132043"/>
                  <a:pt x="600821" y="2696338"/>
                  <a:pt x="30934" y="2937380"/>
                </a:cubicBezTo>
                <a:lnTo>
                  <a:pt x="0" y="2948702"/>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文本框 18">
            <a:extLst>
              <a:ext uri="{FF2B5EF4-FFF2-40B4-BE49-F238E27FC236}">
                <a16:creationId xmlns:a16="http://schemas.microsoft.com/office/drawing/2014/main" id="{2EB0E9BE-5267-ACA0-CF99-B98957D5D2B7}"/>
              </a:ext>
            </a:extLst>
          </p:cNvPr>
          <p:cNvSpPr txBox="1"/>
          <p:nvPr/>
        </p:nvSpPr>
        <p:spPr>
          <a:xfrm>
            <a:off x="-555968" y="266127"/>
            <a:ext cx="5805301" cy="769441"/>
          </a:xfrm>
          <a:prstGeom prst="rect">
            <a:avLst/>
          </a:prstGeom>
          <a:noFill/>
        </p:spPr>
        <p:txBody>
          <a:bodyPr wrap="square" rtlCol="0">
            <a:spAutoFit/>
          </a:bodyPr>
          <a:lstStyle/>
          <a:p>
            <a:pPr algn="ctr"/>
            <a:r>
              <a:rPr lang="en-IN" sz="4400">
                <a:solidFill>
                  <a:schemeClr val="bg1"/>
                </a:solidFill>
              </a:rPr>
              <a:t>Key Features</a:t>
            </a:r>
            <a:endParaRPr lang="zh-CN" altLang="en-US" sz="4400">
              <a:solidFill>
                <a:schemeClr val="bg1"/>
              </a:solidFill>
              <a:latin typeface="+mj-lt"/>
              <a:cs typeface="OPPOSans M" panose="00020600040101010101" charset="-122"/>
            </a:endParaRPr>
          </a:p>
        </p:txBody>
      </p:sp>
      <p:sp>
        <p:nvSpPr>
          <p:cNvPr id="24" name="矩形 23">
            <a:extLst>
              <a:ext uri="{FF2B5EF4-FFF2-40B4-BE49-F238E27FC236}">
                <a16:creationId xmlns:a16="http://schemas.microsoft.com/office/drawing/2014/main" id="{AA298F12-A55F-748E-F8AC-EC9FE2AD9B2C}"/>
              </a:ext>
            </a:extLst>
          </p:cNvPr>
          <p:cNvSpPr/>
          <p:nvPr/>
        </p:nvSpPr>
        <p:spPr>
          <a:xfrm>
            <a:off x="5248275" y="1776058"/>
            <a:ext cx="1695450" cy="92371"/>
          </a:xfrm>
          <a:prstGeom prst="rect">
            <a:avLst/>
          </a:prstGeom>
          <a:gradFill>
            <a:gsLst>
              <a:gs pos="0">
                <a:schemeClr val="accent2"/>
              </a:gs>
              <a:gs pos="100000">
                <a:schemeClr val="accent1">
                  <a:lumMod val="60000"/>
                  <a:lumOff val="4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chemeClr val="accent1"/>
                  </a:gs>
                  <a:gs pos="100000">
                    <a:schemeClr val="accent2"/>
                  </a:gs>
                </a:gsLst>
                <a:lin ang="0" scaled="0"/>
              </a:gradFill>
              <a:cs typeface="OPPOSans M" panose="00020600040101010101" charset="-122"/>
            </a:endParaRPr>
          </a:p>
        </p:txBody>
      </p:sp>
      <p:sp>
        <p:nvSpPr>
          <p:cNvPr id="25" name="TextBox 24">
            <a:extLst>
              <a:ext uri="{FF2B5EF4-FFF2-40B4-BE49-F238E27FC236}">
                <a16:creationId xmlns:a16="http://schemas.microsoft.com/office/drawing/2014/main" id="{4E346B24-92F6-69C4-F874-FBCEDCDE5B74}"/>
              </a:ext>
            </a:extLst>
          </p:cNvPr>
          <p:cNvSpPr txBox="1"/>
          <p:nvPr/>
        </p:nvSpPr>
        <p:spPr>
          <a:xfrm>
            <a:off x="559668" y="1742313"/>
            <a:ext cx="11335471" cy="3170099"/>
          </a:xfrm>
          <a:prstGeom prst="rect">
            <a:avLst/>
          </a:prstGeom>
          <a:noFill/>
        </p:spPr>
        <p:txBody>
          <a:bodyPr wrap="square" rtlCol="0">
            <a:spAutoFit/>
          </a:bodyPr>
          <a:lstStyle/>
          <a:p>
            <a:pPr marL="742950" lvl="1" indent="-285750" algn="just">
              <a:buFont typeface="Arial" panose="020B0604020202020204" pitchFamily="34" charset="0"/>
              <a:buChar char="•"/>
            </a:pPr>
            <a:r>
              <a:rPr lang="en-IN" sz="2000" dirty="0">
                <a:solidFill>
                  <a:schemeClr val="bg1"/>
                </a:solidFill>
              </a:rPr>
              <a:t>Gaze Data Collection: Real-time webcam-based eye tracking via MediaPipe FaceMesh.</a:t>
            </a:r>
          </a:p>
          <a:p>
            <a:pPr lvl="1" algn="just"/>
            <a:r>
              <a:rPr lang="en-IN" sz="2000" dirty="0">
                <a:solidFill>
                  <a:schemeClr val="bg1"/>
                </a:solidFill>
              </a:rPr>
              <a:t> </a:t>
            </a:r>
          </a:p>
          <a:p>
            <a:pPr marL="742950" lvl="1" indent="-285750" algn="just">
              <a:buFont typeface="Arial" panose="020B0604020202020204" pitchFamily="34" charset="0"/>
              <a:buChar char="•"/>
            </a:pPr>
            <a:r>
              <a:rPr lang="en-IN" sz="2000" dirty="0">
                <a:solidFill>
                  <a:schemeClr val="bg1"/>
                </a:solidFill>
              </a:rPr>
              <a:t> Behavioural Metric Extraction: Fixations, saccades, blink frequency, pursuit gain, gaze variability. </a:t>
            </a:r>
          </a:p>
          <a:p>
            <a:pPr lvl="1" algn="just"/>
            <a:endParaRPr lang="en-IN" sz="2000" dirty="0">
              <a:solidFill>
                <a:schemeClr val="bg1"/>
              </a:solidFill>
            </a:endParaRPr>
          </a:p>
          <a:p>
            <a:pPr marL="742950" lvl="1" indent="-285750" algn="just">
              <a:buFont typeface="Arial" panose="020B0604020202020204" pitchFamily="34" charset="0"/>
              <a:buChar char="•"/>
            </a:pPr>
            <a:r>
              <a:rPr lang="en-IN" sz="2000" dirty="0">
                <a:solidFill>
                  <a:schemeClr val="bg1"/>
                </a:solidFill>
              </a:rPr>
              <a:t> ASD Risk Prediction: Calibrated ensemble ML model (Low / Borderline / High risk). </a:t>
            </a:r>
          </a:p>
          <a:p>
            <a:pPr lvl="1" algn="just"/>
            <a:endParaRPr lang="en-IN" sz="2000" dirty="0">
              <a:solidFill>
                <a:schemeClr val="bg1"/>
              </a:solidFill>
            </a:endParaRPr>
          </a:p>
          <a:p>
            <a:pPr marL="742950" lvl="1" indent="-285750" algn="just">
              <a:buFont typeface="Arial" panose="020B0604020202020204" pitchFamily="34" charset="0"/>
              <a:buChar char="•"/>
            </a:pPr>
            <a:r>
              <a:rPr lang="en-IN" sz="2000" dirty="0">
                <a:solidFill>
                  <a:schemeClr val="bg1"/>
                </a:solidFill>
              </a:rPr>
              <a:t> Real-time HUD: Live gaze overlays during screening.</a:t>
            </a:r>
          </a:p>
          <a:p>
            <a:pPr lvl="1" algn="just"/>
            <a:endParaRPr lang="en-IN" sz="2000" dirty="0">
              <a:solidFill>
                <a:schemeClr val="bg1"/>
              </a:solidFill>
            </a:endParaRPr>
          </a:p>
        </p:txBody>
      </p:sp>
    </p:spTree>
    <p:extLst>
      <p:ext uri="{BB962C8B-B14F-4D97-AF65-F5344CB8AC3E}">
        <p14:creationId xmlns:p14="http://schemas.microsoft.com/office/powerpoint/2010/main" val="1070048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63000">
              <a:schemeClr val="accent3">
                <a:lumMod val="50000"/>
                <a:lumOff val="50000"/>
              </a:schemeClr>
            </a:gs>
            <a:gs pos="0">
              <a:schemeClr val="accent1">
                <a:lumMod val="60000"/>
                <a:lumOff val="40000"/>
              </a:schemeClr>
            </a:gs>
            <a:gs pos="100000">
              <a:schemeClr val="accent1">
                <a:lumMod val="30000"/>
                <a:lumOff val="70000"/>
              </a:schemeClr>
            </a:gs>
          </a:gsLst>
          <a:lin ang="3600000" scaled="0"/>
        </a:gradFill>
        <a:effectLst/>
      </p:bgPr>
    </p:bg>
    <p:spTree>
      <p:nvGrpSpPr>
        <p:cNvPr id="1" name="">
          <a:extLst>
            <a:ext uri="{FF2B5EF4-FFF2-40B4-BE49-F238E27FC236}">
              <a16:creationId xmlns:a16="http://schemas.microsoft.com/office/drawing/2014/main" id="{0418269B-70A3-841D-7B3E-4C3F8859293D}"/>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DC2AD822-544A-98DE-E70D-500D36B82C11}"/>
              </a:ext>
            </a:extLst>
          </p:cNvPr>
          <p:cNvSpPr/>
          <p:nvPr/>
        </p:nvSpPr>
        <p:spPr>
          <a:xfrm>
            <a:off x="1" y="1043307"/>
            <a:ext cx="1119335" cy="3034744"/>
          </a:xfrm>
          <a:custGeom>
            <a:avLst/>
            <a:gdLst>
              <a:gd name="connsiteX0" fmla="*/ 0 w 1119335"/>
              <a:gd name="connsiteY0" fmla="*/ 0 h 3034744"/>
              <a:gd name="connsiteX1" fmla="*/ 3693 w 1119335"/>
              <a:gd name="connsiteY1" fmla="*/ 950 h 3034744"/>
              <a:gd name="connsiteX2" fmla="*/ 1119335 w 1119335"/>
              <a:gd name="connsiteY2" fmla="*/ 1517372 h 3034744"/>
              <a:gd name="connsiteX3" fmla="*/ 3693 w 1119335"/>
              <a:gd name="connsiteY3" fmla="*/ 3033795 h 3034744"/>
              <a:gd name="connsiteX4" fmla="*/ 0 w 1119335"/>
              <a:gd name="connsiteY4" fmla="*/ 3034744 h 3034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35" h="3034744">
                <a:moveTo>
                  <a:pt x="0" y="0"/>
                </a:moveTo>
                <a:lnTo>
                  <a:pt x="3693" y="950"/>
                </a:lnTo>
                <a:cubicBezTo>
                  <a:pt x="650040" y="201984"/>
                  <a:pt x="1119335" y="804873"/>
                  <a:pt x="1119335" y="1517372"/>
                </a:cubicBezTo>
                <a:cubicBezTo>
                  <a:pt x="1119335" y="2229871"/>
                  <a:pt x="650040" y="2832760"/>
                  <a:pt x="3693" y="3033795"/>
                </a:cubicBezTo>
                <a:lnTo>
                  <a:pt x="0" y="3034744"/>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任意多边形: 形状 2">
            <a:extLst>
              <a:ext uri="{FF2B5EF4-FFF2-40B4-BE49-F238E27FC236}">
                <a16:creationId xmlns:a16="http://schemas.microsoft.com/office/drawing/2014/main" id="{D91A4F00-0010-EEC1-AD87-A43CDF143FF5}"/>
              </a:ext>
            </a:extLst>
          </p:cNvPr>
          <p:cNvSpPr/>
          <p:nvPr/>
        </p:nvSpPr>
        <p:spPr>
          <a:xfrm>
            <a:off x="9324824" y="5498794"/>
            <a:ext cx="2867177" cy="1359207"/>
          </a:xfrm>
          <a:custGeom>
            <a:avLst/>
            <a:gdLst>
              <a:gd name="connsiteX0" fmla="*/ 1569498 w 2867177"/>
              <a:gd name="connsiteY0" fmla="*/ 0 h 1359207"/>
              <a:gd name="connsiteX1" fmla="*/ 2794727 w 2867177"/>
              <a:gd name="connsiteY1" fmla="*/ 577814 h 1359207"/>
              <a:gd name="connsiteX2" fmla="*/ 2867177 w 2867177"/>
              <a:gd name="connsiteY2" fmla="*/ 674700 h 1359207"/>
              <a:gd name="connsiteX3" fmla="*/ 2867177 w 2867177"/>
              <a:gd name="connsiteY3" fmla="*/ 1359207 h 1359207"/>
              <a:gd name="connsiteX4" fmla="*/ 0 w 2867177"/>
              <a:gd name="connsiteY4" fmla="*/ 1359207 h 1359207"/>
              <a:gd name="connsiteX5" fmla="*/ 13950 w 2867177"/>
              <a:gd name="connsiteY5" fmla="*/ 1267809 h 1359207"/>
              <a:gd name="connsiteX6" fmla="*/ 1569498 w 2867177"/>
              <a:gd name="connsiteY6" fmla="*/ 0 h 135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177" h="1359207">
                <a:moveTo>
                  <a:pt x="1569498" y="0"/>
                </a:moveTo>
                <a:cubicBezTo>
                  <a:pt x="2062767" y="0"/>
                  <a:pt x="2503500" y="224929"/>
                  <a:pt x="2794727" y="577814"/>
                </a:cubicBezTo>
                <a:lnTo>
                  <a:pt x="2867177" y="674700"/>
                </a:lnTo>
                <a:lnTo>
                  <a:pt x="2867177" y="1359207"/>
                </a:lnTo>
                <a:lnTo>
                  <a:pt x="0" y="1359207"/>
                </a:lnTo>
                <a:lnTo>
                  <a:pt x="13950" y="1267809"/>
                </a:lnTo>
                <a:cubicBezTo>
                  <a:pt x="162007" y="544272"/>
                  <a:pt x="802191" y="0"/>
                  <a:pt x="1569498"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 name="Group 32">
            <a:extLst>
              <a:ext uri="{FF2B5EF4-FFF2-40B4-BE49-F238E27FC236}">
                <a16:creationId xmlns:a16="http://schemas.microsoft.com/office/drawing/2014/main" id="{ADE90ACA-8916-0A5E-BC79-67CC0545B38D}"/>
              </a:ext>
            </a:extLst>
          </p:cNvPr>
          <p:cNvGrpSpPr/>
          <p:nvPr/>
        </p:nvGrpSpPr>
        <p:grpSpPr>
          <a:xfrm>
            <a:off x="8941188" y="1510690"/>
            <a:ext cx="2064994" cy="2064994"/>
            <a:chOff x="10640582" y="1220864"/>
            <a:chExt cx="2064994" cy="2064994"/>
          </a:xfrm>
        </p:grpSpPr>
        <p:sp>
          <p:nvSpPr>
            <p:cNvPr id="5" name="Circle: Hollow 38">
              <a:extLst>
                <a:ext uri="{FF2B5EF4-FFF2-40B4-BE49-F238E27FC236}">
                  <a16:creationId xmlns:a16="http://schemas.microsoft.com/office/drawing/2014/main" id="{0C55CF0F-AB56-1D49-63ED-CD3DE586E1F7}"/>
                </a:ext>
              </a:extLst>
            </p:cNvPr>
            <p:cNvSpPr/>
            <p:nvPr/>
          </p:nvSpPr>
          <p:spPr>
            <a:xfrm rot="20700000">
              <a:off x="10640582" y="1220864"/>
              <a:ext cx="2064994" cy="2064994"/>
            </a:xfrm>
            <a:prstGeom prst="donut">
              <a:avLst>
                <a:gd name="adj" fmla="val 37753"/>
              </a:avLst>
            </a:prstGeom>
            <a:gradFill>
              <a:gsLst>
                <a:gs pos="100000">
                  <a:schemeClr val="accent6"/>
                </a:gs>
                <a:gs pos="60000">
                  <a:schemeClr val="accent5"/>
                </a:gs>
                <a:gs pos="5000">
                  <a:schemeClr val="accent4"/>
                </a:gs>
              </a:gsLst>
              <a:path path="circle">
                <a:fillToRect l="100000" t="100000"/>
              </a:path>
            </a:gradFill>
            <a:ln>
              <a:noFill/>
            </a:ln>
            <a:effectLst>
              <a:outerShdw blurRad="774700" dist="546100" dir="2700000" algn="tl" rotWithShape="0">
                <a:prstClr val="black">
                  <a:alpha val="40000"/>
                </a:prstClr>
              </a:outerShdw>
              <a:softEdge rad="698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ircle: Hollow 39">
              <a:extLst>
                <a:ext uri="{FF2B5EF4-FFF2-40B4-BE49-F238E27FC236}">
                  <a16:creationId xmlns:a16="http://schemas.microsoft.com/office/drawing/2014/main" id="{4CCA2706-2D7A-93A5-EF40-345D7706D428}"/>
                </a:ext>
              </a:extLst>
            </p:cNvPr>
            <p:cNvSpPr/>
            <p:nvPr/>
          </p:nvSpPr>
          <p:spPr>
            <a:xfrm rot="20700000">
              <a:off x="10864033" y="1444315"/>
              <a:ext cx="1618092" cy="1618092"/>
            </a:xfrm>
            <a:prstGeom prst="donut">
              <a:avLst/>
            </a:prstGeom>
            <a:solidFill>
              <a:schemeClr val="bg1"/>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ircle: Hollow 40">
              <a:extLst>
                <a:ext uri="{FF2B5EF4-FFF2-40B4-BE49-F238E27FC236}">
                  <a16:creationId xmlns:a16="http://schemas.microsoft.com/office/drawing/2014/main" id="{4E5BF0F5-426B-776C-BE0E-24CF62E25F88}"/>
                </a:ext>
              </a:extLst>
            </p:cNvPr>
            <p:cNvSpPr/>
            <p:nvPr/>
          </p:nvSpPr>
          <p:spPr>
            <a:xfrm rot="20700000">
              <a:off x="10864033" y="1444315"/>
              <a:ext cx="1618092" cy="1618092"/>
            </a:xfrm>
            <a:prstGeom prst="donut">
              <a:avLst/>
            </a:prstGeom>
            <a:gradFill>
              <a:gsLst>
                <a:gs pos="100000">
                  <a:schemeClr val="accent6"/>
                </a:gs>
                <a:gs pos="60000">
                  <a:schemeClr val="accent5"/>
                </a:gs>
                <a:gs pos="5000">
                  <a:schemeClr val="accent4"/>
                </a:gs>
              </a:gsLst>
              <a:path path="circle">
                <a:fillToRect l="100000" t="100000"/>
              </a:path>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8" name="Rectangle: Rounded Corners 31">
            <a:extLst>
              <a:ext uri="{FF2B5EF4-FFF2-40B4-BE49-F238E27FC236}">
                <a16:creationId xmlns:a16="http://schemas.microsoft.com/office/drawing/2014/main" id="{2D6D72E3-C796-9DC0-0A8A-6169173FB65D}"/>
              </a:ext>
            </a:extLst>
          </p:cNvPr>
          <p:cNvSpPr/>
          <p:nvPr/>
        </p:nvSpPr>
        <p:spPr>
          <a:xfrm>
            <a:off x="193780" y="361759"/>
            <a:ext cx="11707521" cy="6229541"/>
          </a:xfrm>
          <a:prstGeom prst="roundRect">
            <a:avLst>
              <a:gd name="adj" fmla="val 4883"/>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任意多边形: 形状 8">
            <a:extLst>
              <a:ext uri="{FF2B5EF4-FFF2-40B4-BE49-F238E27FC236}">
                <a16:creationId xmlns:a16="http://schemas.microsoft.com/office/drawing/2014/main" id="{ED931FC6-0FA1-D2F2-0CA6-353C2FE30958}"/>
              </a:ext>
            </a:extLst>
          </p:cNvPr>
          <p:cNvSpPr/>
          <p:nvPr/>
        </p:nvSpPr>
        <p:spPr>
          <a:xfrm>
            <a:off x="2747854" y="0"/>
            <a:ext cx="9354533" cy="6857999"/>
          </a:xfrm>
          <a:custGeom>
            <a:avLst/>
            <a:gdLst>
              <a:gd name="connsiteX0" fmla="*/ 811424 w 9354533"/>
              <a:gd name="connsiteY0" fmla="*/ 6511811 h 6857999"/>
              <a:gd name="connsiteX1" fmla="*/ 855285 w 9354533"/>
              <a:gd name="connsiteY1" fmla="*/ 6511811 h 6857999"/>
              <a:gd name="connsiteX2" fmla="*/ 899145 w 9354533"/>
              <a:gd name="connsiteY2" fmla="*/ 6511811 h 6857999"/>
              <a:gd name="connsiteX3" fmla="*/ 940265 w 9354533"/>
              <a:gd name="connsiteY3" fmla="*/ 6514555 h 6857999"/>
              <a:gd name="connsiteX4" fmla="*/ 986866 w 9354533"/>
              <a:gd name="connsiteY4" fmla="*/ 6522788 h 6857999"/>
              <a:gd name="connsiteX5" fmla="*/ 1030726 w 9354533"/>
              <a:gd name="connsiteY5" fmla="*/ 6531020 h 6857999"/>
              <a:gd name="connsiteX6" fmla="*/ 1071846 w 9354533"/>
              <a:gd name="connsiteY6" fmla="*/ 6539252 h 6857999"/>
              <a:gd name="connsiteX7" fmla="*/ 1112965 w 9354533"/>
              <a:gd name="connsiteY7" fmla="*/ 6550230 h 6857999"/>
              <a:gd name="connsiteX8" fmla="*/ 1156826 w 9354533"/>
              <a:gd name="connsiteY8" fmla="*/ 6563951 h 6857999"/>
              <a:gd name="connsiteX9" fmla="*/ 1197945 w 9354533"/>
              <a:gd name="connsiteY9" fmla="*/ 6577672 h 6857999"/>
              <a:gd name="connsiteX10" fmla="*/ 1239064 w 9354533"/>
              <a:gd name="connsiteY10" fmla="*/ 6596881 h 6857999"/>
              <a:gd name="connsiteX11" fmla="*/ 1277443 w 9354533"/>
              <a:gd name="connsiteY11" fmla="*/ 6616091 h 6857999"/>
              <a:gd name="connsiteX12" fmla="*/ 1318562 w 9354533"/>
              <a:gd name="connsiteY12" fmla="*/ 6638044 h 6857999"/>
              <a:gd name="connsiteX13" fmla="*/ 1356942 w 9354533"/>
              <a:gd name="connsiteY13" fmla="*/ 6662741 h 6857999"/>
              <a:gd name="connsiteX14" fmla="*/ 1392576 w 9354533"/>
              <a:gd name="connsiteY14" fmla="*/ 6687440 h 6857999"/>
              <a:gd name="connsiteX15" fmla="*/ 1430955 w 9354533"/>
              <a:gd name="connsiteY15" fmla="*/ 6717627 h 6857999"/>
              <a:gd name="connsiteX16" fmla="*/ 1463850 w 9354533"/>
              <a:gd name="connsiteY16" fmla="*/ 6745068 h 6857999"/>
              <a:gd name="connsiteX17" fmla="*/ 1499488 w 9354533"/>
              <a:gd name="connsiteY17" fmla="*/ 6780744 h 6857999"/>
              <a:gd name="connsiteX18" fmla="*/ 1576429 w 9354533"/>
              <a:gd name="connsiteY18" fmla="*/ 6857999 h 6857999"/>
              <a:gd name="connsiteX19" fmla="*/ 141549 w 9354533"/>
              <a:gd name="connsiteY19" fmla="*/ 6857999 h 6857999"/>
              <a:gd name="connsiteX20" fmla="*/ 148030 w 9354533"/>
              <a:gd name="connsiteY20" fmla="*/ 6849348 h 6857999"/>
              <a:gd name="connsiteX21" fmla="*/ 180926 w 9354533"/>
              <a:gd name="connsiteY21" fmla="*/ 6810929 h 6857999"/>
              <a:gd name="connsiteX22" fmla="*/ 211081 w 9354533"/>
              <a:gd name="connsiteY22" fmla="*/ 6780744 h 6857999"/>
              <a:gd name="connsiteX23" fmla="*/ 246717 w 9354533"/>
              <a:gd name="connsiteY23" fmla="*/ 6745068 h 6857999"/>
              <a:gd name="connsiteX24" fmla="*/ 279611 w 9354533"/>
              <a:gd name="connsiteY24" fmla="*/ 6717627 h 6857999"/>
              <a:gd name="connsiteX25" fmla="*/ 317990 w 9354533"/>
              <a:gd name="connsiteY25" fmla="*/ 6687440 h 6857999"/>
              <a:gd name="connsiteX26" fmla="*/ 353629 w 9354533"/>
              <a:gd name="connsiteY26" fmla="*/ 6662741 h 6857999"/>
              <a:gd name="connsiteX27" fmla="*/ 392005 w 9354533"/>
              <a:gd name="connsiteY27" fmla="*/ 6638044 h 6857999"/>
              <a:gd name="connsiteX28" fmla="*/ 433124 w 9354533"/>
              <a:gd name="connsiteY28" fmla="*/ 6616091 h 6857999"/>
              <a:gd name="connsiteX29" fmla="*/ 471503 w 9354533"/>
              <a:gd name="connsiteY29" fmla="*/ 6596881 h 6857999"/>
              <a:gd name="connsiteX30" fmla="*/ 512622 w 9354533"/>
              <a:gd name="connsiteY30" fmla="*/ 6577672 h 6857999"/>
              <a:gd name="connsiteX31" fmla="*/ 553742 w 9354533"/>
              <a:gd name="connsiteY31" fmla="*/ 6563951 h 6857999"/>
              <a:gd name="connsiteX32" fmla="*/ 594861 w 9354533"/>
              <a:gd name="connsiteY32" fmla="*/ 6550230 h 6857999"/>
              <a:gd name="connsiteX33" fmla="*/ 638721 w 9354533"/>
              <a:gd name="connsiteY33" fmla="*/ 6539252 h 6857999"/>
              <a:gd name="connsiteX34" fmla="*/ 679841 w 9354533"/>
              <a:gd name="connsiteY34" fmla="*/ 6531020 h 6857999"/>
              <a:gd name="connsiteX35" fmla="*/ 723702 w 9354533"/>
              <a:gd name="connsiteY35" fmla="*/ 6522788 h 6857999"/>
              <a:gd name="connsiteX36" fmla="*/ 767562 w 9354533"/>
              <a:gd name="connsiteY36" fmla="*/ 6514555 h 6857999"/>
              <a:gd name="connsiteX37" fmla="*/ 863507 w 9354533"/>
              <a:gd name="connsiteY37" fmla="*/ 3786810 h 6857999"/>
              <a:gd name="connsiteX38" fmla="*/ 907368 w 9354533"/>
              <a:gd name="connsiteY38" fmla="*/ 3786810 h 6857999"/>
              <a:gd name="connsiteX39" fmla="*/ 948487 w 9354533"/>
              <a:gd name="connsiteY39" fmla="*/ 3786810 h 6857999"/>
              <a:gd name="connsiteX40" fmla="*/ 992347 w 9354533"/>
              <a:gd name="connsiteY40" fmla="*/ 3792299 h 6857999"/>
              <a:gd name="connsiteX41" fmla="*/ 1038951 w 9354533"/>
              <a:gd name="connsiteY41" fmla="*/ 3795043 h 6857999"/>
              <a:gd name="connsiteX42" fmla="*/ 1080070 w 9354533"/>
              <a:gd name="connsiteY42" fmla="*/ 3803275 h 6857999"/>
              <a:gd name="connsiteX43" fmla="*/ 1123931 w 9354533"/>
              <a:gd name="connsiteY43" fmla="*/ 3811507 h 6857999"/>
              <a:gd name="connsiteX44" fmla="*/ 1167791 w 9354533"/>
              <a:gd name="connsiteY44" fmla="*/ 3822484 h 6857999"/>
              <a:gd name="connsiteX45" fmla="*/ 1206170 w 9354533"/>
              <a:gd name="connsiteY45" fmla="*/ 3836206 h 6857999"/>
              <a:gd name="connsiteX46" fmla="*/ 1250030 w 9354533"/>
              <a:gd name="connsiteY46" fmla="*/ 3852671 h 6857999"/>
              <a:gd name="connsiteX47" fmla="*/ 1291149 w 9354533"/>
              <a:gd name="connsiteY47" fmla="*/ 3869136 h 6857999"/>
              <a:gd name="connsiteX48" fmla="*/ 1329528 w 9354533"/>
              <a:gd name="connsiteY48" fmla="*/ 3888346 h 6857999"/>
              <a:gd name="connsiteX49" fmla="*/ 1370648 w 9354533"/>
              <a:gd name="connsiteY49" fmla="*/ 3913043 h 6857999"/>
              <a:gd name="connsiteX50" fmla="*/ 1406283 w 9354533"/>
              <a:gd name="connsiteY50" fmla="*/ 3934997 h 6857999"/>
              <a:gd name="connsiteX51" fmla="*/ 1444661 w 9354533"/>
              <a:gd name="connsiteY51" fmla="*/ 3959695 h 6857999"/>
              <a:gd name="connsiteX52" fmla="*/ 1483041 w 9354533"/>
              <a:gd name="connsiteY52" fmla="*/ 3989881 h 6857999"/>
              <a:gd name="connsiteX53" fmla="*/ 1515936 w 9354533"/>
              <a:gd name="connsiteY53" fmla="*/ 4020067 h 6857999"/>
              <a:gd name="connsiteX54" fmla="*/ 1551573 w 9354533"/>
              <a:gd name="connsiteY54" fmla="*/ 4052999 h 6857999"/>
              <a:gd name="connsiteX55" fmla="*/ 4345134 w 9354533"/>
              <a:gd name="connsiteY55" fmla="*/ 6857999 h 6857999"/>
              <a:gd name="connsiteX56" fmla="*/ 1774225 w 9354533"/>
              <a:gd name="connsiteY56" fmla="*/ 6857999 h 6857999"/>
              <a:gd name="connsiteX57" fmla="*/ 263165 w 9354533"/>
              <a:gd name="connsiteY57" fmla="*/ 5342778 h 6857999"/>
              <a:gd name="connsiteX58" fmla="*/ 230270 w 9354533"/>
              <a:gd name="connsiteY58" fmla="*/ 5307103 h 6857999"/>
              <a:gd name="connsiteX59" fmla="*/ 202857 w 9354533"/>
              <a:gd name="connsiteY59" fmla="*/ 5274172 h 6857999"/>
              <a:gd name="connsiteX60" fmla="*/ 175444 w 9354533"/>
              <a:gd name="connsiteY60" fmla="*/ 5238497 h 6857999"/>
              <a:gd name="connsiteX61" fmla="*/ 148030 w 9354533"/>
              <a:gd name="connsiteY61" fmla="*/ 5200079 h 6857999"/>
              <a:gd name="connsiteX62" fmla="*/ 123358 w 9354533"/>
              <a:gd name="connsiteY62" fmla="*/ 5161661 h 6857999"/>
              <a:gd name="connsiteX63" fmla="*/ 104171 w 9354533"/>
              <a:gd name="connsiteY63" fmla="*/ 5123241 h 6857999"/>
              <a:gd name="connsiteX64" fmla="*/ 82239 w 9354533"/>
              <a:gd name="connsiteY64" fmla="*/ 5082077 h 6857999"/>
              <a:gd name="connsiteX65" fmla="*/ 65792 w 9354533"/>
              <a:gd name="connsiteY65" fmla="*/ 5040914 h 6857999"/>
              <a:gd name="connsiteX66" fmla="*/ 49345 w 9354533"/>
              <a:gd name="connsiteY66" fmla="*/ 4999752 h 6857999"/>
              <a:gd name="connsiteX67" fmla="*/ 35638 w 9354533"/>
              <a:gd name="connsiteY67" fmla="*/ 4955844 h 6857999"/>
              <a:gd name="connsiteX68" fmla="*/ 24672 w 9354533"/>
              <a:gd name="connsiteY68" fmla="*/ 4914681 h 6857999"/>
              <a:gd name="connsiteX69" fmla="*/ 13707 w 9354533"/>
              <a:gd name="connsiteY69" fmla="*/ 4870773 h 6857999"/>
              <a:gd name="connsiteX70" fmla="*/ 8225 w 9354533"/>
              <a:gd name="connsiteY70" fmla="*/ 4826865 h 6857999"/>
              <a:gd name="connsiteX71" fmla="*/ 2744 w 9354533"/>
              <a:gd name="connsiteY71" fmla="*/ 4785702 h 6857999"/>
              <a:gd name="connsiteX72" fmla="*/ 0 w 9354533"/>
              <a:gd name="connsiteY72" fmla="*/ 4741796 h 6857999"/>
              <a:gd name="connsiteX73" fmla="*/ 0 w 9354533"/>
              <a:gd name="connsiteY73" fmla="*/ 4697888 h 6857999"/>
              <a:gd name="connsiteX74" fmla="*/ 0 w 9354533"/>
              <a:gd name="connsiteY74" fmla="*/ 4653981 h 6857999"/>
              <a:gd name="connsiteX75" fmla="*/ 2744 w 9354533"/>
              <a:gd name="connsiteY75" fmla="*/ 4610073 h 6857999"/>
              <a:gd name="connsiteX76" fmla="*/ 8225 w 9354533"/>
              <a:gd name="connsiteY76" fmla="*/ 4566165 h 6857999"/>
              <a:gd name="connsiteX77" fmla="*/ 13707 w 9354533"/>
              <a:gd name="connsiteY77" fmla="*/ 4522259 h 6857999"/>
              <a:gd name="connsiteX78" fmla="*/ 24672 w 9354533"/>
              <a:gd name="connsiteY78" fmla="*/ 4481095 h 6857999"/>
              <a:gd name="connsiteX79" fmla="*/ 35638 w 9354533"/>
              <a:gd name="connsiteY79" fmla="*/ 4437188 h 6857999"/>
              <a:gd name="connsiteX80" fmla="*/ 49345 w 9354533"/>
              <a:gd name="connsiteY80" fmla="*/ 4393280 h 6857999"/>
              <a:gd name="connsiteX81" fmla="*/ 65792 w 9354533"/>
              <a:gd name="connsiteY81" fmla="*/ 4354861 h 6857999"/>
              <a:gd name="connsiteX82" fmla="*/ 82239 w 9354533"/>
              <a:gd name="connsiteY82" fmla="*/ 4313698 h 6857999"/>
              <a:gd name="connsiteX83" fmla="*/ 104171 w 9354533"/>
              <a:gd name="connsiteY83" fmla="*/ 4272536 h 6857999"/>
              <a:gd name="connsiteX84" fmla="*/ 123358 w 9354533"/>
              <a:gd name="connsiteY84" fmla="*/ 4234116 h 6857999"/>
              <a:gd name="connsiteX85" fmla="*/ 148030 w 9354533"/>
              <a:gd name="connsiteY85" fmla="*/ 4195697 h 6857999"/>
              <a:gd name="connsiteX86" fmla="*/ 175444 w 9354533"/>
              <a:gd name="connsiteY86" fmla="*/ 4160023 h 6857999"/>
              <a:gd name="connsiteX87" fmla="*/ 202857 w 9354533"/>
              <a:gd name="connsiteY87" fmla="*/ 4121603 h 6857999"/>
              <a:gd name="connsiteX88" fmla="*/ 230270 w 9354533"/>
              <a:gd name="connsiteY88" fmla="*/ 4085929 h 6857999"/>
              <a:gd name="connsiteX89" fmla="*/ 263165 w 9354533"/>
              <a:gd name="connsiteY89" fmla="*/ 4052999 h 6857999"/>
              <a:gd name="connsiteX90" fmla="*/ 296062 w 9354533"/>
              <a:gd name="connsiteY90" fmla="*/ 4020067 h 6857999"/>
              <a:gd name="connsiteX91" fmla="*/ 331697 w 9354533"/>
              <a:gd name="connsiteY91" fmla="*/ 3989881 h 6857999"/>
              <a:gd name="connsiteX92" fmla="*/ 370076 w 9354533"/>
              <a:gd name="connsiteY92" fmla="*/ 3959695 h 6857999"/>
              <a:gd name="connsiteX93" fmla="*/ 405711 w 9354533"/>
              <a:gd name="connsiteY93" fmla="*/ 3934997 h 6857999"/>
              <a:gd name="connsiteX94" fmla="*/ 444090 w 9354533"/>
              <a:gd name="connsiteY94" fmla="*/ 3913043 h 6857999"/>
              <a:gd name="connsiteX95" fmla="*/ 482469 w 9354533"/>
              <a:gd name="connsiteY95" fmla="*/ 3888346 h 6857999"/>
              <a:gd name="connsiteX96" fmla="*/ 523588 w 9354533"/>
              <a:gd name="connsiteY96" fmla="*/ 3869136 h 6857999"/>
              <a:gd name="connsiteX97" fmla="*/ 564708 w 9354533"/>
              <a:gd name="connsiteY97" fmla="*/ 3852671 h 6857999"/>
              <a:gd name="connsiteX98" fmla="*/ 605827 w 9354533"/>
              <a:gd name="connsiteY98" fmla="*/ 3836206 h 6857999"/>
              <a:gd name="connsiteX99" fmla="*/ 646947 w 9354533"/>
              <a:gd name="connsiteY99" fmla="*/ 3822484 h 6857999"/>
              <a:gd name="connsiteX100" fmla="*/ 688066 w 9354533"/>
              <a:gd name="connsiteY100" fmla="*/ 3811507 h 6857999"/>
              <a:gd name="connsiteX101" fmla="*/ 731926 w 9354533"/>
              <a:gd name="connsiteY101" fmla="*/ 3803275 h 6857999"/>
              <a:gd name="connsiteX102" fmla="*/ 775786 w 9354533"/>
              <a:gd name="connsiteY102" fmla="*/ 3795043 h 6857999"/>
              <a:gd name="connsiteX103" fmla="*/ 816907 w 9354533"/>
              <a:gd name="connsiteY103" fmla="*/ 3792299 h 6857999"/>
              <a:gd name="connsiteX104" fmla="*/ 975900 w 9354533"/>
              <a:gd name="connsiteY104" fmla="*/ 1075531 h 6857999"/>
              <a:gd name="connsiteX105" fmla="*/ 1019761 w 9354533"/>
              <a:gd name="connsiteY105" fmla="*/ 1078274 h 6857999"/>
              <a:gd name="connsiteX106" fmla="*/ 1063623 w 9354533"/>
              <a:gd name="connsiteY106" fmla="*/ 1081018 h 6857999"/>
              <a:gd name="connsiteX107" fmla="*/ 1107484 w 9354533"/>
              <a:gd name="connsiteY107" fmla="*/ 1083763 h 6857999"/>
              <a:gd name="connsiteX108" fmla="*/ 1151344 w 9354533"/>
              <a:gd name="connsiteY108" fmla="*/ 1091995 h 6857999"/>
              <a:gd name="connsiteX109" fmla="*/ 1192463 w 9354533"/>
              <a:gd name="connsiteY109" fmla="*/ 1102972 h 6857999"/>
              <a:gd name="connsiteX110" fmla="*/ 1236324 w 9354533"/>
              <a:gd name="connsiteY110" fmla="*/ 1113948 h 6857999"/>
              <a:gd name="connsiteX111" fmla="*/ 1274702 w 9354533"/>
              <a:gd name="connsiteY111" fmla="*/ 1127671 h 6857999"/>
              <a:gd name="connsiteX112" fmla="*/ 1318562 w 9354533"/>
              <a:gd name="connsiteY112" fmla="*/ 1141391 h 6857999"/>
              <a:gd name="connsiteX113" fmla="*/ 1359682 w 9354533"/>
              <a:gd name="connsiteY113" fmla="*/ 1160601 h 6857999"/>
              <a:gd name="connsiteX114" fmla="*/ 1398058 w 9354533"/>
              <a:gd name="connsiteY114" fmla="*/ 1179811 h 6857999"/>
              <a:gd name="connsiteX115" fmla="*/ 1439178 w 9354533"/>
              <a:gd name="connsiteY115" fmla="*/ 1201764 h 6857999"/>
              <a:gd name="connsiteX116" fmla="*/ 1477556 w 9354533"/>
              <a:gd name="connsiteY116" fmla="*/ 1226461 h 6857999"/>
              <a:gd name="connsiteX117" fmla="*/ 1513194 w 9354533"/>
              <a:gd name="connsiteY117" fmla="*/ 1251160 h 6857999"/>
              <a:gd name="connsiteX118" fmla="*/ 1551573 w 9354533"/>
              <a:gd name="connsiteY118" fmla="*/ 1278601 h 6857999"/>
              <a:gd name="connsiteX119" fmla="*/ 1584468 w 9354533"/>
              <a:gd name="connsiteY119" fmla="*/ 1311532 h 6857999"/>
              <a:gd name="connsiteX120" fmla="*/ 1620103 w 9354533"/>
              <a:gd name="connsiteY120" fmla="*/ 1341718 h 6857999"/>
              <a:gd name="connsiteX121" fmla="*/ 7115932 w 9354533"/>
              <a:gd name="connsiteY121" fmla="*/ 6857999 h 6857999"/>
              <a:gd name="connsiteX122" fmla="*/ 4543996 w 9354533"/>
              <a:gd name="connsiteY122" fmla="*/ 6857999 h 6857999"/>
              <a:gd name="connsiteX123" fmla="*/ 331697 w 9354533"/>
              <a:gd name="connsiteY123" fmla="*/ 2631498 h 6857999"/>
              <a:gd name="connsiteX124" fmla="*/ 301543 w 9354533"/>
              <a:gd name="connsiteY124" fmla="*/ 2601310 h 6857999"/>
              <a:gd name="connsiteX125" fmla="*/ 271390 w 9354533"/>
              <a:gd name="connsiteY125" fmla="*/ 2562893 h 6857999"/>
              <a:gd name="connsiteX126" fmla="*/ 243976 w 9354533"/>
              <a:gd name="connsiteY126" fmla="*/ 2527217 h 6857999"/>
              <a:gd name="connsiteX127" fmla="*/ 216563 w 9354533"/>
              <a:gd name="connsiteY127" fmla="*/ 2491543 h 6857999"/>
              <a:gd name="connsiteX128" fmla="*/ 191891 w 9354533"/>
              <a:gd name="connsiteY128" fmla="*/ 2450380 h 6857999"/>
              <a:gd name="connsiteX129" fmla="*/ 172702 w 9354533"/>
              <a:gd name="connsiteY129" fmla="*/ 2414705 h 6857999"/>
              <a:gd name="connsiteX130" fmla="*/ 150772 w 9354533"/>
              <a:gd name="connsiteY130" fmla="*/ 2373541 h 6857999"/>
              <a:gd name="connsiteX131" fmla="*/ 134324 w 9354533"/>
              <a:gd name="connsiteY131" fmla="*/ 2329634 h 6857999"/>
              <a:gd name="connsiteX132" fmla="*/ 117877 w 9354533"/>
              <a:gd name="connsiteY132" fmla="*/ 2291216 h 6857999"/>
              <a:gd name="connsiteX133" fmla="*/ 106912 w 9354533"/>
              <a:gd name="connsiteY133" fmla="*/ 2247308 h 6857999"/>
              <a:gd name="connsiteX134" fmla="*/ 93205 w 9354533"/>
              <a:gd name="connsiteY134" fmla="*/ 2203400 h 6857999"/>
              <a:gd name="connsiteX135" fmla="*/ 82239 w 9354533"/>
              <a:gd name="connsiteY135" fmla="*/ 2162238 h 6857999"/>
              <a:gd name="connsiteX136" fmla="*/ 76757 w 9354533"/>
              <a:gd name="connsiteY136" fmla="*/ 2118330 h 6857999"/>
              <a:gd name="connsiteX137" fmla="*/ 71275 w 9354533"/>
              <a:gd name="connsiteY137" fmla="*/ 2074424 h 6857999"/>
              <a:gd name="connsiteX138" fmla="*/ 68533 w 9354533"/>
              <a:gd name="connsiteY138" fmla="*/ 2030516 h 6857999"/>
              <a:gd name="connsiteX139" fmla="*/ 68533 w 9354533"/>
              <a:gd name="connsiteY139" fmla="*/ 1989352 h 6857999"/>
              <a:gd name="connsiteX140" fmla="*/ 68533 w 9354533"/>
              <a:gd name="connsiteY140" fmla="*/ 1942701 h 6857999"/>
              <a:gd name="connsiteX141" fmla="*/ 71275 w 9354533"/>
              <a:gd name="connsiteY141" fmla="*/ 1898793 h 6857999"/>
              <a:gd name="connsiteX142" fmla="*/ 76757 w 9354533"/>
              <a:gd name="connsiteY142" fmla="*/ 1857629 h 6857999"/>
              <a:gd name="connsiteX143" fmla="*/ 82239 w 9354533"/>
              <a:gd name="connsiteY143" fmla="*/ 1813723 h 6857999"/>
              <a:gd name="connsiteX144" fmla="*/ 93205 w 9354533"/>
              <a:gd name="connsiteY144" fmla="*/ 1769815 h 6857999"/>
              <a:gd name="connsiteX145" fmla="*/ 106912 w 9354533"/>
              <a:gd name="connsiteY145" fmla="*/ 1728652 h 6857999"/>
              <a:gd name="connsiteX146" fmla="*/ 117877 w 9354533"/>
              <a:gd name="connsiteY146" fmla="*/ 1684745 h 6857999"/>
              <a:gd name="connsiteX147" fmla="*/ 134324 w 9354533"/>
              <a:gd name="connsiteY147" fmla="*/ 1643581 h 6857999"/>
              <a:gd name="connsiteX148" fmla="*/ 150772 w 9354533"/>
              <a:gd name="connsiteY148" fmla="*/ 1605162 h 6857999"/>
              <a:gd name="connsiteX149" fmla="*/ 172702 w 9354533"/>
              <a:gd name="connsiteY149" fmla="*/ 1564000 h 6857999"/>
              <a:gd name="connsiteX150" fmla="*/ 191891 w 9354533"/>
              <a:gd name="connsiteY150" fmla="*/ 1522837 h 6857999"/>
              <a:gd name="connsiteX151" fmla="*/ 216563 w 9354533"/>
              <a:gd name="connsiteY151" fmla="*/ 1487162 h 6857999"/>
              <a:gd name="connsiteX152" fmla="*/ 243976 w 9354533"/>
              <a:gd name="connsiteY152" fmla="*/ 1448743 h 6857999"/>
              <a:gd name="connsiteX153" fmla="*/ 271390 w 9354533"/>
              <a:gd name="connsiteY153" fmla="*/ 1413068 h 6857999"/>
              <a:gd name="connsiteX154" fmla="*/ 301543 w 9354533"/>
              <a:gd name="connsiteY154" fmla="*/ 1377393 h 6857999"/>
              <a:gd name="connsiteX155" fmla="*/ 331697 w 9354533"/>
              <a:gd name="connsiteY155" fmla="*/ 1341718 h 6857999"/>
              <a:gd name="connsiteX156" fmla="*/ 367335 w 9354533"/>
              <a:gd name="connsiteY156" fmla="*/ 1311532 h 6857999"/>
              <a:gd name="connsiteX157" fmla="*/ 400229 w 9354533"/>
              <a:gd name="connsiteY157" fmla="*/ 1278601 h 6857999"/>
              <a:gd name="connsiteX158" fmla="*/ 438607 w 9354533"/>
              <a:gd name="connsiteY158" fmla="*/ 1251160 h 6857999"/>
              <a:gd name="connsiteX159" fmla="*/ 474243 w 9354533"/>
              <a:gd name="connsiteY159" fmla="*/ 1226461 h 6857999"/>
              <a:gd name="connsiteX160" fmla="*/ 512622 w 9354533"/>
              <a:gd name="connsiteY160" fmla="*/ 1201764 h 6857999"/>
              <a:gd name="connsiteX161" fmla="*/ 551001 w 9354533"/>
              <a:gd name="connsiteY161" fmla="*/ 1179811 h 6857999"/>
              <a:gd name="connsiteX162" fmla="*/ 592121 w 9354533"/>
              <a:gd name="connsiteY162" fmla="*/ 1160601 h 6857999"/>
              <a:gd name="connsiteX163" fmla="*/ 633240 w 9354533"/>
              <a:gd name="connsiteY163" fmla="*/ 1141391 h 6857999"/>
              <a:gd name="connsiteX164" fmla="*/ 674359 w 9354533"/>
              <a:gd name="connsiteY164" fmla="*/ 1127671 h 6857999"/>
              <a:gd name="connsiteX165" fmla="*/ 715479 w 9354533"/>
              <a:gd name="connsiteY165" fmla="*/ 1113948 h 6857999"/>
              <a:gd name="connsiteX166" fmla="*/ 759339 w 9354533"/>
              <a:gd name="connsiteY166" fmla="*/ 1102972 h 6857999"/>
              <a:gd name="connsiteX167" fmla="*/ 800459 w 9354533"/>
              <a:gd name="connsiteY167" fmla="*/ 1091995 h 6857999"/>
              <a:gd name="connsiteX168" fmla="*/ 844319 w 9354533"/>
              <a:gd name="connsiteY168" fmla="*/ 1083763 h 6857999"/>
              <a:gd name="connsiteX169" fmla="*/ 890920 w 9354533"/>
              <a:gd name="connsiteY169" fmla="*/ 1081018 h 6857999"/>
              <a:gd name="connsiteX170" fmla="*/ 932040 w 9354533"/>
              <a:gd name="connsiteY170" fmla="*/ 1078274 h 6857999"/>
              <a:gd name="connsiteX171" fmla="*/ 8785588 w 9354533"/>
              <a:gd name="connsiteY171" fmla="*/ 0 h 6857999"/>
              <a:gd name="connsiteX172" fmla="*/ 9354533 w 9354533"/>
              <a:gd name="connsiteY172" fmla="*/ 0 h 6857999"/>
              <a:gd name="connsiteX173" fmla="*/ 9354533 w 9354533"/>
              <a:gd name="connsiteY173" fmla="*/ 570519 h 6857999"/>
              <a:gd name="connsiteX174" fmla="*/ 6019529 w 9354533"/>
              <a:gd name="connsiteY174" fmla="*/ 0 h 6857999"/>
              <a:gd name="connsiteX175" fmla="*/ 8588708 w 9354533"/>
              <a:gd name="connsiteY175" fmla="*/ 0 h 6857999"/>
              <a:gd name="connsiteX176" fmla="*/ 9354533 w 9354533"/>
              <a:gd name="connsiteY176" fmla="*/ 768021 h 6857999"/>
              <a:gd name="connsiteX177" fmla="*/ 9354533 w 9354533"/>
              <a:gd name="connsiteY177" fmla="*/ 3347008 h 6857999"/>
              <a:gd name="connsiteX178" fmla="*/ 3248285 w 9354533"/>
              <a:gd name="connsiteY178" fmla="*/ 0 h 6857999"/>
              <a:gd name="connsiteX179" fmla="*/ 5819972 w 9354533"/>
              <a:gd name="connsiteY179" fmla="*/ 0 h 6857999"/>
              <a:gd name="connsiteX180" fmla="*/ 9354533 w 9354533"/>
              <a:gd name="connsiteY180" fmla="*/ 3545079 h 6857999"/>
              <a:gd name="connsiteX181" fmla="*/ 9354533 w 9354533"/>
              <a:gd name="connsiteY181" fmla="*/ 6127044 h 6857999"/>
              <a:gd name="connsiteX182" fmla="*/ 476872 w 9354533"/>
              <a:gd name="connsiteY182" fmla="*/ 0 h 6857999"/>
              <a:gd name="connsiteX183" fmla="*/ 3050781 w 9354533"/>
              <a:gd name="connsiteY183" fmla="*/ 0 h 6857999"/>
              <a:gd name="connsiteX184" fmla="*/ 9354533 w 9354533"/>
              <a:gd name="connsiteY184" fmla="*/ 6324693 h 6857999"/>
              <a:gd name="connsiteX185" fmla="*/ 9354533 w 9354533"/>
              <a:gd name="connsiteY185" fmla="*/ 6857999 h 6857999"/>
              <a:gd name="connsiteX186" fmla="*/ 7312522 w 9354533"/>
              <a:gd name="connsiteY18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9354533" h="6857999">
                <a:moveTo>
                  <a:pt x="811424" y="6511811"/>
                </a:moveTo>
                <a:lnTo>
                  <a:pt x="855285" y="6511811"/>
                </a:lnTo>
                <a:lnTo>
                  <a:pt x="899145" y="6511811"/>
                </a:lnTo>
                <a:lnTo>
                  <a:pt x="940265" y="6514555"/>
                </a:lnTo>
                <a:lnTo>
                  <a:pt x="986866" y="6522788"/>
                </a:lnTo>
                <a:lnTo>
                  <a:pt x="1030726" y="6531020"/>
                </a:lnTo>
                <a:lnTo>
                  <a:pt x="1071846" y="6539252"/>
                </a:lnTo>
                <a:lnTo>
                  <a:pt x="1112965" y="6550230"/>
                </a:lnTo>
                <a:lnTo>
                  <a:pt x="1156826" y="6563951"/>
                </a:lnTo>
                <a:lnTo>
                  <a:pt x="1197945" y="6577672"/>
                </a:lnTo>
                <a:lnTo>
                  <a:pt x="1239064" y="6596881"/>
                </a:lnTo>
                <a:lnTo>
                  <a:pt x="1277443" y="6616091"/>
                </a:lnTo>
                <a:lnTo>
                  <a:pt x="1318562" y="6638044"/>
                </a:lnTo>
                <a:lnTo>
                  <a:pt x="1356942" y="6662741"/>
                </a:lnTo>
                <a:lnTo>
                  <a:pt x="1392576" y="6687440"/>
                </a:lnTo>
                <a:lnTo>
                  <a:pt x="1430955" y="6717627"/>
                </a:lnTo>
                <a:lnTo>
                  <a:pt x="1463850" y="6745068"/>
                </a:lnTo>
                <a:lnTo>
                  <a:pt x="1499488" y="6780744"/>
                </a:lnTo>
                <a:lnTo>
                  <a:pt x="1576429" y="6857999"/>
                </a:lnTo>
                <a:lnTo>
                  <a:pt x="141549" y="6857999"/>
                </a:lnTo>
                <a:lnTo>
                  <a:pt x="148030" y="6849348"/>
                </a:lnTo>
                <a:lnTo>
                  <a:pt x="180926" y="6810929"/>
                </a:lnTo>
                <a:lnTo>
                  <a:pt x="211081" y="6780744"/>
                </a:lnTo>
                <a:lnTo>
                  <a:pt x="246717" y="6745068"/>
                </a:lnTo>
                <a:lnTo>
                  <a:pt x="279611" y="6717627"/>
                </a:lnTo>
                <a:lnTo>
                  <a:pt x="317990" y="6687440"/>
                </a:lnTo>
                <a:lnTo>
                  <a:pt x="353629" y="6662741"/>
                </a:lnTo>
                <a:lnTo>
                  <a:pt x="392005" y="6638044"/>
                </a:lnTo>
                <a:lnTo>
                  <a:pt x="433124" y="6616091"/>
                </a:lnTo>
                <a:lnTo>
                  <a:pt x="471503" y="6596881"/>
                </a:lnTo>
                <a:lnTo>
                  <a:pt x="512622" y="6577672"/>
                </a:lnTo>
                <a:lnTo>
                  <a:pt x="553742" y="6563951"/>
                </a:lnTo>
                <a:lnTo>
                  <a:pt x="594861" y="6550230"/>
                </a:lnTo>
                <a:lnTo>
                  <a:pt x="638721" y="6539252"/>
                </a:lnTo>
                <a:lnTo>
                  <a:pt x="679841" y="6531020"/>
                </a:lnTo>
                <a:lnTo>
                  <a:pt x="723702" y="6522788"/>
                </a:lnTo>
                <a:lnTo>
                  <a:pt x="767562" y="6514555"/>
                </a:lnTo>
                <a:close/>
                <a:moveTo>
                  <a:pt x="863507" y="3786810"/>
                </a:moveTo>
                <a:lnTo>
                  <a:pt x="907368" y="3786810"/>
                </a:lnTo>
                <a:lnTo>
                  <a:pt x="948487" y="3786810"/>
                </a:lnTo>
                <a:lnTo>
                  <a:pt x="992347" y="3792299"/>
                </a:lnTo>
                <a:lnTo>
                  <a:pt x="1038951" y="3795043"/>
                </a:lnTo>
                <a:lnTo>
                  <a:pt x="1080070" y="3803275"/>
                </a:lnTo>
                <a:lnTo>
                  <a:pt x="1123931" y="3811507"/>
                </a:lnTo>
                <a:lnTo>
                  <a:pt x="1167791" y="3822484"/>
                </a:lnTo>
                <a:lnTo>
                  <a:pt x="1206170" y="3836206"/>
                </a:lnTo>
                <a:lnTo>
                  <a:pt x="1250030" y="3852671"/>
                </a:lnTo>
                <a:lnTo>
                  <a:pt x="1291149" y="3869136"/>
                </a:lnTo>
                <a:lnTo>
                  <a:pt x="1329528" y="3888346"/>
                </a:lnTo>
                <a:lnTo>
                  <a:pt x="1370648" y="3913043"/>
                </a:lnTo>
                <a:lnTo>
                  <a:pt x="1406283" y="3934997"/>
                </a:lnTo>
                <a:lnTo>
                  <a:pt x="1444661" y="3959695"/>
                </a:lnTo>
                <a:lnTo>
                  <a:pt x="1483041" y="3989881"/>
                </a:lnTo>
                <a:lnTo>
                  <a:pt x="1515936" y="4020067"/>
                </a:lnTo>
                <a:lnTo>
                  <a:pt x="1551573" y="4052999"/>
                </a:lnTo>
                <a:lnTo>
                  <a:pt x="4345134" y="6857999"/>
                </a:lnTo>
                <a:lnTo>
                  <a:pt x="1774225" y="6857999"/>
                </a:lnTo>
                <a:lnTo>
                  <a:pt x="263165" y="5342778"/>
                </a:lnTo>
                <a:lnTo>
                  <a:pt x="230270" y="5307103"/>
                </a:lnTo>
                <a:lnTo>
                  <a:pt x="202857" y="5274172"/>
                </a:lnTo>
                <a:lnTo>
                  <a:pt x="175444" y="5238497"/>
                </a:lnTo>
                <a:lnTo>
                  <a:pt x="148030" y="5200079"/>
                </a:lnTo>
                <a:lnTo>
                  <a:pt x="123358" y="5161661"/>
                </a:lnTo>
                <a:lnTo>
                  <a:pt x="104171" y="5123241"/>
                </a:lnTo>
                <a:lnTo>
                  <a:pt x="82239" y="5082077"/>
                </a:lnTo>
                <a:lnTo>
                  <a:pt x="65792" y="5040914"/>
                </a:lnTo>
                <a:lnTo>
                  <a:pt x="49345" y="4999752"/>
                </a:lnTo>
                <a:lnTo>
                  <a:pt x="35638" y="4955844"/>
                </a:lnTo>
                <a:lnTo>
                  <a:pt x="24672" y="4914681"/>
                </a:lnTo>
                <a:lnTo>
                  <a:pt x="13707" y="4870773"/>
                </a:lnTo>
                <a:lnTo>
                  <a:pt x="8225" y="4826865"/>
                </a:lnTo>
                <a:lnTo>
                  <a:pt x="2744" y="4785702"/>
                </a:lnTo>
                <a:lnTo>
                  <a:pt x="0" y="4741796"/>
                </a:lnTo>
                <a:lnTo>
                  <a:pt x="0" y="4697888"/>
                </a:lnTo>
                <a:lnTo>
                  <a:pt x="0" y="4653981"/>
                </a:lnTo>
                <a:lnTo>
                  <a:pt x="2744" y="4610073"/>
                </a:lnTo>
                <a:lnTo>
                  <a:pt x="8225" y="4566165"/>
                </a:lnTo>
                <a:lnTo>
                  <a:pt x="13707" y="4522259"/>
                </a:lnTo>
                <a:lnTo>
                  <a:pt x="24672" y="4481095"/>
                </a:lnTo>
                <a:lnTo>
                  <a:pt x="35638" y="4437188"/>
                </a:lnTo>
                <a:lnTo>
                  <a:pt x="49345" y="4393280"/>
                </a:lnTo>
                <a:lnTo>
                  <a:pt x="65792" y="4354861"/>
                </a:lnTo>
                <a:lnTo>
                  <a:pt x="82239" y="4313698"/>
                </a:lnTo>
                <a:lnTo>
                  <a:pt x="104171" y="4272536"/>
                </a:lnTo>
                <a:lnTo>
                  <a:pt x="123358" y="4234116"/>
                </a:lnTo>
                <a:lnTo>
                  <a:pt x="148030" y="4195697"/>
                </a:lnTo>
                <a:lnTo>
                  <a:pt x="175444" y="4160023"/>
                </a:lnTo>
                <a:lnTo>
                  <a:pt x="202857" y="4121603"/>
                </a:lnTo>
                <a:lnTo>
                  <a:pt x="230270" y="4085929"/>
                </a:lnTo>
                <a:lnTo>
                  <a:pt x="263165" y="4052999"/>
                </a:lnTo>
                <a:lnTo>
                  <a:pt x="296062" y="4020067"/>
                </a:lnTo>
                <a:lnTo>
                  <a:pt x="331697" y="3989881"/>
                </a:lnTo>
                <a:lnTo>
                  <a:pt x="370076" y="3959695"/>
                </a:lnTo>
                <a:lnTo>
                  <a:pt x="405711" y="3934997"/>
                </a:lnTo>
                <a:lnTo>
                  <a:pt x="444090" y="3913043"/>
                </a:lnTo>
                <a:lnTo>
                  <a:pt x="482469" y="3888346"/>
                </a:lnTo>
                <a:lnTo>
                  <a:pt x="523588" y="3869136"/>
                </a:lnTo>
                <a:lnTo>
                  <a:pt x="564708" y="3852671"/>
                </a:lnTo>
                <a:lnTo>
                  <a:pt x="605827" y="3836206"/>
                </a:lnTo>
                <a:lnTo>
                  <a:pt x="646947" y="3822484"/>
                </a:lnTo>
                <a:lnTo>
                  <a:pt x="688066" y="3811507"/>
                </a:lnTo>
                <a:lnTo>
                  <a:pt x="731926" y="3803275"/>
                </a:lnTo>
                <a:lnTo>
                  <a:pt x="775786" y="3795043"/>
                </a:lnTo>
                <a:lnTo>
                  <a:pt x="816907" y="3792299"/>
                </a:lnTo>
                <a:close/>
                <a:moveTo>
                  <a:pt x="975900" y="1075531"/>
                </a:moveTo>
                <a:lnTo>
                  <a:pt x="1019761" y="1078274"/>
                </a:lnTo>
                <a:lnTo>
                  <a:pt x="1063623" y="1081018"/>
                </a:lnTo>
                <a:lnTo>
                  <a:pt x="1107484" y="1083763"/>
                </a:lnTo>
                <a:lnTo>
                  <a:pt x="1151344" y="1091995"/>
                </a:lnTo>
                <a:lnTo>
                  <a:pt x="1192463" y="1102972"/>
                </a:lnTo>
                <a:lnTo>
                  <a:pt x="1236324" y="1113948"/>
                </a:lnTo>
                <a:lnTo>
                  <a:pt x="1274702" y="1127671"/>
                </a:lnTo>
                <a:lnTo>
                  <a:pt x="1318562" y="1141391"/>
                </a:lnTo>
                <a:lnTo>
                  <a:pt x="1359682" y="1160601"/>
                </a:lnTo>
                <a:lnTo>
                  <a:pt x="1398058" y="1179811"/>
                </a:lnTo>
                <a:lnTo>
                  <a:pt x="1439178" y="1201764"/>
                </a:lnTo>
                <a:lnTo>
                  <a:pt x="1477556" y="1226461"/>
                </a:lnTo>
                <a:lnTo>
                  <a:pt x="1513194" y="1251160"/>
                </a:lnTo>
                <a:lnTo>
                  <a:pt x="1551573" y="1278601"/>
                </a:lnTo>
                <a:lnTo>
                  <a:pt x="1584468" y="1311532"/>
                </a:lnTo>
                <a:lnTo>
                  <a:pt x="1620103" y="1341718"/>
                </a:lnTo>
                <a:lnTo>
                  <a:pt x="7115932" y="6857999"/>
                </a:lnTo>
                <a:lnTo>
                  <a:pt x="4543996" y="6857999"/>
                </a:lnTo>
                <a:lnTo>
                  <a:pt x="331697" y="2631498"/>
                </a:lnTo>
                <a:lnTo>
                  <a:pt x="301543" y="2601310"/>
                </a:lnTo>
                <a:lnTo>
                  <a:pt x="271390" y="2562893"/>
                </a:lnTo>
                <a:lnTo>
                  <a:pt x="243976" y="2527217"/>
                </a:lnTo>
                <a:lnTo>
                  <a:pt x="216563" y="2491543"/>
                </a:lnTo>
                <a:lnTo>
                  <a:pt x="191891" y="2450380"/>
                </a:lnTo>
                <a:lnTo>
                  <a:pt x="172702" y="2414705"/>
                </a:lnTo>
                <a:lnTo>
                  <a:pt x="150772" y="2373541"/>
                </a:lnTo>
                <a:lnTo>
                  <a:pt x="134324" y="2329634"/>
                </a:lnTo>
                <a:lnTo>
                  <a:pt x="117877" y="2291216"/>
                </a:lnTo>
                <a:lnTo>
                  <a:pt x="106912" y="2247308"/>
                </a:lnTo>
                <a:lnTo>
                  <a:pt x="93205" y="2203400"/>
                </a:lnTo>
                <a:lnTo>
                  <a:pt x="82239" y="2162238"/>
                </a:lnTo>
                <a:lnTo>
                  <a:pt x="76757" y="2118330"/>
                </a:lnTo>
                <a:lnTo>
                  <a:pt x="71275" y="2074424"/>
                </a:lnTo>
                <a:lnTo>
                  <a:pt x="68533" y="2030516"/>
                </a:lnTo>
                <a:lnTo>
                  <a:pt x="68533" y="1989352"/>
                </a:lnTo>
                <a:lnTo>
                  <a:pt x="68533" y="1942701"/>
                </a:lnTo>
                <a:lnTo>
                  <a:pt x="71275" y="1898793"/>
                </a:lnTo>
                <a:lnTo>
                  <a:pt x="76757" y="1857629"/>
                </a:lnTo>
                <a:lnTo>
                  <a:pt x="82239" y="1813723"/>
                </a:lnTo>
                <a:lnTo>
                  <a:pt x="93205" y="1769815"/>
                </a:lnTo>
                <a:lnTo>
                  <a:pt x="106912" y="1728652"/>
                </a:lnTo>
                <a:lnTo>
                  <a:pt x="117877" y="1684745"/>
                </a:lnTo>
                <a:lnTo>
                  <a:pt x="134324" y="1643581"/>
                </a:lnTo>
                <a:lnTo>
                  <a:pt x="150772" y="1605162"/>
                </a:lnTo>
                <a:lnTo>
                  <a:pt x="172702" y="1564000"/>
                </a:lnTo>
                <a:lnTo>
                  <a:pt x="191891" y="1522837"/>
                </a:lnTo>
                <a:lnTo>
                  <a:pt x="216563" y="1487162"/>
                </a:lnTo>
                <a:lnTo>
                  <a:pt x="243976" y="1448743"/>
                </a:lnTo>
                <a:lnTo>
                  <a:pt x="271390" y="1413068"/>
                </a:lnTo>
                <a:lnTo>
                  <a:pt x="301543" y="1377393"/>
                </a:lnTo>
                <a:lnTo>
                  <a:pt x="331697" y="1341718"/>
                </a:lnTo>
                <a:lnTo>
                  <a:pt x="367335" y="1311532"/>
                </a:lnTo>
                <a:lnTo>
                  <a:pt x="400229" y="1278601"/>
                </a:lnTo>
                <a:lnTo>
                  <a:pt x="438607" y="1251160"/>
                </a:lnTo>
                <a:lnTo>
                  <a:pt x="474243" y="1226461"/>
                </a:lnTo>
                <a:lnTo>
                  <a:pt x="512622" y="1201764"/>
                </a:lnTo>
                <a:lnTo>
                  <a:pt x="551001" y="1179811"/>
                </a:lnTo>
                <a:lnTo>
                  <a:pt x="592121" y="1160601"/>
                </a:lnTo>
                <a:lnTo>
                  <a:pt x="633240" y="1141391"/>
                </a:lnTo>
                <a:lnTo>
                  <a:pt x="674359" y="1127671"/>
                </a:lnTo>
                <a:lnTo>
                  <a:pt x="715479" y="1113948"/>
                </a:lnTo>
                <a:lnTo>
                  <a:pt x="759339" y="1102972"/>
                </a:lnTo>
                <a:lnTo>
                  <a:pt x="800459" y="1091995"/>
                </a:lnTo>
                <a:lnTo>
                  <a:pt x="844319" y="1083763"/>
                </a:lnTo>
                <a:lnTo>
                  <a:pt x="890920" y="1081018"/>
                </a:lnTo>
                <a:lnTo>
                  <a:pt x="932040" y="1078274"/>
                </a:lnTo>
                <a:close/>
                <a:moveTo>
                  <a:pt x="8785588" y="0"/>
                </a:moveTo>
                <a:lnTo>
                  <a:pt x="9354533" y="0"/>
                </a:lnTo>
                <a:lnTo>
                  <a:pt x="9354533" y="570519"/>
                </a:lnTo>
                <a:close/>
                <a:moveTo>
                  <a:pt x="6019529" y="0"/>
                </a:moveTo>
                <a:lnTo>
                  <a:pt x="8588708" y="0"/>
                </a:lnTo>
                <a:lnTo>
                  <a:pt x="9354533" y="768021"/>
                </a:lnTo>
                <a:lnTo>
                  <a:pt x="9354533" y="3347008"/>
                </a:lnTo>
                <a:close/>
                <a:moveTo>
                  <a:pt x="3248285" y="0"/>
                </a:moveTo>
                <a:lnTo>
                  <a:pt x="5819972" y="0"/>
                </a:lnTo>
                <a:lnTo>
                  <a:pt x="9354533" y="3545079"/>
                </a:lnTo>
                <a:lnTo>
                  <a:pt x="9354533" y="6127044"/>
                </a:lnTo>
                <a:close/>
                <a:moveTo>
                  <a:pt x="476872" y="0"/>
                </a:moveTo>
                <a:lnTo>
                  <a:pt x="3050781" y="0"/>
                </a:lnTo>
                <a:lnTo>
                  <a:pt x="9354533" y="6324693"/>
                </a:lnTo>
                <a:lnTo>
                  <a:pt x="9354533" y="6857999"/>
                </a:lnTo>
                <a:lnTo>
                  <a:pt x="7312522" y="6857999"/>
                </a:lnTo>
                <a:close/>
              </a:path>
            </a:pathLst>
          </a:custGeom>
          <a:gradFill flip="none" rotWithShape="1">
            <a:gsLst>
              <a:gs pos="19000">
                <a:schemeClr val="bg1">
                  <a:alpha val="0"/>
                </a:schemeClr>
              </a:gs>
              <a:gs pos="100000">
                <a:schemeClr val="accent2">
                  <a:alpha val="6000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1" name="Freeform: Shape 35">
            <a:extLst>
              <a:ext uri="{FF2B5EF4-FFF2-40B4-BE49-F238E27FC236}">
                <a16:creationId xmlns:a16="http://schemas.microsoft.com/office/drawing/2014/main" id="{481AEB22-7590-92EE-7D73-6FCB91617268}"/>
              </a:ext>
            </a:extLst>
          </p:cNvPr>
          <p:cNvSpPr/>
          <p:nvPr/>
        </p:nvSpPr>
        <p:spPr>
          <a:xfrm>
            <a:off x="9315925" y="5402263"/>
            <a:ext cx="2584231" cy="1222070"/>
          </a:xfrm>
          <a:custGeom>
            <a:avLst/>
            <a:gdLst>
              <a:gd name="connsiteX0" fmla="*/ 1525169 w 2440693"/>
              <a:gd name="connsiteY0" fmla="*/ 0 h 1149657"/>
              <a:gd name="connsiteX1" fmla="*/ 2412927 w 2440693"/>
              <a:gd name="connsiteY1" fmla="*/ 271173 h 1149657"/>
              <a:gd name="connsiteX2" fmla="*/ 2440693 w 2440693"/>
              <a:gd name="connsiteY2" fmla="*/ 291936 h 1149657"/>
              <a:gd name="connsiteX3" fmla="*/ 2440693 w 2440693"/>
              <a:gd name="connsiteY3" fmla="*/ 857571 h 1149657"/>
              <a:gd name="connsiteX4" fmla="*/ 2148607 w 2440693"/>
              <a:gd name="connsiteY4" fmla="*/ 1149657 h 1149657"/>
              <a:gd name="connsiteX5" fmla="*/ 0 w 2440693"/>
              <a:gd name="connsiteY5" fmla="*/ 1149657 h 1149657"/>
              <a:gd name="connsiteX6" fmla="*/ 8747 w 2440693"/>
              <a:gd name="connsiteY6" fmla="*/ 1115642 h 1149657"/>
              <a:gd name="connsiteX7" fmla="*/ 1525169 w 2440693"/>
              <a:gd name="connsiteY7" fmla="*/ 0 h 11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0693" h="1149657">
                <a:moveTo>
                  <a:pt x="1525169" y="0"/>
                </a:moveTo>
                <a:cubicBezTo>
                  <a:pt x="1854015" y="0"/>
                  <a:pt x="2159512" y="99969"/>
                  <a:pt x="2412927" y="271173"/>
                </a:cubicBezTo>
                <a:lnTo>
                  <a:pt x="2440693" y="291936"/>
                </a:lnTo>
                <a:lnTo>
                  <a:pt x="2440693" y="857571"/>
                </a:lnTo>
                <a:cubicBezTo>
                  <a:pt x="2440693" y="1018886"/>
                  <a:pt x="2309922" y="1149657"/>
                  <a:pt x="2148607" y="1149657"/>
                </a:cubicBezTo>
                <a:lnTo>
                  <a:pt x="0" y="1149657"/>
                </a:lnTo>
                <a:lnTo>
                  <a:pt x="8747" y="1115642"/>
                </a:lnTo>
                <a:cubicBezTo>
                  <a:pt x="209781" y="469295"/>
                  <a:pt x="812670" y="0"/>
                  <a:pt x="1525169"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36">
            <a:extLst>
              <a:ext uri="{FF2B5EF4-FFF2-40B4-BE49-F238E27FC236}">
                <a16:creationId xmlns:a16="http://schemas.microsoft.com/office/drawing/2014/main" id="{C85F6FA4-67FC-48ED-E796-4C6B2C6C7269}"/>
              </a:ext>
            </a:extLst>
          </p:cNvPr>
          <p:cNvSpPr/>
          <p:nvPr/>
        </p:nvSpPr>
        <p:spPr>
          <a:xfrm>
            <a:off x="89613" y="972872"/>
            <a:ext cx="1000694" cy="3175614"/>
          </a:xfrm>
          <a:custGeom>
            <a:avLst/>
            <a:gdLst>
              <a:gd name="connsiteX0" fmla="*/ 0 w 1000694"/>
              <a:gd name="connsiteY0" fmla="*/ 0 h 2948702"/>
              <a:gd name="connsiteX1" fmla="*/ 30934 w 1000694"/>
              <a:gd name="connsiteY1" fmla="*/ 11322 h 2948702"/>
              <a:gd name="connsiteX2" fmla="*/ 1000694 w 1000694"/>
              <a:gd name="connsiteY2" fmla="*/ 1474351 h 2948702"/>
              <a:gd name="connsiteX3" fmla="*/ 30934 w 1000694"/>
              <a:gd name="connsiteY3" fmla="*/ 2937380 h 2948702"/>
              <a:gd name="connsiteX4" fmla="*/ 0 w 1000694"/>
              <a:gd name="connsiteY4" fmla="*/ 2948702 h 294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694" h="2948702">
                <a:moveTo>
                  <a:pt x="0" y="0"/>
                </a:moveTo>
                <a:lnTo>
                  <a:pt x="30934" y="11322"/>
                </a:lnTo>
                <a:cubicBezTo>
                  <a:pt x="600821" y="252364"/>
                  <a:pt x="1000694" y="816660"/>
                  <a:pt x="1000694" y="1474351"/>
                </a:cubicBezTo>
                <a:cubicBezTo>
                  <a:pt x="1000694" y="2132043"/>
                  <a:pt x="600821" y="2696338"/>
                  <a:pt x="30934" y="2937380"/>
                </a:cubicBezTo>
                <a:lnTo>
                  <a:pt x="0" y="2948702"/>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文本框 18">
            <a:extLst>
              <a:ext uri="{FF2B5EF4-FFF2-40B4-BE49-F238E27FC236}">
                <a16:creationId xmlns:a16="http://schemas.microsoft.com/office/drawing/2014/main" id="{644E731F-6C9A-33CE-7624-ADA159C9BBB0}"/>
              </a:ext>
            </a:extLst>
          </p:cNvPr>
          <p:cNvSpPr txBox="1"/>
          <p:nvPr/>
        </p:nvSpPr>
        <p:spPr>
          <a:xfrm>
            <a:off x="-362444" y="266127"/>
            <a:ext cx="5805301" cy="769441"/>
          </a:xfrm>
          <a:prstGeom prst="rect">
            <a:avLst/>
          </a:prstGeom>
          <a:noFill/>
        </p:spPr>
        <p:txBody>
          <a:bodyPr wrap="square" rtlCol="0">
            <a:spAutoFit/>
          </a:bodyPr>
          <a:lstStyle/>
          <a:p>
            <a:pPr algn="ctr"/>
            <a:r>
              <a:rPr lang="en-IN" sz="4400">
                <a:solidFill>
                  <a:schemeClr val="bg1"/>
                </a:solidFill>
              </a:rPr>
              <a:t>Key Features</a:t>
            </a:r>
            <a:endParaRPr lang="zh-CN" altLang="en-US" sz="4400">
              <a:solidFill>
                <a:schemeClr val="bg1"/>
              </a:solidFill>
              <a:latin typeface="+mj-lt"/>
              <a:cs typeface="OPPOSans M" panose="00020600040101010101" charset="-122"/>
            </a:endParaRPr>
          </a:p>
        </p:txBody>
      </p:sp>
      <p:sp>
        <p:nvSpPr>
          <p:cNvPr id="24" name="矩形 23">
            <a:extLst>
              <a:ext uri="{FF2B5EF4-FFF2-40B4-BE49-F238E27FC236}">
                <a16:creationId xmlns:a16="http://schemas.microsoft.com/office/drawing/2014/main" id="{1FDF7FDB-86A3-7401-ABE7-7C7A96E6BE35}"/>
              </a:ext>
            </a:extLst>
          </p:cNvPr>
          <p:cNvSpPr/>
          <p:nvPr/>
        </p:nvSpPr>
        <p:spPr>
          <a:xfrm>
            <a:off x="5248275" y="1776058"/>
            <a:ext cx="1695450" cy="92371"/>
          </a:xfrm>
          <a:prstGeom prst="rect">
            <a:avLst/>
          </a:prstGeom>
          <a:gradFill>
            <a:gsLst>
              <a:gs pos="0">
                <a:schemeClr val="accent2"/>
              </a:gs>
              <a:gs pos="100000">
                <a:schemeClr val="accent1">
                  <a:lumMod val="60000"/>
                  <a:lumOff val="4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chemeClr val="accent1"/>
                  </a:gs>
                  <a:gs pos="100000">
                    <a:schemeClr val="accent2"/>
                  </a:gs>
                </a:gsLst>
                <a:lin ang="0" scaled="0"/>
              </a:gradFill>
              <a:cs typeface="OPPOSans M" panose="00020600040101010101" charset="-122"/>
            </a:endParaRPr>
          </a:p>
        </p:txBody>
      </p:sp>
      <p:sp>
        <p:nvSpPr>
          <p:cNvPr id="25" name="TextBox 24">
            <a:extLst>
              <a:ext uri="{FF2B5EF4-FFF2-40B4-BE49-F238E27FC236}">
                <a16:creationId xmlns:a16="http://schemas.microsoft.com/office/drawing/2014/main" id="{FB663E29-4C61-70B9-0D56-87EEC6CD3EC0}"/>
              </a:ext>
            </a:extLst>
          </p:cNvPr>
          <p:cNvSpPr txBox="1"/>
          <p:nvPr/>
        </p:nvSpPr>
        <p:spPr>
          <a:xfrm>
            <a:off x="442732" y="1434899"/>
            <a:ext cx="11562736" cy="3170099"/>
          </a:xfrm>
          <a:prstGeom prst="rect">
            <a:avLst/>
          </a:prstGeom>
          <a:noFill/>
        </p:spPr>
        <p:txBody>
          <a:bodyPr wrap="square" rtlCol="0">
            <a:spAutoFit/>
          </a:bodyPr>
          <a:lstStyle/>
          <a:p>
            <a:pPr marL="800100" lvl="1" indent="-342900" algn="just">
              <a:buFont typeface="Arial" panose="020B0604020202020204" pitchFamily="34" charset="0"/>
              <a:buChar char="•"/>
            </a:pPr>
            <a:r>
              <a:rPr lang="en-IN" sz="2000" dirty="0">
                <a:solidFill>
                  <a:schemeClr val="bg1"/>
                </a:solidFill>
              </a:rPr>
              <a:t>Report Generation: Summaries, metrics, risk score, visual analysis.</a:t>
            </a:r>
          </a:p>
          <a:p>
            <a:pPr marL="800100" lvl="1" indent="-342900" algn="just">
              <a:buFont typeface="Arial" panose="020B0604020202020204" pitchFamily="34" charset="0"/>
              <a:buChar char="•"/>
            </a:pPr>
            <a:endParaRPr lang="en-IN" sz="2000" dirty="0">
              <a:solidFill>
                <a:schemeClr val="bg1"/>
              </a:solidFill>
            </a:endParaRPr>
          </a:p>
          <a:p>
            <a:pPr marL="800100" lvl="1" indent="-342900" algn="just">
              <a:buFont typeface="Arial" panose="020B0604020202020204" pitchFamily="34" charset="0"/>
              <a:buChar char="•"/>
            </a:pPr>
            <a:r>
              <a:rPr lang="en-IN" sz="2000" dirty="0">
                <a:solidFill>
                  <a:schemeClr val="bg1"/>
                </a:solidFill>
              </a:rPr>
              <a:t>Data Logging: CSV/JSON session archive.</a:t>
            </a:r>
          </a:p>
          <a:p>
            <a:pPr marL="800100" lvl="1" indent="-342900" algn="just">
              <a:buFont typeface="Arial" panose="020B0604020202020204" pitchFamily="34" charset="0"/>
              <a:buChar char="•"/>
            </a:pPr>
            <a:endParaRPr lang="en-IN" sz="2000" dirty="0">
              <a:solidFill>
                <a:schemeClr val="bg1"/>
              </a:solidFill>
            </a:endParaRPr>
          </a:p>
          <a:p>
            <a:pPr marL="800100" lvl="1" indent="-342900" algn="just">
              <a:buFont typeface="Arial" panose="020B0604020202020204" pitchFamily="34" charset="0"/>
              <a:buChar char="•"/>
            </a:pPr>
            <a:r>
              <a:rPr lang="en-IN" sz="2000" dirty="0">
                <a:solidFill>
                  <a:schemeClr val="bg1"/>
                </a:solidFill>
              </a:rPr>
              <a:t>Performance: Stable at 24–30 FPS.</a:t>
            </a:r>
          </a:p>
          <a:p>
            <a:pPr lvl="1" algn="just"/>
            <a:endParaRPr lang="en-IN" sz="2000" dirty="0">
              <a:solidFill>
                <a:schemeClr val="bg1"/>
              </a:solidFill>
            </a:endParaRPr>
          </a:p>
          <a:p>
            <a:pPr marL="800100" lvl="1" indent="-342900" algn="just">
              <a:buFont typeface="Arial" panose="020B0604020202020204" pitchFamily="34" charset="0"/>
              <a:buChar char="•"/>
            </a:pPr>
            <a:r>
              <a:rPr lang="en-IN" sz="2000" dirty="0">
                <a:solidFill>
                  <a:schemeClr val="bg1"/>
                </a:solidFill>
              </a:rPr>
              <a:t>Scalability: Large session support.</a:t>
            </a:r>
          </a:p>
          <a:p>
            <a:pPr lvl="1" algn="just"/>
            <a:r>
              <a:rPr lang="en-IN" sz="2000" dirty="0">
                <a:solidFill>
                  <a:schemeClr val="bg1"/>
                </a:solidFill>
              </a:rPr>
              <a:t> </a:t>
            </a:r>
          </a:p>
          <a:p>
            <a:pPr marL="800100" lvl="1" indent="-342900" algn="just">
              <a:buFont typeface="Arial" panose="020B0604020202020204" pitchFamily="34" charset="0"/>
              <a:buChar char="•"/>
            </a:pPr>
            <a:r>
              <a:rPr lang="en-IN" sz="2000" dirty="0">
                <a:solidFill>
                  <a:schemeClr val="bg1"/>
                </a:solidFill>
              </a:rPr>
              <a:t>Security: Encrypted logs, access control.</a:t>
            </a:r>
          </a:p>
          <a:p>
            <a:pPr lvl="1" algn="just"/>
            <a:endParaRPr lang="en-IN" sz="2000" dirty="0">
              <a:solidFill>
                <a:schemeClr val="bg1"/>
              </a:solidFill>
            </a:endParaRPr>
          </a:p>
        </p:txBody>
      </p:sp>
    </p:spTree>
    <p:extLst>
      <p:ext uri="{BB962C8B-B14F-4D97-AF65-F5344CB8AC3E}">
        <p14:creationId xmlns:p14="http://schemas.microsoft.com/office/powerpoint/2010/main" val="3995653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8">
            <a:extLst>
              <a:ext uri="{FF2B5EF4-FFF2-40B4-BE49-F238E27FC236}">
                <a16:creationId xmlns:a16="http://schemas.microsoft.com/office/drawing/2014/main" id="{50290F3E-5E89-1C38-FD0A-C10FD5E3818A}"/>
              </a:ext>
            </a:extLst>
          </p:cNvPr>
          <p:cNvSpPr txBox="1"/>
          <p:nvPr/>
        </p:nvSpPr>
        <p:spPr>
          <a:xfrm>
            <a:off x="-293914" y="-15891"/>
            <a:ext cx="6725264" cy="769441"/>
          </a:xfrm>
          <a:prstGeom prst="rect">
            <a:avLst/>
          </a:prstGeom>
          <a:noFill/>
        </p:spPr>
        <p:txBody>
          <a:bodyPr wrap="square" rtlCol="0">
            <a:spAutoFit/>
          </a:bodyPr>
          <a:lstStyle/>
          <a:p>
            <a:pPr algn="ctr"/>
            <a:r>
              <a:rPr lang="en-IN" sz="4400" dirty="0"/>
              <a:t>System Architecture</a:t>
            </a:r>
            <a:endParaRPr lang="zh-CN" altLang="en-US" sz="4400" dirty="0">
              <a:cs typeface="OPPOSans M" panose="00020600040101010101" charset="-122"/>
            </a:endParaRPr>
          </a:p>
        </p:txBody>
      </p:sp>
      <p:pic>
        <p:nvPicPr>
          <p:cNvPr id="7" name="Picture 6">
            <a:extLst>
              <a:ext uri="{FF2B5EF4-FFF2-40B4-BE49-F238E27FC236}">
                <a16:creationId xmlns:a16="http://schemas.microsoft.com/office/drawing/2014/main" id="{5A77966F-3AAC-1A23-21B4-4264318EC4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761" y="555171"/>
            <a:ext cx="6787660" cy="6302829"/>
          </a:xfrm>
          <a:prstGeom prst="rect">
            <a:avLst/>
          </a:prstGeom>
        </p:spPr>
      </p:pic>
    </p:spTree>
    <p:extLst>
      <p:ext uri="{BB962C8B-B14F-4D97-AF65-F5344CB8AC3E}">
        <p14:creationId xmlns:p14="http://schemas.microsoft.com/office/powerpoint/2010/main" val="1326067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63000">
              <a:schemeClr val="accent3">
                <a:lumMod val="50000"/>
                <a:lumOff val="50000"/>
              </a:schemeClr>
            </a:gs>
            <a:gs pos="0">
              <a:schemeClr val="accent1">
                <a:lumMod val="60000"/>
                <a:lumOff val="40000"/>
              </a:schemeClr>
            </a:gs>
            <a:gs pos="100000">
              <a:schemeClr val="accent1">
                <a:lumMod val="30000"/>
                <a:lumOff val="70000"/>
              </a:schemeClr>
            </a:gs>
          </a:gsLst>
          <a:lin ang="3600000" scaled="0"/>
        </a:gradFill>
        <a:effectLst/>
      </p:bgPr>
    </p:bg>
    <p:spTree>
      <p:nvGrpSpPr>
        <p:cNvPr id="1" name="">
          <a:extLst>
            <a:ext uri="{FF2B5EF4-FFF2-40B4-BE49-F238E27FC236}">
              <a16:creationId xmlns:a16="http://schemas.microsoft.com/office/drawing/2014/main" id="{FF96F22E-300D-0A6B-2021-9ADE790FE411}"/>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E62F573E-F517-EC60-C291-F56C5F43C124}"/>
              </a:ext>
            </a:extLst>
          </p:cNvPr>
          <p:cNvSpPr/>
          <p:nvPr/>
        </p:nvSpPr>
        <p:spPr>
          <a:xfrm>
            <a:off x="1" y="1043307"/>
            <a:ext cx="1119335" cy="3034744"/>
          </a:xfrm>
          <a:custGeom>
            <a:avLst/>
            <a:gdLst>
              <a:gd name="connsiteX0" fmla="*/ 0 w 1119335"/>
              <a:gd name="connsiteY0" fmla="*/ 0 h 3034744"/>
              <a:gd name="connsiteX1" fmla="*/ 3693 w 1119335"/>
              <a:gd name="connsiteY1" fmla="*/ 950 h 3034744"/>
              <a:gd name="connsiteX2" fmla="*/ 1119335 w 1119335"/>
              <a:gd name="connsiteY2" fmla="*/ 1517372 h 3034744"/>
              <a:gd name="connsiteX3" fmla="*/ 3693 w 1119335"/>
              <a:gd name="connsiteY3" fmla="*/ 3033795 h 3034744"/>
              <a:gd name="connsiteX4" fmla="*/ 0 w 1119335"/>
              <a:gd name="connsiteY4" fmla="*/ 3034744 h 3034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35" h="3034744">
                <a:moveTo>
                  <a:pt x="0" y="0"/>
                </a:moveTo>
                <a:lnTo>
                  <a:pt x="3693" y="950"/>
                </a:lnTo>
                <a:cubicBezTo>
                  <a:pt x="650040" y="201984"/>
                  <a:pt x="1119335" y="804873"/>
                  <a:pt x="1119335" y="1517372"/>
                </a:cubicBezTo>
                <a:cubicBezTo>
                  <a:pt x="1119335" y="2229871"/>
                  <a:pt x="650040" y="2832760"/>
                  <a:pt x="3693" y="3033795"/>
                </a:cubicBezTo>
                <a:lnTo>
                  <a:pt x="0" y="3034744"/>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任意多边形: 形状 2">
            <a:extLst>
              <a:ext uri="{FF2B5EF4-FFF2-40B4-BE49-F238E27FC236}">
                <a16:creationId xmlns:a16="http://schemas.microsoft.com/office/drawing/2014/main" id="{E7561C14-5CF8-9F4D-4A29-7AA221DB1144}"/>
              </a:ext>
            </a:extLst>
          </p:cNvPr>
          <p:cNvSpPr/>
          <p:nvPr/>
        </p:nvSpPr>
        <p:spPr>
          <a:xfrm>
            <a:off x="9324824" y="5498794"/>
            <a:ext cx="2867177" cy="1359207"/>
          </a:xfrm>
          <a:custGeom>
            <a:avLst/>
            <a:gdLst>
              <a:gd name="connsiteX0" fmla="*/ 1569498 w 2867177"/>
              <a:gd name="connsiteY0" fmla="*/ 0 h 1359207"/>
              <a:gd name="connsiteX1" fmla="*/ 2794727 w 2867177"/>
              <a:gd name="connsiteY1" fmla="*/ 577814 h 1359207"/>
              <a:gd name="connsiteX2" fmla="*/ 2867177 w 2867177"/>
              <a:gd name="connsiteY2" fmla="*/ 674700 h 1359207"/>
              <a:gd name="connsiteX3" fmla="*/ 2867177 w 2867177"/>
              <a:gd name="connsiteY3" fmla="*/ 1359207 h 1359207"/>
              <a:gd name="connsiteX4" fmla="*/ 0 w 2867177"/>
              <a:gd name="connsiteY4" fmla="*/ 1359207 h 1359207"/>
              <a:gd name="connsiteX5" fmla="*/ 13950 w 2867177"/>
              <a:gd name="connsiteY5" fmla="*/ 1267809 h 1359207"/>
              <a:gd name="connsiteX6" fmla="*/ 1569498 w 2867177"/>
              <a:gd name="connsiteY6" fmla="*/ 0 h 135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177" h="1359207">
                <a:moveTo>
                  <a:pt x="1569498" y="0"/>
                </a:moveTo>
                <a:cubicBezTo>
                  <a:pt x="2062767" y="0"/>
                  <a:pt x="2503500" y="224929"/>
                  <a:pt x="2794727" y="577814"/>
                </a:cubicBezTo>
                <a:lnTo>
                  <a:pt x="2867177" y="674700"/>
                </a:lnTo>
                <a:lnTo>
                  <a:pt x="2867177" y="1359207"/>
                </a:lnTo>
                <a:lnTo>
                  <a:pt x="0" y="1359207"/>
                </a:lnTo>
                <a:lnTo>
                  <a:pt x="13950" y="1267809"/>
                </a:lnTo>
                <a:cubicBezTo>
                  <a:pt x="162007" y="544272"/>
                  <a:pt x="802191" y="0"/>
                  <a:pt x="1569498"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 name="Group 32">
            <a:extLst>
              <a:ext uri="{FF2B5EF4-FFF2-40B4-BE49-F238E27FC236}">
                <a16:creationId xmlns:a16="http://schemas.microsoft.com/office/drawing/2014/main" id="{B5CD0930-D420-9859-75D0-81B8342E392E}"/>
              </a:ext>
            </a:extLst>
          </p:cNvPr>
          <p:cNvGrpSpPr/>
          <p:nvPr/>
        </p:nvGrpSpPr>
        <p:grpSpPr>
          <a:xfrm>
            <a:off x="8941188" y="1510690"/>
            <a:ext cx="2064994" cy="2064994"/>
            <a:chOff x="10640582" y="1220864"/>
            <a:chExt cx="2064994" cy="2064994"/>
          </a:xfrm>
        </p:grpSpPr>
        <p:sp>
          <p:nvSpPr>
            <p:cNvPr id="5" name="Circle: Hollow 38">
              <a:extLst>
                <a:ext uri="{FF2B5EF4-FFF2-40B4-BE49-F238E27FC236}">
                  <a16:creationId xmlns:a16="http://schemas.microsoft.com/office/drawing/2014/main" id="{A146F98B-EB76-5477-4E86-4FBD3F9BB9A1}"/>
                </a:ext>
              </a:extLst>
            </p:cNvPr>
            <p:cNvSpPr/>
            <p:nvPr/>
          </p:nvSpPr>
          <p:spPr>
            <a:xfrm rot="20700000">
              <a:off x="10640582" y="1220864"/>
              <a:ext cx="2064994" cy="2064994"/>
            </a:xfrm>
            <a:prstGeom prst="donut">
              <a:avLst>
                <a:gd name="adj" fmla="val 37753"/>
              </a:avLst>
            </a:prstGeom>
            <a:gradFill>
              <a:gsLst>
                <a:gs pos="100000">
                  <a:schemeClr val="accent6"/>
                </a:gs>
                <a:gs pos="60000">
                  <a:schemeClr val="accent5"/>
                </a:gs>
                <a:gs pos="5000">
                  <a:schemeClr val="accent4"/>
                </a:gs>
              </a:gsLst>
              <a:path path="circle">
                <a:fillToRect l="100000" t="100000"/>
              </a:path>
            </a:gradFill>
            <a:ln>
              <a:noFill/>
            </a:ln>
            <a:effectLst>
              <a:outerShdw blurRad="774700" dist="546100" dir="2700000" algn="tl" rotWithShape="0">
                <a:prstClr val="black">
                  <a:alpha val="40000"/>
                </a:prstClr>
              </a:outerShdw>
              <a:softEdge rad="698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ircle: Hollow 39">
              <a:extLst>
                <a:ext uri="{FF2B5EF4-FFF2-40B4-BE49-F238E27FC236}">
                  <a16:creationId xmlns:a16="http://schemas.microsoft.com/office/drawing/2014/main" id="{D4311E11-4873-E062-7ED1-DB9C02F7D699}"/>
                </a:ext>
              </a:extLst>
            </p:cNvPr>
            <p:cNvSpPr/>
            <p:nvPr/>
          </p:nvSpPr>
          <p:spPr>
            <a:xfrm rot="20700000">
              <a:off x="10864033" y="1444315"/>
              <a:ext cx="1618092" cy="1618092"/>
            </a:xfrm>
            <a:prstGeom prst="donut">
              <a:avLst/>
            </a:prstGeom>
            <a:solidFill>
              <a:schemeClr val="bg1"/>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ircle: Hollow 40">
              <a:extLst>
                <a:ext uri="{FF2B5EF4-FFF2-40B4-BE49-F238E27FC236}">
                  <a16:creationId xmlns:a16="http://schemas.microsoft.com/office/drawing/2014/main" id="{08BB5DC0-4291-C523-C423-5669C4A63EA2}"/>
                </a:ext>
              </a:extLst>
            </p:cNvPr>
            <p:cNvSpPr/>
            <p:nvPr/>
          </p:nvSpPr>
          <p:spPr>
            <a:xfrm rot="20700000">
              <a:off x="10864033" y="1444315"/>
              <a:ext cx="1618092" cy="1618092"/>
            </a:xfrm>
            <a:prstGeom prst="donut">
              <a:avLst/>
            </a:prstGeom>
            <a:gradFill>
              <a:gsLst>
                <a:gs pos="100000">
                  <a:schemeClr val="accent6"/>
                </a:gs>
                <a:gs pos="60000">
                  <a:schemeClr val="accent5"/>
                </a:gs>
                <a:gs pos="5000">
                  <a:schemeClr val="accent4"/>
                </a:gs>
              </a:gsLst>
              <a:path path="circle">
                <a:fillToRect l="100000" t="100000"/>
              </a:path>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8" name="Rectangle: Rounded Corners 31">
            <a:extLst>
              <a:ext uri="{FF2B5EF4-FFF2-40B4-BE49-F238E27FC236}">
                <a16:creationId xmlns:a16="http://schemas.microsoft.com/office/drawing/2014/main" id="{5D3774E9-8ED0-ECA3-D5E7-335D7C518BEB}"/>
              </a:ext>
            </a:extLst>
          </p:cNvPr>
          <p:cNvSpPr/>
          <p:nvPr/>
        </p:nvSpPr>
        <p:spPr>
          <a:xfrm>
            <a:off x="193780" y="361759"/>
            <a:ext cx="11707521" cy="6229541"/>
          </a:xfrm>
          <a:prstGeom prst="roundRect">
            <a:avLst>
              <a:gd name="adj" fmla="val 4883"/>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任意多边形: 形状 8">
            <a:extLst>
              <a:ext uri="{FF2B5EF4-FFF2-40B4-BE49-F238E27FC236}">
                <a16:creationId xmlns:a16="http://schemas.microsoft.com/office/drawing/2014/main" id="{05155FE6-D8D7-1AFB-63A7-86661F458B79}"/>
              </a:ext>
            </a:extLst>
          </p:cNvPr>
          <p:cNvSpPr/>
          <p:nvPr/>
        </p:nvSpPr>
        <p:spPr>
          <a:xfrm>
            <a:off x="2837466" y="0"/>
            <a:ext cx="9354533" cy="6857999"/>
          </a:xfrm>
          <a:custGeom>
            <a:avLst/>
            <a:gdLst>
              <a:gd name="connsiteX0" fmla="*/ 811424 w 9354533"/>
              <a:gd name="connsiteY0" fmla="*/ 6511811 h 6857999"/>
              <a:gd name="connsiteX1" fmla="*/ 855285 w 9354533"/>
              <a:gd name="connsiteY1" fmla="*/ 6511811 h 6857999"/>
              <a:gd name="connsiteX2" fmla="*/ 899145 w 9354533"/>
              <a:gd name="connsiteY2" fmla="*/ 6511811 h 6857999"/>
              <a:gd name="connsiteX3" fmla="*/ 940265 w 9354533"/>
              <a:gd name="connsiteY3" fmla="*/ 6514555 h 6857999"/>
              <a:gd name="connsiteX4" fmla="*/ 986866 w 9354533"/>
              <a:gd name="connsiteY4" fmla="*/ 6522788 h 6857999"/>
              <a:gd name="connsiteX5" fmla="*/ 1030726 w 9354533"/>
              <a:gd name="connsiteY5" fmla="*/ 6531020 h 6857999"/>
              <a:gd name="connsiteX6" fmla="*/ 1071846 w 9354533"/>
              <a:gd name="connsiteY6" fmla="*/ 6539252 h 6857999"/>
              <a:gd name="connsiteX7" fmla="*/ 1112965 w 9354533"/>
              <a:gd name="connsiteY7" fmla="*/ 6550230 h 6857999"/>
              <a:gd name="connsiteX8" fmla="*/ 1156826 w 9354533"/>
              <a:gd name="connsiteY8" fmla="*/ 6563951 h 6857999"/>
              <a:gd name="connsiteX9" fmla="*/ 1197945 w 9354533"/>
              <a:gd name="connsiteY9" fmla="*/ 6577672 h 6857999"/>
              <a:gd name="connsiteX10" fmla="*/ 1239064 w 9354533"/>
              <a:gd name="connsiteY10" fmla="*/ 6596881 h 6857999"/>
              <a:gd name="connsiteX11" fmla="*/ 1277443 w 9354533"/>
              <a:gd name="connsiteY11" fmla="*/ 6616091 h 6857999"/>
              <a:gd name="connsiteX12" fmla="*/ 1318562 w 9354533"/>
              <a:gd name="connsiteY12" fmla="*/ 6638044 h 6857999"/>
              <a:gd name="connsiteX13" fmla="*/ 1356942 w 9354533"/>
              <a:gd name="connsiteY13" fmla="*/ 6662741 h 6857999"/>
              <a:gd name="connsiteX14" fmla="*/ 1392576 w 9354533"/>
              <a:gd name="connsiteY14" fmla="*/ 6687440 h 6857999"/>
              <a:gd name="connsiteX15" fmla="*/ 1430955 w 9354533"/>
              <a:gd name="connsiteY15" fmla="*/ 6717627 h 6857999"/>
              <a:gd name="connsiteX16" fmla="*/ 1463850 w 9354533"/>
              <a:gd name="connsiteY16" fmla="*/ 6745068 h 6857999"/>
              <a:gd name="connsiteX17" fmla="*/ 1499488 w 9354533"/>
              <a:gd name="connsiteY17" fmla="*/ 6780744 h 6857999"/>
              <a:gd name="connsiteX18" fmla="*/ 1576429 w 9354533"/>
              <a:gd name="connsiteY18" fmla="*/ 6857999 h 6857999"/>
              <a:gd name="connsiteX19" fmla="*/ 141549 w 9354533"/>
              <a:gd name="connsiteY19" fmla="*/ 6857999 h 6857999"/>
              <a:gd name="connsiteX20" fmla="*/ 148030 w 9354533"/>
              <a:gd name="connsiteY20" fmla="*/ 6849348 h 6857999"/>
              <a:gd name="connsiteX21" fmla="*/ 180926 w 9354533"/>
              <a:gd name="connsiteY21" fmla="*/ 6810929 h 6857999"/>
              <a:gd name="connsiteX22" fmla="*/ 211081 w 9354533"/>
              <a:gd name="connsiteY22" fmla="*/ 6780744 h 6857999"/>
              <a:gd name="connsiteX23" fmla="*/ 246717 w 9354533"/>
              <a:gd name="connsiteY23" fmla="*/ 6745068 h 6857999"/>
              <a:gd name="connsiteX24" fmla="*/ 279611 w 9354533"/>
              <a:gd name="connsiteY24" fmla="*/ 6717627 h 6857999"/>
              <a:gd name="connsiteX25" fmla="*/ 317990 w 9354533"/>
              <a:gd name="connsiteY25" fmla="*/ 6687440 h 6857999"/>
              <a:gd name="connsiteX26" fmla="*/ 353629 w 9354533"/>
              <a:gd name="connsiteY26" fmla="*/ 6662741 h 6857999"/>
              <a:gd name="connsiteX27" fmla="*/ 392005 w 9354533"/>
              <a:gd name="connsiteY27" fmla="*/ 6638044 h 6857999"/>
              <a:gd name="connsiteX28" fmla="*/ 433124 w 9354533"/>
              <a:gd name="connsiteY28" fmla="*/ 6616091 h 6857999"/>
              <a:gd name="connsiteX29" fmla="*/ 471503 w 9354533"/>
              <a:gd name="connsiteY29" fmla="*/ 6596881 h 6857999"/>
              <a:gd name="connsiteX30" fmla="*/ 512622 w 9354533"/>
              <a:gd name="connsiteY30" fmla="*/ 6577672 h 6857999"/>
              <a:gd name="connsiteX31" fmla="*/ 553742 w 9354533"/>
              <a:gd name="connsiteY31" fmla="*/ 6563951 h 6857999"/>
              <a:gd name="connsiteX32" fmla="*/ 594861 w 9354533"/>
              <a:gd name="connsiteY32" fmla="*/ 6550230 h 6857999"/>
              <a:gd name="connsiteX33" fmla="*/ 638721 w 9354533"/>
              <a:gd name="connsiteY33" fmla="*/ 6539252 h 6857999"/>
              <a:gd name="connsiteX34" fmla="*/ 679841 w 9354533"/>
              <a:gd name="connsiteY34" fmla="*/ 6531020 h 6857999"/>
              <a:gd name="connsiteX35" fmla="*/ 723702 w 9354533"/>
              <a:gd name="connsiteY35" fmla="*/ 6522788 h 6857999"/>
              <a:gd name="connsiteX36" fmla="*/ 767562 w 9354533"/>
              <a:gd name="connsiteY36" fmla="*/ 6514555 h 6857999"/>
              <a:gd name="connsiteX37" fmla="*/ 863507 w 9354533"/>
              <a:gd name="connsiteY37" fmla="*/ 3786810 h 6857999"/>
              <a:gd name="connsiteX38" fmla="*/ 907368 w 9354533"/>
              <a:gd name="connsiteY38" fmla="*/ 3786810 h 6857999"/>
              <a:gd name="connsiteX39" fmla="*/ 948487 w 9354533"/>
              <a:gd name="connsiteY39" fmla="*/ 3786810 h 6857999"/>
              <a:gd name="connsiteX40" fmla="*/ 992347 w 9354533"/>
              <a:gd name="connsiteY40" fmla="*/ 3792299 h 6857999"/>
              <a:gd name="connsiteX41" fmla="*/ 1038951 w 9354533"/>
              <a:gd name="connsiteY41" fmla="*/ 3795043 h 6857999"/>
              <a:gd name="connsiteX42" fmla="*/ 1080070 w 9354533"/>
              <a:gd name="connsiteY42" fmla="*/ 3803275 h 6857999"/>
              <a:gd name="connsiteX43" fmla="*/ 1123931 w 9354533"/>
              <a:gd name="connsiteY43" fmla="*/ 3811507 h 6857999"/>
              <a:gd name="connsiteX44" fmla="*/ 1167791 w 9354533"/>
              <a:gd name="connsiteY44" fmla="*/ 3822484 h 6857999"/>
              <a:gd name="connsiteX45" fmla="*/ 1206170 w 9354533"/>
              <a:gd name="connsiteY45" fmla="*/ 3836206 h 6857999"/>
              <a:gd name="connsiteX46" fmla="*/ 1250030 w 9354533"/>
              <a:gd name="connsiteY46" fmla="*/ 3852671 h 6857999"/>
              <a:gd name="connsiteX47" fmla="*/ 1291149 w 9354533"/>
              <a:gd name="connsiteY47" fmla="*/ 3869136 h 6857999"/>
              <a:gd name="connsiteX48" fmla="*/ 1329528 w 9354533"/>
              <a:gd name="connsiteY48" fmla="*/ 3888346 h 6857999"/>
              <a:gd name="connsiteX49" fmla="*/ 1370648 w 9354533"/>
              <a:gd name="connsiteY49" fmla="*/ 3913043 h 6857999"/>
              <a:gd name="connsiteX50" fmla="*/ 1406283 w 9354533"/>
              <a:gd name="connsiteY50" fmla="*/ 3934997 h 6857999"/>
              <a:gd name="connsiteX51" fmla="*/ 1444661 w 9354533"/>
              <a:gd name="connsiteY51" fmla="*/ 3959695 h 6857999"/>
              <a:gd name="connsiteX52" fmla="*/ 1483041 w 9354533"/>
              <a:gd name="connsiteY52" fmla="*/ 3989881 h 6857999"/>
              <a:gd name="connsiteX53" fmla="*/ 1515936 w 9354533"/>
              <a:gd name="connsiteY53" fmla="*/ 4020067 h 6857999"/>
              <a:gd name="connsiteX54" fmla="*/ 1551573 w 9354533"/>
              <a:gd name="connsiteY54" fmla="*/ 4052999 h 6857999"/>
              <a:gd name="connsiteX55" fmla="*/ 4345134 w 9354533"/>
              <a:gd name="connsiteY55" fmla="*/ 6857999 h 6857999"/>
              <a:gd name="connsiteX56" fmla="*/ 1774225 w 9354533"/>
              <a:gd name="connsiteY56" fmla="*/ 6857999 h 6857999"/>
              <a:gd name="connsiteX57" fmla="*/ 263165 w 9354533"/>
              <a:gd name="connsiteY57" fmla="*/ 5342778 h 6857999"/>
              <a:gd name="connsiteX58" fmla="*/ 230270 w 9354533"/>
              <a:gd name="connsiteY58" fmla="*/ 5307103 h 6857999"/>
              <a:gd name="connsiteX59" fmla="*/ 202857 w 9354533"/>
              <a:gd name="connsiteY59" fmla="*/ 5274172 h 6857999"/>
              <a:gd name="connsiteX60" fmla="*/ 175444 w 9354533"/>
              <a:gd name="connsiteY60" fmla="*/ 5238497 h 6857999"/>
              <a:gd name="connsiteX61" fmla="*/ 148030 w 9354533"/>
              <a:gd name="connsiteY61" fmla="*/ 5200079 h 6857999"/>
              <a:gd name="connsiteX62" fmla="*/ 123358 w 9354533"/>
              <a:gd name="connsiteY62" fmla="*/ 5161661 h 6857999"/>
              <a:gd name="connsiteX63" fmla="*/ 104171 w 9354533"/>
              <a:gd name="connsiteY63" fmla="*/ 5123241 h 6857999"/>
              <a:gd name="connsiteX64" fmla="*/ 82239 w 9354533"/>
              <a:gd name="connsiteY64" fmla="*/ 5082077 h 6857999"/>
              <a:gd name="connsiteX65" fmla="*/ 65792 w 9354533"/>
              <a:gd name="connsiteY65" fmla="*/ 5040914 h 6857999"/>
              <a:gd name="connsiteX66" fmla="*/ 49345 w 9354533"/>
              <a:gd name="connsiteY66" fmla="*/ 4999752 h 6857999"/>
              <a:gd name="connsiteX67" fmla="*/ 35638 w 9354533"/>
              <a:gd name="connsiteY67" fmla="*/ 4955844 h 6857999"/>
              <a:gd name="connsiteX68" fmla="*/ 24672 w 9354533"/>
              <a:gd name="connsiteY68" fmla="*/ 4914681 h 6857999"/>
              <a:gd name="connsiteX69" fmla="*/ 13707 w 9354533"/>
              <a:gd name="connsiteY69" fmla="*/ 4870773 h 6857999"/>
              <a:gd name="connsiteX70" fmla="*/ 8225 w 9354533"/>
              <a:gd name="connsiteY70" fmla="*/ 4826865 h 6857999"/>
              <a:gd name="connsiteX71" fmla="*/ 2744 w 9354533"/>
              <a:gd name="connsiteY71" fmla="*/ 4785702 h 6857999"/>
              <a:gd name="connsiteX72" fmla="*/ 0 w 9354533"/>
              <a:gd name="connsiteY72" fmla="*/ 4741796 h 6857999"/>
              <a:gd name="connsiteX73" fmla="*/ 0 w 9354533"/>
              <a:gd name="connsiteY73" fmla="*/ 4697888 h 6857999"/>
              <a:gd name="connsiteX74" fmla="*/ 0 w 9354533"/>
              <a:gd name="connsiteY74" fmla="*/ 4653981 h 6857999"/>
              <a:gd name="connsiteX75" fmla="*/ 2744 w 9354533"/>
              <a:gd name="connsiteY75" fmla="*/ 4610073 h 6857999"/>
              <a:gd name="connsiteX76" fmla="*/ 8225 w 9354533"/>
              <a:gd name="connsiteY76" fmla="*/ 4566165 h 6857999"/>
              <a:gd name="connsiteX77" fmla="*/ 13707 w 9354533"/>
              <a:gd name="connsiteY77" fmla="*/ 4522259 h 6857999"/>
              <a:gd name="connsiteX78" fmla="*/ 24672 w 9354533"/>
              <a:gd name="connsiteY78" fmla="*/ 4481095 h 6857999"/>
              <a:gd name="connsiteX79" fmla="*/ 35638 w 9354533"/>
              <a:gd name="connsiteY79" fmla="*/ 4437188 h 6857999"/>
              <a:gd name="connsiteX80" fmla="*/ 49345 w 9354533"/>
              <a:gd name="connsiteY80" fmla="*/ 4393280 h 6857999"/>
              <a:gd name="connsiteX81" fmla="*/ 65792 w 9354533"/>
              <a:gd name="connsiteY81" fmla="*/ 4354861 h 6857999"/>
              <a:gd name="connsiteX82" fmla="*/ 82239 w 9354533"/>
              <a:gd name="connsiteY82" fmla="*/ 4313698 h 6857999"/>
              <a:gd name="connsiteX83" fmla="*/ 104171 w 9354533"/>
              <a:gd name="connsiteY83" fmla="*/ 4272536 h 6857999"/>
              <a:gd name="connsiteX84" fmla="*/ 123358 w 9354533"/>
              <a:gd name="connsiteY84" fmla="*/ 4234116 h 6857999"/>
              <a:gd name="connsiteX85" fmla="*/ 148030 w 9354533"/>
              <a:gd name="connsiteY85" fmla="*/ 4195697 h 6857999"/>
              <a:gd name="connsiteX86" fmla="*/ 175444 w 9354533"/>
              <a:gd name="connsiteY86" fmla="*/ 4160023 h 6857999"/>
              <a:gd name="connsiteX87" fmla="*/ 202857 w 9354533"/>
              <a:gd name="connsiteY87" fmla="*/ 4121603 h 6857999"/>
              <a:gd name="connsiteX88" fmla="*/ 230270 w 9354533"/>
              <a:gd name="connsiteY88" fmla="*/ 4085929 h 6857999"/>
              <a:gd name="connsiteX89" fmla="*/ 263165 w 9354533"/>
              <a:gd name="connsiteY89" fmla="*/ 4052999 h 6857999"/>
              <a:gd name="connsiteX90" fmla="*/ 296062 w 9354533"/>
              <a:gd name="connsiteY90" fmla="*/ 4020067 h 6857999"/>
              <a:gd name="connsiteX91" fmla="*/ 331697 w 9354533"/>
              <a:gd name="connsiteY91" fmla="*/ 3989881 h 6857999"/>
              <a:gd name="connsiteX92" fmla="*/ 370076 w 9354533"/>
              <a:gd name="connsiteY92" fmla="*/ 3959695 h 6857999"/>
              <a:gd name="connsiteX93" fmla="*/ 405711 w 9354533"/>
              <a:gd name="connsiteY93" fmla="*/ 3934997 h 6857999"/>
              <a:gd name="connsiteX94" fmla="*/ 444090 w 9354533"/>
              <a:gd name="connsiteY94" fmla="*/ 3913043 h 6857999"/>
              <a:gd name="connsiteX95" fmla="*/ 482469 w 9354533"/>
              <a:gd name="connsiteY95" fmla="*/ 3888346 h 6857999"/>
              <a:gd name="connsiteX96" fmla="*/ 523588 w 9354533"/>
              <a:gd name="connsiteY96" fmla="*/ 3869136 h 6857999"/>
              <a:gd name="connsiteX97" fmla="*/ 564708 w 9354533"/>
              <a:gd name="connsiteY97" fmla="*/ 3852671 h 6857999"/>
              <a:gd name="connsiteX98" fmla="*/ 605827 w 9354533"/>
              <a:gd name="connsiteY98" fmla="*/ 3836206 h 6857999"/>
              <a:gd name="connsiteX99" fmla="*/ 646947 w 9354533"/>
              <a:gd name="connsiteY99" fmla="*/ 3822484 h 6857999"/>
              <a:gd name="connsiteX100" fmla="*/ 688066 w 9354533"/>
              <a:gd name="connsiteY100" fmla="*/ 3811507 h 6857999"/>
              <a:gd name="connsiteX101" fmla="*/ 731926 w 9354533"/>
              <a:gd name="connsiteY101" fmla="*/ 3803275 h 6857999"/>
              <a:gd name="connsiteX102" fmla="*/ 775786 w 9354533"/>
              <a:gd name="connsiteY102" fmla="*/ 3795043 h 6857999"/>
              <a:gd name="connsiteX103" fmla="*/ 816907 w 9354533"/>
              <a:gd name="connsiteY103" fmla="*/ 3792299 h 6857999"/>
              <a:gd name="connsiteX104" fmla="*/ 975900 w 9354533"/>
              <a:gd name="connsiteY104" fmla="*/ 1075531 h 6857999"/>
              <a:gd name="connsiteX105" fmla="*/ 1019761 w 9354533"/>
              <a:gd name="connsiteY105" fmla="*/ 1078274 h 6857999"/>
              <a:gd name="connsiteX106" fmla="*/ 1063623 w 9354533"/>
              <a:gd name="connsiteY106" fmla="*/ 1081018 h 6857999"/>
              <a:gd name="connsiteX107" fmla="*/ 1107484 w 9354533"/>
              <a:gd name="connsiteY107" fmla="*/ 1083763 h 6857999"/>
              <a:gd name="connsiteX108" fmla="*/ 1151344 w 9354533"/>
              <a:gd name="connsiteY108" fmla="*/ 1091995 h 6857999"/>
              <a:gd name="connsiteX109" fmla="*/ 1192463 w 9354533"/>
              <a:gd name="connsiteY109" fmla="*/ 1102972 h 6857999"/>
              <a:gd name="connsiteX110" fmla="*/ 1236324 w 9354533"/>
              <a:gd name="connsiteY110" fmla="*/ 1113948 h 6857999"/>
              <a:gd name="connsiteX111" fmla="*/ 1274702 w 9354533"/>
              <a:gd name="connsiteY111" fmla="*/ 1127671 h 6857999"/>
              <a:gd name="connsiteX112" fmla="*/ 1318562 w 9354533"/>
              <a:gd name="connsiteY112" fmla="*/ 1141391 h 6857999"/>
              <a:gd name="connsiteX113" fmla="*/ 1359682 w 9354533"/>
              <a:gd name="connsiteY113" fmla="*/ 1160601 h 6857999"/>
              <a:gd name="connsiteX114" fmla="*/ 1398058 w 9354533"/>
              <a:gd name="connsiteY114" fmla="*/ 1179811 h 6857999"/>
              <a:gd name="connsiteX115" fmla="*/ 1439178 w 9354533"/>
              <a:gd name="connsiteY115" fmla="*/ 1201764 h 6857999"/>
              <a:gd name="connsiteX116" fmla="*/ 1477556 w 9354533"/>
              <a:gd name="connsiteY116" fmla="*/ 1226461 h 6857999"/>
              <a:gd name="connsiteX117" fmla="*/ 1513194 w 9354533"/>
              <a:gd name="connsiteY117" fmla="*/ 1251160 h 6857999"/>
              <a:gd name="connsiteX118" fmla="*/ 1551573 w 9354533"/>
              <a:gd name="connsiteY118" fmla="*/ 1278601 h 6857999"/>
              <a:gd name="connsiteX119" fmla="*/ 1584468 w 9354533"/>
              <a:gd name="connsiteY119" fmla="*/ 1311532 h 6857999"/>
              <a:gd name="connsiteX120" fmla="*/ 1620103 w 9354533"/>
              <a:gd name="connsiteY120" fmla="*/ 1341718 h 6857999"/>
              <a:gd name="connsiteX121" fmla="*/ 7115932 w 9354533"/>
              <a:gd name="connsiteY121" fmla="*/ 6857999 h 6857999"/>
              <a:gd name="connsiteX122" fmla="*/ 4543996 w 9354533"/>
              <a:gd name="connsiteY122" fmla="*/ 6857999 h 6857999"/>
              <a:gd name="connsiteX123" fmla="*/ 331697 w 9354533"/>
              <a:gd name="connsiteY123" fmla="*/ 2631498 h 6857999"/>
              <a:gd name="connsiteX124" fmla="*/ 301543 w 9354533"/>
              <a:gd name="connsiteY124" fmla="*/ 2601310 h 6857999"/>
              <a:gd name="connsiteX125" fmla="*/ 271390 w 9354533"/>
              <a:gd name="connsiteY125" fmla="*/ 2562893 h 6857999"/>
              <a:gd name="connsiteX126" fmla="*/ 243976 w 9354533"/>
              <a:gd name="connsiteY126" fmla="*/ 2527217 h 6857999"/>
              <a:gd name="connsiteX127" fmla="*/ 216563 w 9354533"/>
              <a:gd name="connsiteY127" fmla="*/ 2491543 h 6857999"/>
              <a:gd name="connsiteX128" fmla="*/ 191891 w 9354533"/>
              <a:gd name="connsiteY128" fmla="*/ 2450380 h 6857999"/>
              <a:gd name="connsiteX129" fmla="*/ 172702 w 9354533"/>
              <a:gd name="connsiteY129" fmla="*/ 2414705 h 6857999"/>
              <a:gd name="connsiteX130" fmla="*/ 150772 w 9354533"/>
              <a:gd name="connsiteY130" fmla="*/ 2373541 h 6857999"/>
              <a:gd name="connsiteX131" fmla="*/ 134324 w 9354533"/>
              <a:gd name="connsiteY131" fmla="*/ 2329634 h 6857999"/>
              <a:gd name="connsiteX132" fmla="*/ 117877 w 9354533"/>
              <a:gd name="connsiteY132" fmla="*/ 2291216 h 6857999"/>
              <a:gd name="connsiteX133" fmla="*/ 106912 w 9354533"/>
              <a:gd name="connsiteY133" fmla="*/ 2247308 h 6857999"/>
              <a:gd name="connsiteX134" fmla="*/ 93205 w 9354533"/>
              <a:gd name="connsiteY134" fmla="*/ 2203400 h 6857999"/>
              <a:gd name="connsiteX135" fmla="*/ 82239 w 9354533"/>
              <a:gd name="connsiteY135" fmla="*/ 2162238 h 6857999"/>
              <a:gd name="connsiteX136" fmla="*/ 76757 w 9354533"/>
              <a:gd name="connsiteY136" fmla="*/ 2118330 h 6857999"/>
              <a:gd name="connsiteX137" fmla="*/ 71275 w 9354533"/>
              <a:gd name="connsiteY137" fmla="*/ 2074424 h 6857999"/>
              <a:gd name="connsiteX138" fmla="*/ 68533 w 9354533"/>
              <a:gd name="connsiteY138" fmla="*/ 2030516 h 6857999"/>
              <a:gd name="connsiteX139" fmla="*/ 68533 w 9354533"/>
              <a:gd name="connsiteY139" fmla="*/ 1989352 h 6857999"/>
              <a:gd name="connsiteX140" fmla="*/ 68533 w 9354533"/>
              <a:gd name="connsiteY140" fmla="*/ 1942701 h 6857999"/>
              <a:gd name="connsiteX141" fmla="*/ 71275 w 9354533"/>
              <a:gd name="connsiteY141" fmla="*/ 1898793 h 6857999"/>
              <a:gd name="connsiteX142" fmla="*/ 76757 w 9354533"/>
              <a:gd name="connsiteY142" fmla="*/ 1857629 h 6857999"/>
              <a:gd name="connsiteX143" fmla="*/ 82239 w 9354533"/>
              <a:gd name="connsiteY143" fmla="*/ 1813723 h 6857999"/>
              <a:gd name="connsiteX144" fmla="*/ 93205 w 9354533"/>
              <a:gd name="connsiteY144" fmla="*/ 1769815 h 6857999"/>
              <a:gd name="connsiteX145" fmla="*/ 106912 w 9354533"/>
              <a:gd name="connsiteY145" fmla="*/ 1728652 h 6857999"/>
              <a:gd name="connsiteX146" fmla="*/ 117877 w 9354533"/>
              <a:gd name="connsiteY146" fmla="*/ 1684745 h 6857999"/>
              <a:gd name="connsiteX147" fmla="*/ 134324 w 9354533"/>
              <a:gd name="connsiteY147" fmla="*/ 1643581 h 6857999"/>
              <a:gd name="connsiteX148" fmla="*/ 150772 w 9354533"/>
              <a:gd name="connsiteY148" fmla="*/ 1605162 h 6857999"/>
              <a:gd name="connsiteX149" fmla="*/ 172702 w 9354533"/>
              <a:gd name="connsiteY149" fmla="*/ 1564000 h 6857999"/>
              <a:gd name="connsiteX150" fmla="*/ 191891 w 9354533"/>
              <a:gd name="connsiteY150" fmla="*/ 1522837 h 6857999"/>
              <a:gd name="connsiteX151" fmla="*/ 216563 w 9354533"/>
              <a:gd name="connsiteY151" fmla="*/ 1487162 h 6857999"/>
              <a:gd name="connsiteX152" fmla="*/ 243976 w 9354533"/>
              <a:gd name="connsiteY152" fmla="*/ 1448743 h 6857999"/>
              <a:gd name="connsiteX153" fmla="*/ 271390 w 9354533"/>
              <a:gd name="connsiteY153" fmla="*/ 1413068 h 6857999"/>
              <a:gd name="connsiteX154" fmla="*/ 301543 w 9354533"/>
              <a:gd name="connsiteY154" fmla="*/ 1377393 h 6857999"/>
              <a:gd name="connsiteX155" fmla="*/ 331697 w 9354533"/>
              <a:gd name="connsiteY155" fmla="*/ 1341718 h 6857999"/>
              <a:gd name="connsiteX156" fmla="*/ 367335 w 9354533"/>
              <a:gd name="connsiteY156" fmla="*/ 1311532 h 6857999"/>
              <a:gd name="connsiteX157" fmla="*/ 400229 w 9354533"/>
              <a:gd name="connsiteY157" fmla="*/ 1278601 h 6857999"/>
              <a:gd name="connsiteX158" fmla="*/ 438607 w 9354533"/>
              <a:gd name="connsiteY158" fmla="*/ 1251160 h 6857999"/>
              <a:gd name="connsiteX159" fmla="*/ 474243 w 9354533"/>
              <a:gd name="connsiteY159" fmla="*/ 1226461 h 6857999"/>
              <a:gd name="connsiteX160" fmla="*/ 512622 w 9354533"/>
              <a:gd name="connsiteY160" fmla="*/ 1201764 h 6857999"/>
              <a:gd name="connsiteX161" fmla="*/ 551001 w 9354533"/>
              <a:gd name="connsiteY161" fmla="*/ 1179811 h 6857999"/>
              <a:gd name="connsiteX162" fmla="*/ 592121 w 9354533"/>
              <a:gd name="connsiteY162" fmla="*/ 1160601 h 6857999"/>
              <a:gd name="connsiteX163" fmla="*/ 633240 w 9354533"/>
              <a:gd name="connsiteY163" fmla="*/ 1141391 h 6857999"/>
              <a:gd name="connsiteX164" fmla="*/ 674359 w 9354533"/>
              <a:gd name="connsiteY164" fmla="*/ 1127671 h 6857999"/>
              <a:gd name="connsiteX165" fmla="*/ 715479 w 9354533"/>
              <a:gd name="connsiteY165" fmla="*/ 1113948 h 6857999"/>
              <a:gd name="connsiteX166" fmla="*/ 759339 w 9354533"/>
              <a:gd name="connsiteY166" fmla="*/ 1102972 h 6857999"/>
              <a:gd name="connsiteX167" fmla="*/ 800459 w 9354533"/>
              <a:gd name="connsiteY167" fmla="*/ 1091995 h 6857999"/>
              <a:gd name="connsiteX168" fmla="*/ 844319 w 9354533"/>
              <a:gd name="connsiteY168" fmla="*/ 1083763 h 6857999"/>
              <a:gd name="connsiteX169" fmla="*/ 890920 w 9354533"/>
              <a:gd name="connsiteY169" fmla="*/ 1081018 h 6857999"/>
              <a:gd name="connsiteX170" fmla="*/ 932040 w 9354533"/>
              <a:gd name="connsiteY170" fmla="*/ 1078274 h 6857999"/>
              <a:gd name="connsiteX171" fmla="*/ 8785588 w 9354533"/>
              <a:gd name="connsiteY171" fmla="*/ 0 h 6857999"/>
              <a:gd name="connsiteX172" fmla="*/ 9354533 w 9354533"/>
              <a:gd name="connsiteY172" fmla="*/ 0 h 6857999"/>
              <a:gd name="connsiteX173" fmla="*/ 9354533 w 9354533"/>
              <a:gd name="connsiteY173" fmla="*/ 570519 h 6857999"/>
              <a:gd name="connsiteX174" fmla="*/ 6019529 w 9354533"/>
              <a:gd name="connsiteY174" fmla="*/ 0 h 6857999"/>
              <a:gd name="connsiteX175" fmla="*/ 8588708 w 9354533"/>
              <a:gd name="connsiteY175" fmla="*/ 0 h 6857999"/>
              <a:gd name="connsiteX176" fmla="*/ 9354533 w 9354533"/>
              <a:gd name="connsiteY176" fmla="*/ 768021 h 6857999"/>
              <a:gd name="connsiteX177" fmla="*/ 9354533 w 9354533"/>
              <a:gd name="connsiteY177" fmla="*/ 3347008 h 6857999"/>
              <a:gd name="connsiteX178" fmla="*/ 3248285 w 9354533"/>
              <a:gd name="connsiteY178" fmla="*/ 0 h 6857999"/>
              <a:gd name="connsiteX179" fmla="*/ 5819972 w 9354533"/>
              <a:gd name="connsiteY179" fmla="*/ 0 h 6857999"/>
              <a:gd name="connsiteX180" fmla="*/ 9354533 w 9354533"/>
              <a:gd name="connsiteY180" fmla="*/ 3545079 h 6857999"/>
              <a:gd name="connsiteX181" fmla="*/ 9354533 w 9354533"/>
              <a:gd name="connsiteY181" fmla="*/ 6127044 h 6857999"/>
              <a:gd name="connsiteX182" fmla="*/ 476872 w 9354533"/>
              <a:gd name="connsiteY182" fmla="*/ 0 h 6857999"/>
              <a:gd name="connsiteX183" fmla="*/ 3050781 w 9354533"/>
              <a:gd name="connsiteY183" fmla="*/ 0 h 6857999"/>
              <a:gd name="connsiteX184" fmla="*/ 9354533 w 9354533"/>
              <a:gd name="connsiteY184" fmla="*/ 6324693 h 6857999"/>
              <a:gd name="connsiteX185" fmla="*/ 9354533 w 9354533"/>
              <a:gd name="connsiteY185" fmla="*/ 6857999 h 6857999"/>
              <a:gd name="connsiteX186" fmla="*/ 7312522 w 9354533"/>
              <a:gd name="connsiteY18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9354533" h="6857999">
                <a:moveTo>
                  <a:pt x="811424" y="6511811"/>
                </a:moveTo>
                <a:lnTo>
                  <a:pt x="855285" y="6511811"/>
                </a:lnTo>
                <a:lnTo>
                  <a:pt x="899145" y="6511811"/>
                </a:lnTo>
                <a:lnTo>
                  <a:pt x="940265" y="6514555"/>
                </a:lnTo>
                <a:lnTo>
                  <a:pt x="986866" y="6522788"/>
                </a:lnTo>
                <a:lnTo>
                  <a:pt x="1030726" y="6531020"/>
                </a:lnTo>
                <a:lnTo>
                  <a:pt x="1071846" y="6539252"/>
                </a:lnTo>
                <a:lnTo>
                  <a:pt x="1112965" y="6550230"/>
                </a:lnTo>
                <a:lnTo>
                  <a:pt x="1156826" y="6563951"/>
                </a:lnTo>
                <a:lnTo>
                  <a:pt x="1197945" y="6577672"/>
                </a:lnTo>
                <a:lnTo>
                  <a:pt x="1239064" y="6596881"/>
                </a:lnTo>
                <a:lnTo>
                  <a:pt x="1277443" y="6616091"/>
                </a:lnTo>
                <a:lnTo>
                  <a:pt x="1318562" y="6638044"/>
                </a:lnTo>
                <a:lnTo>
                  <a:pt x="1356942" y="6662741"/>
                </a:lnTo>
                <a:lnTo>
                  <a:pt x="1392576" y="6687440"/>
                </a:lnTo>
                <a:lnTo>
                  <a:pt x="1430955" y="6717627"/>
                </a:lnTo>
                <a:lnTo>
                  <a:pt x="1463850" y="6745068"/>
                </a:lnTo>
                <a:lnTo>
                  <a:pt x="1499488" y="6780744"/>
                </a:lnTo>
                <a:lnTo>
                  <a:pt x="1576429" y="6857999"/>
                </a:lnTo>
                <a:lnTo>
                  <a:pt x="141549" y="6857999"/>
                </a:lnTo>
                <a:lnTo>
                  <a:pt x="148030" y="6849348"/>
                </a:lnTo>
                <a:lnTo>
                  <a:pt x="180926" y="6810929"/>
                </a:lnTo>
                <a:lnTo>
                  <a:pt x="211081" y="6780744"/>
                </a:lnTo>
                <a:lnTo>
                  <a:pt x="246717" y="6745068"/>
                </a:lnTo>
                <a:lnTo>
                  <a:pt x="279611" y="6717627"/>
                </a:lnTo>
                <a:lnTo>
                  <a:pt x="317990" y="6687440"/>
                </a:lnTo>
                <a:lnTo>
                  <a:pt x="353629" y="6662741"/>
                </a:lnTo>
                <a:lnTo>
                  <a:pt x="392005" y="6638044"/>
                </a:lnTo>
                <a:lnTo>
                  <a:pt x="433124" y="6616091"/>
                </a:lnTo>
                <a:lnTo>
                  <a:pt x="471503" y="6596881"/>
                </a:lnTo>
                <a:lnTo>
                  <a:pt x="512622" y="6577672"/>
                </a:lnTo>
                <a:lnTo>
                  <a:pt x="553742" y="6563951"/>
                </a:lnTo>
                <a:lnTo>
                  <a:pt x="594861" y="6550230"/>
                </a:lnTo>
                <a:lnTo>
                  <a:pt x="638721" y="6539252"/>
                </a:lnTo>
                <a:lnTo>
                  <a:pt x="679841" y="6531020"/>
                </a:lnTo>
                <a:lnTo>
                  <a:pt x="723702" y="6522788"/>
                </a:lnTo>
                <a:lnTo>
                  <a:pt x="767562" y="6514555"/>
                </a:lnTo>
                <a:close/>
                <a:moveTo>
                  <a:pt x="863507" y="3786810"/>
                </a:moveTo>
                <a:lnTo>
                  <a:pt x="907368" y="3786810"/>
                </a:lnTo>
                <a:lnTo>
                  <a:pt x="948487" y="3786810"/>
                </a:lnTo>
                <a:lnTo>
                  <a:pt x="992347" y="3792299"/>
                </a:lnTo>
                <a:lnTo>
                  <a:pt x="1038951" y="3795043"/>
                </a:lnTo>
                <a:lnTo>
                  <a:pt x="1080070" y="3803275"/>
                </a:lnTo>
                <a:lnTo>
                  <a:pt x="1123931" y="3811507"/>
                </a:lnTo>
                <a:lnTo>
                  <a:pt x="1167791" y="3822484"/>
                </a:lnTo>
                <a:lnTo>
                  <a:pt x="1206170" y="3836206"/>
                </a:lnTo>
                <a:lnTo>
                  <a:pt x="1250030" y="3852671"/>
                </a:lnTo>
                <a:lnTo>
                  <a:pt x="1291149" y="3869136"/>
                </a:lnTo>
                <a:lnTo>
                  <a:pt x="1329528" y="3888346"/>
                </a:lnTo>
                <a:lnTo>
                  <a:pt x="1370648" y="3913043"/>
                </a:lnTo>
                <a:lnTo>
                  <a:pt x="1406283" y="3934997"/>
                </a:lnTo>
                <a:lnTo>
                  <a:pt x="1444661" y="3959695"/>
                </a:lnTo>
                <a:lnTo>
                  <a:pt x="1483041" y="3989881"/>
                </a:lnTo>
                <a:lnTo>
                  <a:pt x="1515936" y="4020067"/>
                </a:lnTo>
                <a:lnTo>
                  <a:pt x="1551573" y="4052999"/>
                </a:lnTo>
                <a:lnTo>
                  <a:pt x="4345134" y="6857999"/>
                </a:lnTo>
                <a:lnTo>
                  <a:pt x="1774225" y="6857999"/>
                </a:lnTo>
                <a:lnTo>
                  <a:pt x="263165" y="5342778"/>
                </a:lnTo>
                <a:lnTo>
                  <a:pt x="230270" y="5307103"/>
                </a:lnTo>
                <a:lnTo>
                  <a:pt x="202857" y="5274172"/>
                </a:lnTo>
                <a:lnTo>
                  <a:pt x="175444" y="5238497"/>
                </a:lnTo>
                <a:lnTo>
                  <a:pt x="148030" y="5200079"/>
                </a:lnTo>
                <a:lnTo>
                  <a:pt x="123358" y="5161661"/>
                </a:lnTo>
                <a:lnTo>
                  <a:pt x="104171" y="5123241"/>
                </a:lnTo>
                <a:lnTo>
                  <a:pt x="82239" y="5082077"/>
                </a:lnTo>
                <a:lnTo>
                  <a:pt x="65792" y="5040914"/>
                </a:lnTo>
                <a:lnTo>
                  <a:pt x="49345" y="4999752"/>
                </a:lnTo>
                <a:lnTo>
                  <a:pt x="35638" y="4955844"/>
                </a:lnTo>
                <a:lnTo>
                  <a:pt x="24672" y="4914681"/>
                </a:lnTo>
                <a:lnTo>
                  <a:pt x="13707" y="4870773"/>
                </a:lnTo>
                <a:lnTo>
                  <a:pt x="8225" y="4826865"/>
                </a:lnTo>
                <a:lnTo>
                  <a:pt x="2744" y="4785702"/>
                </a:lnTo>
                <a:lnTo>
                  <a:pt x="0" y="4741796"/>
                </a:lnTo>
                <a:lnTo>
                  <a:pt x="0" y="4697888"/>
                </a:lnTo>
                <a:lnTo>
                  <a:pt x="0" y="4653981"/>
                </a:lnTo>
                <a:lnTo>
                  <a:pt x="2744" y="4610073"/>
                </a:lnTo>
                <a:lnTo>
                  <a:pt x="8225" y="4566165"/>
                </a:lnTo>
                <a:lnTo>
                  <a:pt x="13707" y="4522259"/>
                </a:lnTo>
                <a:lnTo>
                  <a:pt x="24672" y="4481095"/>
                </a:lnTo>
                <a:lnTo>
                  <a:pt x="35638" y="4437188"/>
                </a:lnTo>
                <a:lnTo>
                  <a:pt x="49345" y="4393280"/>
                </a:lnTo>
                <a:lnTo>
                  <a:pt x="65792" y="4354861"/>
                </a:lnTo>
                <a:lnTo>
                  <a:pt x="82239" y="4313698"/>
                </a:lnTo>
                <a:lnTo>
                  <a:pt x="104171" y="4272536"/>
                </a:lnTo>
                <a:lnTo>
                  <a:pt x="123358" y="4234116"/>
                </a:lnTo>
                <a:lnTo>
                  <a:pt x="148030" y="4195697"/>
                </a:lnTo>
                <a:lnTo>
                  <a:pt x="175444" y="4160023"/>
                </a:lnTo>
                <a:lnTo>
                  <a:pt x="202857" y="4121603"/>
                </a:lnTo>
                <a:lnTo>
                  <a:pt x="230270" y="4085929"/>
                </a:lnTo>
                <a:lnTo>
                  <a:pt x="263165" y="4052999"/>
                </a:lnTo>
                <a:lnTo>
                  <a:pt x="296062" y="4020067"/>
                </a:lnTo>
                <a:lnTo>
                  <a:pt x="331697" y="3989881"/>
                </a:lnTo>
                <a:lnTo>
                  <a:pt x="370076" y="3959695"/>
                </a:lnTo>
                <a:lnTo>
                  <a:pt x="405711" y="3934997"/>
                </a:lnTo>
                <a:lnTo>
                  <a:pt x="444090" y="3913043"/>
                </a:lnTo>
                <a:lnTo>
                  <a:pt x="482469" y="3888346"/>
                </a:lnTo>
                <a:lnTo>
                  <a:pt x="523588" y="3869136"/>
                </a:lnTo>
                <a:lnTo>
                  <a:pt x="564708" y="3852671"/>
                </a:lnTo>
                <a:lnTo>
                  <a:pt x="605827" y="3836206"/>
                </a:lnTo>
                <a:lnTo>
                  <a:pt x="646947" y="3822484"/>
                </a:lnTo>
                <a:lnTo>
                  <a:pt x="688066" y="3811507"/>
                </a:lnTo>
                <a:lnTo>
                  <a:pt x="731926" y="3803275"/>
                </a:lnTo>
                <a:lnTo>
                  <a:pt x="775786" y="3795043"/>
                </a:lnTo>
                <a:lnTo>
                  <a:pt x="816907" y="3792299"/>
                </a:lnTo>
                <a:close/>
                <a:moveTo>
                  <a:pt x="975900" y="1075531"/>
                </a:moveTo>
                <a:lnTo>
                  <a:pt x="1019761" y="1078274"/>
                </a:lnTo>
                <a:lnTo>
                  <a:pt x="1063623" y="1081018"/>
                </a:lnTo>
                <a:lnTo>
                  <a:pt x="1107484" y="1083763"/>
                </a:lnTo>
                <a:lnTo>
                  <a:pt x="1151344" y="1091995"/>
                </a:lnTo>
                <a:lnTo>
                  <a:pt x="1192463" y="1102972"/>
                </a:lnTo>
                <a:lnTo>
                  <a:pt x="1236324" y="1113948"/>
                </a:lnTo>
                <a:lnTo>
                  <a:pt x="1274702" y="1127671"/>
                </a:lnTo>
                <a:lnTo>
                  <a:pt x="1318562" y="1141391"/>
                </a:lnTo>
                <a:lnTo>
                  <a:pt x="1359682" y="1160601"/>
                </a:lnTo>
                <a:lnTo>
                  <a:pt x="1398058" y="1179811"/>
                </a:lnTo>
                <a:lnTo>
                  <a:pt x="1439178" y="1201764"/>
                </a:lnTo>
                <a:lnTo>
                  <a:pt x="1477556" y="1226461"/>
                </a:lnTo>
                <a:lnTo>
                  <a:pt x="1513194" y="1251160"/>
                </a:lnTo>
                <a:lnTo>
                  <a:pt x="1551573" y="1278601"/>
                </a:lnTo>
                <a:lnTo>
                  <a:pt x="1584468" y="1311532"/>
                </a:lnTo>
                <a:lnTo>
                  <a:pt x="1620103" y="1341718"/>
                </a:lnTo>
                <a:lnTo>
                  <a:pt x="7115932" y="6857999"/>
                </a:lnTo>
                <a:lnTo>
                  <a:pt x="4543996" y="6857999"/>
                </a:lnTo>
                <a:lnTo>
                  <a:pt x="331697" y="2631498"/>
                </a:lnTo>
                <a:lnTo>
                  <a:pt x="301543" y="2601310"/>
                </a:lnTo>
                <a:lnTo>
                  <a:pt x="271390" y="2562893"/>
                </a:lnTo>
                <a:lnTo>
                  <a:pt x="243976" y="2527217"/>
                </a:lnTo>
                <a:lnTo>
                  <a:pt x="216563" y="2491543"/>
                </a:lnTo>
                <a:lnTo>
                  <a:pt x="191891" y="2450380"/>
                </a:lnTo>
                <a:lnTo>
                  <a:pt x="172702" y="2414705"/>
                </a:lnTo>
                <a:lnTo>
                  <a:pt x="150772" y="2373541"/>
                </a:lnTo>
                <a:lnTo>
                  <a:pt x="134324" y="2329634"/>
                </a:lnTo>
                <a:lnTo>
                  <a:pt x="117877" y="2291216"/>
                </a:lnTo>
                <a:lnTo>
                  <a:pt x="106912" y="2247308"/>
                </a:lnTo>
                <a:lnTo>
                  <a:pt x="93205" y="2203400"/>
                </a:lnTo>
                <a:lnTo>
                  <a:pt x="82239" y="2162238"/>
                </a:lnTo>
                <a:lnTo>
                  <a:pt x="76757" y="2118330"/>
                </a:lnTo>
                <a:lnTo>
                  <a:pt x="71275" y="2074424"/>
                </a:lnTo>
                <a:lnTo>
                  <a:pt x="68533" y="2030516"/>
                </a:lnTo>
                <a:lnTo>
                  <a:pt x="68533" y="1989352"/>
                </a:lnTo>
                <a:lnTo>
                  <a:pt x="68533" y="1942701"/>
                </a:lnTo>
                <a:lnTo>
                  <a:pt x="71275" y="1898793"/>
                </a:lnTo>
                <a:lnTo>
                  <a:pt x="76757" y="1857629"/>
                </a:lnTo>
                <a:lnTo>
                  <a:pt x="82239" y="1813723"/>
                </a:lnTo>
                <a:lnTo>
                  <a:pt x="93205" y="1769815"/>
                </a:lnTo>
                <a:lnTo>
                  <a:pt x="106912" y="1728652"/>
                </a:lnTo>
                <a:lnTo>
                  <a:pt x="117877" y="1684745"/>
                </a:lnTo>
                <a:lnTo>
                  <a:pt x="134324" y="1643581"/>
                </a:lnTo>
                <a:lnTo>
                  <a:pt x="150772" y="1605162"/>
                </a:lnTo>
                <a:lnTo>
                  <a:pt x="172702" y="1564000"/>
                </a:lnTo>
                <a:lnTo>
                  <a:pt x="191891" y="1522837"/>
                </a:lnTo>
                <a:lnTo>
                  <a:pt x="216563" y="1487162"/>
                </a:lnTo>
                <a:lnTo>
                  <a:pt x="243976" y="1448743"/>
                </a:lnTo>
                <a:lnTo>
                  <a:pt x="271390" y="1413068"/>
                </a:lnTo>
                <a:lnTo>
                  <a:pt x="301543" y="1377393"/>
                </a:lnTo>
                <a:lnTo>
                  <a:pt x="331697" y="1341718"/>
                </a:lnTo>
                <a:lnTo>
                  <a:pt x="367335" y="1311532"/>
                </a:lnTo>
                <a:lnTo>
                  <a:pt x="400229" y="1278601"/>
                </a:lnTo>
                <a:lnTo>
                  <a:pt x="438607" y="1251160"/>
                </a:lnTo>
                <a:lnTo>
                  <a:pt x="474243" y="1226461"/>
                </a:lnTo>
                <a:lnTo>
                  <a:pt x="512622" y="1201764"/>
                </a:lnTo>
                <a:lnTo>
                  <a:pt x="551001" y="1179811"/>
                </a:lnTo>
                <a:lnTo>
                  <a:pt x="592121" y="1160601"/>
                </a:lnTo>
                <a:lnTo>
                  <a:pt x="633240" y="1141391"/>
                </a:lnTo>
                <a:lnTo>
                  <a:pt x="674359" y="1127671"/>
                </a:lnTo>
                <a:lnTo>
                  <a:pt x="715479" y="1113948"/>
                </a:lnTo>
                <a:lnTo>
                  <a:pt x="759339" y="1102972"/>
                </a:lnTo>
                <a:lnTo>
                  <a:pt x="800459" y="1091995"/>
                </a:lnTo>
                <a:lnTo>
                  <a:pt x="844319" y="1083763"/>
                </a:lnTo>
                <a:lnTo>
                  <a:pt x="890920" y="1081018"/>
                </a:lnTo>
                <a:lnTo>
                  <a:pt x="932040" y="1078274"/>
                </a:lnTo>
                <a:close/>
                <a:moveTo>
                  <a:pt x="8785588" y="0"/>
                </a:moveTo>
                <a:lnTo>
                  <a:pt x="9354533" y="0"/>
                </a:lnTo>
                <a:lnTo>
                  <a:pt x="9354533" y="570519"/>
                </a:lnTo>
                <a:close/>
                <a:moveTo>
                  <a:pt x="6019529" y="0"/>
                </a:moveTo>
                <a:lnTo>
                  <a:pt x="8588708" y="0"/>
                </a:lnTo>
                <a:lnTo>
                  <a:pt x="9354533" y="768021"/>
                </a:lnTo>
                <a:lnTo>
                  <a:pt x="9354533" y="3347008"/>
                </a:lnTo>
                <a:close/>
                <a:moveTo>
                  <a:pt x="3248285" y="0"/>
                </a:moveTo>
                <a:lnTo>
                  <a:pt x="5819972" y="0"/>
                </a:lnTo>
                <a:lnTo>
                  <a:pt x="9354533" y="3545079"/>
                </a:lnTo>
                <a:lnTo>
                  <a:pt x="9354533" y="6127044"/>
                </a:lnTo>
                <a:close/>
                <a:moveTo>
                  <a:pt x="476872" y="0"/>
                </a:moveTo>
                <a:lnTo>
                  <a:pt x="3050781" y="0"/>
                </a:lnTo>
                <a:lnTo>
                  <a:pt x="9354533" y="6324693"/>
                </a:lnTo>
                <a:lnTo>
                  <a:pt x="9354533" y="6857999"/>
                </a:lnTo>
                <a:lnTo>
                  <a:pt x="7312522" y="6857999"/>
                </a:lnTo>
                <a:close/>
              </a:path>
            </a:pathLst>
          </a:custGeom>
          <a:gradFill flip="none" rotWithShape="1">
            <a:gsLst>
              <a:gs pos="19000">
                <a:schemeClr val="bg1">
                  <a:alpha val="0"/>
                </a:schemeClr>
              </a:gs>
              <a:gs pos="100000">
                <a:schemeClr val="accent2">
                  <a:alpha val="6000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1" name="Freeform: Shape 35">
            <a:extLst>
              <a:ext uri="{FF2B5EF4-FFF2-40B4-BE49-F238E27FC236}">
                <a16:creationId xmlns:a16="http://schemas.microsoft.com/office/drawing/2014/main" id="{E4F6941F-DF59-E920-1B2D-BDEF951A45FE}"/>
              </a:ext>
            </a:extLst>
          </p:cNvPr>
          <p:cNvSpPr/>
          <p:nvPr/>
        </p:nvSpPr>
        <p:spPr>
          <a:xfrm>
            <a:off x="9315925" y="5402263"/>
            <a:ext cx="2584231" cy="1222070"/>
          </a:xfrm>
          <a:custGeom>
            <a:avLst/>
            <a:gdLst>
              <a:gd name="connsiteX0" fmla="*/ 1525169 w 2440693"/>
              <a:gd name="connsiteY0" fmla="*/ 0 h 1149657"/>
              <a:gd name="connsiteX1" fmla="*/ 2412927 w 2440693"/>
              <a:gd name="connsiteY1" fmla="*/ 271173 h 1149657"/>
              <a:gd name="connsiteX2" fmla="*/ 2440693 w 2440693"/>
              <a:gd name="connsiteY2" fmla="*/ 291936 h 1149657"/>
              <a:gd name="connsiteX3" fmla="*/ 2440693 w 2440693"/>
              <a:gd name="connsiteY3" fmla="*/ 857571 h 1149657"/>
              <a:gd name="connsiteX4" fmla="*/ 2148607 w 2440693"/>
              <a:gd name="connsiteY4" fmla="*/ 1149657 h 1149657"/>
              <a:gd name="connsiteX5" fmla="*/ 0 w 2440693"/>
              <a:gd name="connsiteY5" fmla="*/ 1149657 h 1149657"/>
              <a:gd name="connsiteX6" fmla="*/ 8747 w 2440693"/>
              <a:gd name="connsiteY6" fmla="*/ 1115642 h 1149657"/>
              <a:gd name="connsiteX7" fmla="*/ 1525169 w 2440693"/>
              <a:gd name="connsiteY7" fmla="*/ 0 h 11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0693" h="1149657">
                <a:moveTo>
                  <a:pt x="1525169" y="0"/>
                </a:moveTo>
                <a:cubicBezTo>
                  <a:pt x="1854015" y="0"/>
                  <a:pt x="2159512" y="99969"/>
                  <a:pt x="2412927" y="271173"/>
                </a:cubicBezTo>
                <a:lnTo>
                  <a:pt x="2440693" y="291936"/>
                </a:lnTo>
                <a:lnTo>
                  <a:pt x="2440693" y="857571"/>
                </a:lnTo>
                <a:cubicBezTo>
                  <a:pt x="2440693" y="1018886"/>
                  <a:pt x="2309922" y="1149657"/>
                  <a:pt x="2148607" y="1149657"/>
                </a:cubicBezTo>
                <a:lnTo>
                  <a:pt x="0" y="1149657"/>
                </a:lnTo>
                <a:lnTo>
                  <a:pt x="8747" y="1115642"/>
                </a:lnTo>
                <a:cubicBezTo>
                  <a:pt x="209781" y="469295"/>
                  <a:pt x="812670" y="0"/>
                  <a:pt x="1525169"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36">
            <a:extLst>
              <a:ext uri="{FF2B5EF4-FFF2-40B4-BE49-F238E27FC236}">
                <a16:creationId xmlns:a16="http://schemas.microsoft.com/office/drawing/2014/main" id="{E91E717D-92BC-1685-4BAA-23CE7B29C26C}"/>
              </a:ext>
            </a:extLst>
          </p:cNvPr>
          <p:cNvSpPr/>
          <p:nvPr/>
        </p:nvSpPr>
        <p:spPr>
          <a:xfrm>
            <a:off x="89613" y="972872"/>
            <a:ext cx="1000694" cy="3175614"/>
          </a:xfrm>
          <a:custGeom>
            <a:avLst/>
            <a:gdLst>
              <a:gd name="connsiteX0" fmla="*/ 0 w 1000694"/>
              <a:gd name="connsiteY0" fmla="*/ 0 h 2948702"/>
              <a:gd name="connsiteX1" fmla="*/ 30934 w 1000694"/>
              <a:gd name="connsiteY1" fmla="*/ 11322 h 2948702"/>
              <a:gd name="connsiteX2" fmla="*/ 1000694 w 1000694"/>
              <a:gd name="connsiteY2" fmla="*/ 1474351 h 2948702"/>
              <a:gd name="connsiteX3" fmla="*/ 30934 w 1000694"/>
              <a:gd name="connsiteY3" fmla="*/ 2937380 h 2948702"/>
              <a:gd name="connsiteX4" fmla="*/ 0 w 1000694"/>
              <a:gd name="connsiteY4" fmla="*/ 2948702 h 294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694" h="2948702">
                <a:moveTo>
                  <a:pt x="0" y="0"/>
                </a:moveTo>
                <a:lnTo>
                  <a:pt x="30934" y="11322"/>
                </a:lnTo>
                <a:cubicBezTo>
                  <a:pt x="600821" y="252364"/>
                  <a:pt x="1000694" y="816660"/>
                  <a:pt x="1000694" y="1474351"/>
                </a:cubicBezTo>
                <a:cubicBezTo>
                  <a:pt x="1000694" y="2132043"/>
                  <a:pt x="600821" y="2696338"/>
                  <a:pt x="30934" y="2937380"/>
                </a:cubicBezTo>
                <a:lnTo>
                  <a:pt x="0" y="2948702"/>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文本框 18">
            <a:extLst>
              <a:ext uri="{FF2B5EF4-FFF2-40B4-BE49-F238E27FC236}">
                <a16:creationId xmlns:a16="http://schemas.microsoft.com/office/drawing/2014/main" id="{2E5DC500-98F0-3DB1-64E5-E0703E7DB5F7}"/>
              </a:ext>
            </a:extLst>
          </p:cNvPr>
          <p:cNvSpPr txBox="1"/>
          <p:nvPr/>
        </p:nvSpPr>
        <p:spPr>
          <a:xfrm>
            <a:off x="-417223" y="506118"/>
            <a:ext cx="6653026" cy="400110"/>
          </a:xfrm>
          <a:prstGeom prst="rect">
            <a:avLst/>
          </a:prstGeom>
          <a:noFill/>
        </p:spPr>
        <p:txBody>
          <a:bodyPr wrap="square" rtlCol="0">
            <a:spAutoFit/>
          </a:bodyPr>
          <a:lstStyle/>
          <a:p>
            <a:pPr algn="ctr"/>
            <a:r>
              <a:rPr lang="en-US" sz="2000">
                <a:solidFill>
                  <a:schemeClr val="bg1"/>
                </a:solidFill>
              </a:rPr>
              <a:t>Here’s a brief explanation of the flow: </a:t>
            </a:r>
            <a:endParaRPr lang="zh-CN" altLang="en-US" sz="2000">
              <a:solidFill>
                <a:schemeClr val="bg1"/>
              </a:solidFill>
              <a:latin typeface="+mj-lt"/>
              <a:cs typeface="OPPOSans M" panose="00020600040101010101" charset="-122"/>
            </a:endParaRPr>
          </a:p>
        </p:txBody>
      </p:sp>
      <p:sp>
        <p:nvSpPr>
          <p:cNvPr id="24" name="矩形 23">
            <a:extLst>
              <a:ext uri="{FF2B5EF4-FFF2-40B4-BE49-F238E27FC236}">
                <a16:creationId xmlns:a16="http://schemas.microsoft.com/office/drawing/2014/main" id="{381F2E55-B8C2-73E5-CDB6-AFA9819FEAD9}"/>
              </a:ext>
            </a:extLst>
          </p:cNvPr>
          <p:cNvSpPr/>
          <p:nvPr/>
        </p:nvSpPr>
        <p:spPr>
          <a:xfrm>
            <a:off x="5248275" y="1776058"/>
            <a:ext cx="1695450" cy="92371"/>
          </a:xfrm>
          <a:prstGeom prst="rect">
            <a:avLst/>
          </a:prstGeom>
          <a:gradFill>
            <a:gsLst>
              <a:gs pos="0">
                <a:schemeClr val="accent2"/>
              </a:gs>
              <a:gs pos="100000">
                <a:schemeClr val="accent1">
                  <a:lumMod val="60000"/>
                  <a:lumOff val="4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chemeClr val="accent1"/>
                  </a:gs>
                  <a:gs pos="100000">
                    <a:schemeClr val="accent2"/>
                  </a:gs>
                </a:gsLst>
                <a:lin ang="0" scaled="0"/>
              </a:gradFill>
              <a:cs typeface="OPPOSans M" panose="00020600040101010101" charset="-122"/>
            </a:endParaRPr>
          </a:p>
        </p:txBody>
      </p:sp>
      <p:sp>
        <p:nvSpPr>
          <p:cNvPr id="13" name="TextBox 12">
            <a:extLst>
              <a:ext uri="{FF2B5EF4-FFF2-40B4-BE49-F238E27FC236}">
                <a16:creationId xmlns:a16="http://schemas.microsoft.com/office/drawing/2014/main" id="{B14BE5D1-CE97-B512-6479-5D57D4E504D6}"/>
              </a:ext>
            </a:extLst>
          </p:cNvPr>
          <p:cNvSpPr txBox="1"/>
          <p:nvPr/>
        </p:nvSpPr>
        <p:spPr>
          <a:xfrm>
            <a:off x="747953" y="1467641"/>
            <a:ext cx="10599174" cy="2554545"/>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bg1"/>
                </a:solidFill>
              </a:rPr>
              <a:t>illustrates the high-level architecture of the proposed system. The pipeline begins at the user-facing interface, which orchestrates screening sessions, invokes the gaze-tracking backend, and displays real-time overlays and final ASD risk summaries. The backend stack processes video frames to extract eye-region landmarks and compute gaze trajectories, which are then transformed into behavioral features. An ensemble of calibrated machine-learning models operates on these features to generate probabilistic risk scores, which are rendered as interpretable categories and detailed.</a:t>
            </a:r>
            <a:endParaRPr lang="en-IN" sz="2000" dirty="0">
              <a:solidFill>
                <a:schemeClr val="bg1"/>
              </a:solidFill>
            </a:endParaRPr>
          </a:p>
        </p:txBody>
      </p:sp>
    </p:spTree>
    <p:extLst>
      <p:ext uri="{BB962C8B-B14F-4D97-AF65-F5344CB8AC3E}">
        <p14:creationId xmlns:p14="http://schemas.microsoft.com/office/powerpoint/2010/main" val="729966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
            <a:extLst>
              <a:ext uri="{FF2B5EF4-FFF2-40B4-BE49-F238E27FC236}">
                <a16:creationId xmlns:a16="http://schemas.microsoft.com/office/drawing/2014/main" id="{CB181C9F-5724-FA1A-13D8-20F4996C8496}"/>
              </a:ext>
            </a:extLst>
          </p:cNvPr>
          <p:cNvSpPr txBox="1"/>
          <p:nvPr/>
        </p:nvSpPr>
        <p:spPr>
          <a:xfrm>
            <a:off x="640080" y="483530"/>
            <a:ext cx="5741669" cy="861774"/>
          </a:xfrm>
          <a:prstGeom prst="rect">
            <a:avLst/>
          </a:prstGeom>
          <a:noFill/>
          <a:ln>
            <a:noFill/>
          </a:ln>
        </p:spPr>
        <p:txBody>
          <a:bodyPr vert="horz" wrap="square" lIns="0" tIns="0" rIns="0" bIns="0" rtlCol="0" anchor="t">
            <a:spAutoFit/>
          </a:bodyPr>
          <a:lstStyle/>
          <a:p>
            <a:r>
              <a:rPr lang="en-US" altLang="zh-CN" sz="2800" dirty="0">
                <a:ln w="12700">
                  <a:noFill/>
                </a:ln>
                <a:solidFill>
                  <a:schemeClr val="accent1">
                    <a:lumMod val="60000"/>
                    <a:lumOff val="40000"/>
                  </a:schemeClr>
                </a:solidFill>
                <a:ea typeface="+mj-ea"/>
                <a:cs typeface="OPPOSans B"/>
              </a:rPr>
              <a:t>Development Tools and Technologies</a:t>
            </a:r>
          </a:p>
        </p:txBody>
      </p:sp>
      <p:sp>
        <p:nvSpPr>
          <p:cNvPr id="17" name="TextBox 15">
            <a:extLst>
              <a:ext uri="{FF2B5EF4-FFF2-40B4-BE49-F238E27FC236}">
                <a16:creationId xmlns:a16="http://schemas.microsoft.com/office/drawing/2014/main" id="{B897E9FB-E700-4EF3-1A87-23399AE2B763}"/>
              </a:ext>
            </a:extLst>
          </p:cNvPr>
          <p:cNvSpPr txBox="1"/>
          <p:nvPr/>
        </p:nvSpPr>
        <p:spPr>
          <a:xfrm flipH="1">
            <a:off x="526033" y="1604343"/>
            <a:ext cx="3824463" cy="1261884"/>
          </a:xfrm>
          <a:prstGeom prst="rect">
            <a:avLst/>
          </a:prstGeom>
          <a:noFill/>
        </p:spPr>
        <p:txBody>
          <a:bodyPr wrap="square" lIns="91440" tIns="45720" rIns="91440" bIns="45720" rtlCol="0" anchor="t">
            <a:spAutoFit/>
          </a:bodyPr>
          <a:lstStyle/>
          <a:p>
            <a:r>
              <a:rPr lang="en-US" altLang="zh-CN" sz="2200" b="1" dirty="0">
                <a:solidFill>
                  <a:schemeClr val="accent1">
                    <a:lumMod val="60000"/>
                    <a:lumOff val="40000"/>
                  </a:schemeClr>
                </a:solidFill>
                <a:latin typeface="Poppins Medium"/>
                <a:cs typeface="Poppins Medium"/>
              </a:rPr>
              <a:t>Frontend</a:t>
            </a:r>
            <a:r>
              <a:rPr lang="zh-CN" altLang="en-US" sz="2200" b="1" dirty="0">
                <a:solidFill>
                  <a:schemeClr val="accent1">
                    <a:lumMod val="60000"/>
                    <a:lumOff val="40000"/>
                  </a:schemeClr>
                </a:solidFill>
                <a:latin typeface="Poppins Medium"/>
                <a:cs typeface="Poppins Medium"/>
              </a:rPr>
              <a:t> </a:t>
            </a:r>
            <a:r>
              <a:rPr lang="en-US" altLang="zh-CN" sz="2200" b="1" dirty="0">
                <a:solidFill>
                  <a:schemeClr val="accent1">
                    <a:lumMod val="60000"/>
                    <a:lumOff val="40000"/>
                  </a:schemeClr>
                </a:solidFill>
                <a:latin typeface="Poppins Medium"/>
                <a:cs typeface="Poppins Medium"/>
              </a:rPr>
              <a:t>(User</a:t>
            </a:r>
            <a:r>
              <a:rPr lang="zh-CN" altLang="en-US" sz="2200" b="1" dirty="0">
                <a:solidFill>
                  <a:schemeClr val="accent1">
                    <a:lumMod val="60000"/>
                    <a:lumOff val="40000"/>
                  </a:schemeClr>
                </a:solidFill>
                <a:latin typeface="Poppins Medium"/>
                <a:cs typeface="Poppins Medium"/>
              </a:rPr>
              <a:t> </a:t>
            </a:r>
            <a:r>
              <a:rPr lang="en-US" altLang="zh-CN" sz="2200" b="1" dirty="0">
                <a:solidFill>
                  <a:schemeClr val="accent1">
                    <a:lumMod val="60000"/>
                    <a:lumOff val="40000"/>
                  </a:schemeClr>
                </a:solidFill>
                <a:latin typeface="Poppins Medium"/>
                <a:cs typeface="Poppins Medium"/>
              </a:rPr>
              <a:t>Interface)</a:t>
            </a:r>
          </a:p>
          <a:p>
            <a:endParaRPr lang="en-US" altLang="zh-CN" b="1" dirty="0">
              <a:solidFill>
                <a:schemeClr val="accent1">
                  <a:lumMod val="60000"/>
                  <a:lumOff val="40000"/>
                </a:schemeClr>
              </a:solidFill>
              <a:latin typeface="Poppins Medium"/>
              <a:cs typeface="Poppins Medium"/>
            </a:endParaRPr>
          </a:p>
          <a:p>
            <a:r>
              <a:rPr lang="en-US" dirty="0"/>
              <a:t>Technology stack: React.js, HTML, CSS, JavaScript.</a:t>
            </a:r>
            <a:endParaRPr lang="en-US" b="1" dirty="0">
              <a:solidFill>
                <a:schemeClr val="accent1">
                  <a:lumMod val="60000"/>
                  <a:lumOff val="40000"/>
                </a:schemeClr>
              </a:solidFill>
              <a:latin typeface="Poppins Medium"/>
              <a:cs typeface="Poppins Medium"/>
            </a:endParaRPr>
          </a:p>
        </p:txBody>
      </p:sp>
      <p:sp>
        <p:nvSpPr>
          <p:cNvPr id="23" name="Google Shape;88;p30">
            <a:extLst>
              <a:ext uri="{FF2B5EF4-FFF2-40B4-BE49-F238E27FC236}">
                <a16:creationId xmlns:a16="http://schemas.microsoft.com/office/drawing/2014/main" id="{75641622-0C77-88CC-3FD6-E2C059564275}"/>
              </a:ext>
            </a:extLst>
          </p:cNvPr>
          <p:cNvSpPr txBox="1"/>
          <p:nvPr/>
        </p:nvSpPr>
        <p:spPr>
          <a:xfrm flipH="1">
            <a:off x="470004" y="4399143"/>
            <a:ext cx="4630598" cy="646290"/>
          </a:xfrm>
          <a:prstGeom prst="rect">
            <a:avLst/>
          </a:prstGeom>
          <a:noFill/>
          <a:ln>
            <a:noFill/>
          </a:ln>
        </p:spPr>
        <p:txBody>
          <a:bodyPr spcFirstLastPara="1" wrap="square" lIns="91425" tIns="45700" rIns="91425" bIns="45700" anchor="t" anchorCtr="0">
            <a:spAutoFit/>
          </a:bodyPr>
          <a:lstStyle/>
          <a:p>
            <a:r>
              <a:rPr lang="en-IN" dirty="0"/>
              <a:t>Technology stack: Python, FastAPI/Flask, MediaPipe, OpenCV.</a:t>
            </a:r>
            <a:endParaRPr lang="en-US" dirty="0"/>
          </a:p>
        </p:txBody>
      </p:sp>
      <p:sp>
        <p:nvSpPr>
          <p:cNvPr id="24" name="TextBox 19">
            <a:extLst>
              <a:ext uri="{FF2B5EF4-FFF2-40B4-BE49-F238E27FC236}">
                <a16:creationId xmlns:a16="http://schemas.microsoft.com/office/drawing/2014/main" id="{E6698013-4D69-E6C9-EFFD-9D10425BCE34}"/>
              </a:ext>
            </a:extLst>
          </p:cNvPr>
          <p:cNvSpPr txBox="1"/>
          <p:nvPr/>
        </p:nvSpPr>
        <p:spPr>
          <a:xfrm flipH="1">
            <a:off x="526033" y="3776330"/>
            <a:ext cx="2783063" cy="430887"/>
          </a:xfrm>
          <a:prstGeom prst="rect">
            <a:avLst/>
          </a:prstGeom>
          <a:noFill/>
        </p:spPr>
        <p:txBody>
          <a:bodyPr wrap="square" lIns="91440" tIns="45720" rIns="91440" bIns="45720" rtlCol="0" anchor="t">
            <a:spAutoFit/>
          </a:bodyPr>
          <a:lstStyle/>
          <a:p>
            <a:r>
              <a:rPr lang="en-GB" sz="2200" dirty="0">
                <a:solidFill>
                  <a:schemeClr val="accent1">
                    <a:lumMod val="60000"/>
                    <a:lumOff val="40000"/>
                  </a:schemeClr>
                </a:solidFill>
                <a:latin typeface="+mj-lt"/>
                <a:ea typeface="Noto Sans Medium" panose="020B0502040504020204" pitchFamily="34" charset="0"/>
                <a:cs typeface="Poppins Regular"/>
              </a:rPr>
              <a:t>Backend</a:t>
            </a:r>
          </a:p>
        </p:txBody>
      </p:sp>
      <p:sp>
        <p:nvSpPr>
          <p:cNvPr id="2" name="TextBox 1">
            <a:extLst>
              <a:ext uri="{FF2B5EF4-FFF2-40B4-BE49-F238E27FC236}">
                <a16:creationId xmlns:a16="http://schemas.microsoft.com/office/drawing/2014/main" id="{12AE5985-2B2A-787E-8AAC-29C913840FFF}"/>
              </a:ext>
            </a:extLst>
          </p:cNvPr>
          <p:cNvSpPr txBox="1"/>
          <p:nvPr/>
        </p:nvSpPr>
        <p:spPr>
          <a:xfrm>
            <a:off x="5856514" y="1345304"/>
            <a:ext cx="5695406" cy="4247317"/>
          </a:xfrm>
          <a:prstGeom prst="rect">
            <a:avLst/>
          </a:prstGeom>
          <a:noFill/>
        </p:spPr>
        <p:txBody>
          <a:bodyPr wrap="square" rtlCol="0">
            <a:spAutoFit/>
          </a:bodyPr>
          <a:lstStyle/>
          <a:p>
            <a:r>
              <a:rPr lang="en-IN" u="sng" dirty="0"/>
              <a:t>Infrastructure, Data, and Auditing Layer: </a:t>
            </a:r>
            <a:r>
              <a:rPr lang="en-IN" dirty="0"/>
              <a:t>Local/Cloud encrypted storage, Session metadata, features, predictions, Complete audit logs for reproducibility. </a:t>
            </a:r>
          </a:p>
          <a:p>
            <a:endParaRPr lang="en-IN" dirty="0"/>
          </a:p>
          <a:p>
            <a:r>
              <a:rPr lang="en-IN" u="sng" dirty="0"/>
              <a:t>Machine Learning and Behavioural Analysis: </a:t>
            </a:r>
            <a:r>
              <a:rPr lang="en-IN" dirty="0"/>
              <a:t>Layer Ensemble classifier (RF, XGB, SVM, LGBM, Calibration (Platt scaling / isotonic), Behavioural discriminant analysis, Metrics: Accuracy, F1, AUC, Brier score. </a:t>
            </a:r>
          </a:p>
          <a:p>
            <a:endParaRPr lang="en-IN" u="sng" dirty="0"/>
          </a:p>
          <a:p>
            <a:r>
              <a:rPr lang="en-IN" u="sng" dirty="0"/>
              <a:t>Security and Privacy Layer: </a:t>
            </a:r>
            <a:r>
              <a:rPr lang="en-IN" dirty="0"/>
              <a:t>No raw video stored by default, Role-based access, Encryption of metrics and reports, Alignment with child data privacy requirements.</a:t>
            </a:r>
          </a:p>
        </p:txBody>
      </p:sp>
      <p:sp>
        <p:nvSpPr>
          <p:cNvPr id="3" name="TextBox 2">
            <a:extLst>
              <a:ext uri="{FF2B5EF4-FFF2-40B4-BE49-F238E27FC236}">
                <a16:creationId xmlns:a16="http://schemas.microsoft.com/office/drawing/2014/main" id="{C7DF493D-BA48-DBBF-7809-70DEC07D5767}"/>
              </a:ext>
            </a:extLst>
          </p:cNvPr>
          <p:cNvSpPr txBox="1"/>
          <p:nvPr/>
        </p:nvSpPr>
        <p:spPr>
          <a:xfrm>
            <a:off x="5780313" y="914417"/>
            <a:ext cx="3712029" cy="430887"/>
          </a:xfrm>
          <a:prstGeom prst="rect">
            <a:avLst/>
          </a:prstGeom>
          <a:noFill/>
        </p:spPr>
        <p:txBody>
          <a:bodyPr wrap="square" rtlCol="0">
            <a:spAutoFit/>
          </a:bodyPr>
          <a:lstStyle/>
          <a:p>
            <a:r>
              <a:rPr lang="en-US" sz="2200" dirty="0">
                <a:solidFill>
                  <a:schemeClr val="accent1">
                    <a:lumMod val="60000"/>
                    <a:lumOff val="40000"/>
                  </a:schemeClr>
                </a:solidFill>
              </a:rPr>
              <a:t>Technologies</a:t>
            </a:r>
            <a:endParaRPr lang="en-IN" sz="2200" dirty="0">
              <a:solidFill>
                <a:schemeClr val="accent1">
                  <a:lumMod val="60000"/>
                  <a:lumOff val="40000"/>
                </a:schemeClr>
              </a:solidFill>
            </a:endParaRPr>
          </a:p>
        </p:txBody>
      </p:sp>
    </p:spTree>
    <p:extLst>
      <p:ext uri="{BB962C8B-B14F-4D97-AF65-F5344CB8AC3E}">
        <p14:creationId xmlns:p14="http://schemas.microsoft.com/office/powerpoint/2010/main" val="537130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63000">
              <a:schemeClr val="accent3">
                <a:lumMod val="50000"/>
                <a:lumOff val="50000"/>
              </a:schemeClr>
            </a:gs>
            <a:gs pos="0">
              <a:schemeClr val="accent1">
                <a:lumMod val="60000"/>
                <a:lumOff val="40000"/>
              </a:schemeClr>
            </a:gs>
            <a:gs pos="100000">
              <a:schemeClr val="accent1">
                <a:lumMod val="30000"/>
                <a:lumOff val="70000"/>
              </a:schemeClr>
            </a:gs>
          </a:gsLst>
          <a:lin ang="3600000" scaled="0"/>
        </a:gradFill>
        <a:effectLst/>
      </p:bgPr>
    </p:bg>
    <p:spTree>
      <p:nvGrpSpPr>
        <p:cNvPr id="1" name="">
          <a:extLst>
            <a:ext uri="{FF2B5EF4-FFF2-40B4-BE49-F238E27FC236}">
              <a16:creationId xmlns:a16="http://schemas.microsoft.com/office/drawing/2014/main" id="{74C6F99A-7623-A0F0-5A10-CE3F6F0BBD99}"/>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724A43F9-B2D0-09F5-7B48-39E66E50C2E4}"/>
              </a:ext>
            </a:extLst>
          </p:cNvPr>
          <p:cNvSpPr/>
          <p:nvPr/>
        </p:nvSpPr>
        <p:spPr>
          <a:xfrm>
            <a:off x="1" y="1043307"/>
            <a:ext cx="1119335" cy="3034744"/>
          </a:xfrm>
          <a:custGeom>
            <a:avLst/>
            <a:gdLst>
              <a:gd name="connsiteX0" fmla="*/ 0 w 1119335"/>
              <a:gd name="connsiteY0" fmla="*/ 0 h 3034744"/>
              <a:gd name="connsiteX1" fmla="*/ 3693 w 1119335"/>
              <a:gd name="connsiteY1" fmla="*/ 950 h 3034744"/>
              <a:gd name="connsiteX2" fmla="*/ 1119335 w 1119335"/>
              <a:gd name="connsiteY2" fmla="*/ 1517372 h 3034744"/>
              <a:gd name="connsiteX3" fmla="*/ 3693 w 1119335"/>
              <a:gd name="connsiteY3" fmla="*/ 3033795 h 3034744"/>
              <a:gd name="connsiteX4" fmla="*/ 0 w 1119335"/>
              <a:gd name="connsiteY4" fmla="*/ 3034744 h 3034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35" h="3034744">
                <a:moveTo>
                  <a:pt x="0" y="0"/>
                </a:moveTo>
                <a:lnTo>
                  <a:pt x="3693" y="950"/>
                </a:lnTo>
                <a:cubicBezTo>
                  <a:pt x="650040" y="201984"/>
                  <a:pt x="1119335" y="804873"/>
                  <a:pt x="1119335" y="1517372"/>
                </a:cubicBezTo>
                <a:cubicBezTo>
                  <a:pt x="1119335" y="2229871"/>
                  <a:pt x="650040" y="2832760"/>
                  <a:pt x="3693" y="3033795"/>
                </a:cubicBezTo>
                <a:lnTo>
                  <a:pt x="0" y="3034744"/>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任意多边形: 形状 2">
            <a:extLst>
              <a:ext uri="{FF2B5EF4-FFF2-40B4-BE49-F238E27FC236}">
                <a16:creationId xmlns:a16="http://schemas.microsoft.com/office/drawing/2014/main" id="{8C9EF4AD-7526-E918-8C38-5FB8B0854472}"/>
              </a:ext>
            </a:extLst>
          </p:cNvPr>
          <p:cNvSpPr/>
          <p:nvPr/>
        </p:nvSpPr>
        <p:spPr>
          <a:xfrm>
            <a:off x="9324824" y="5498794"/>
            <a:ext cx="2867177" cy="1359207"/>
          </a:xfrm>
          <a:custGeom>
            <a:avLst/>
            <a:gdLst>
              <a:gd name="connsiteX0" fmla="*/ 1569498 w 2867177"/>
              <a:gd name="connsiteY0" fmla="*/ 0 h 1359207"/>
              <a:gd name="connsiteX1" fmla="*/ 2794727 w 2867177"/>
              <a:gd name="connsiteY1" fmla="*/ 577814 h 1359207"/>
              <a:gd name="connsiteX2" fmla="*/ 2867177 w 2867177"/>
              <a:gd name="connsiteY2" fmla="*/ 674700 h 1359207"/>
              <a:gd name="connsiteX3" fmla="*/ 2867177 w 2867177"/>
              <a:gd name="connsiteY3" fmla="*/ 1359207 h 1359207"/>
              <a:gd name="connsiteX4" fmla="*/ 0 w 2867177"/>
              <a:gd name="connsiteY4" fmla="*/ 1359207 h 1359207"/>
              <a:gd name="connsiteX5" fmla="*/ 13950 w 2867177"/>
              <a:gd name="connsiteY5" fmla="*/ 1267809 h 1359207"/>
              <a:gd name="connsiteX6" fmla="*/ 1569498 w 2867177"/>
              <a:gd name="connsiteY6" fmla="*/ 0 h 135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177" h="1359207">
                <a:moveTo>
                  <a:pt x="1569498" y="0"/>
                </a:moveTo>
                <a:cubicBezTo>
                  <a:pt x="2062767" y="0"/>
                  <a:pt x="2503500" y="224929"/>
                  <a:pt x="2794727" y="577814"/>
                </a:cubicBezTo>
                <a:lnTo>
                  <a:pt x="2867177" y="674700"/>
                </a:lnTo>
                <a:lnTo>
                  <a:pt x="2867177" y="1359207"/>
                </a:lnTo>
                <a:lnTo>
                  <a:pt x="0" y="1359207"/>
                </a:lnTo>
                <a:lnTo>
                  <a:pt x="13950" y="1267809"/>
                </a:lnTo>
                <a:cubicBezTo>
                  <a:pt x="162007" y="544272"/>
                  <a:pt x="802191" y="0"/>
                  <a:pt x="1569498"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 name="Group 32">
            <a:extLst>
              <a:ext uri="{FF2B5EF4-FFF2-40B4-BE49-F238E27FC236}">
                <a16:creationId xmlns:a16="http://schemas.microsoft.com/office/drawing/2014/main" id="{EA280596-B2F5-7EEC-C25A-196AB2ECC9C9}"/>
              </a:ext>
            </a:extLst>
          </p:cNvPr>
          <p:cNvGrpSpPr/>
          <p:nvPr/>
        </p:nvGrpSpPr>
        <p:grpSpPr>
          <a:xfrm>
            <a:off x="8941188" y="1510690"/>
            <a:ext cx="2064994" cy="2064994"/>
            <a:chOff x="10640582" y="1220864"/>
            <a:chExt cx="2064994" cy="2064994"/>
          </a:xfrm>
        </p:grpSpPr>
        <p:sp>
          <p:nvSpPr>
            <p:cNvPr id="5" name="Circle: Hollow 38">
              <a:extLst>
                <a:ext uri="{FF2B5EF4-FFF2-40B4-BE49-F238E27FC236}">
                  <a16:creationId xmlns:a16="http://schemas.microsoft.com/office/drawing/2014/main" id="{18E9F468-838D-1F19-6D1A-B9E44E386A41}"/>
                </a:ext>
              </a:extLst>
            </p:cNvPr>
            <p:cNvSpPr/>
            <p:nvPr/>
          </p:nvSpPr>
          <p:spPr>
            <a:xfrm rot="20700000">
              <a:off x="10640582" y="1220864"/>
              <a:ext cx="2064994" cy="2064994"/>
            </a:xfrm>
            <a:prstGeom prst="donut">
              <a:avLst>
                <a:gd name="adj" fmla="val 37753"/>
              </a:avLst>
            </a:prstGeom>
            <a:gradFill>
              <a:gsLst>
                <a:gs pos="100000">
                  <a:schemeClr val="accent6"/>
                </a:gs>
                <a:gs pos="60000">
                  <a:schemeClr val="accent5"/>
                </a:gs>
                <a:gs pos="5000">
                  <a:schemeClr val="accent4"/>
                </a:gs>
              </a:gsLst>
              <a:path path="circle">
                <a:fillToRect l="100000" t="100000"/>
              </a:path>
            </a:gradFill>
            <a:ln>
              <a:noFill/>
            </a:ln>
            <a:effectLst>
              <a:outerShdw blurRad="774700" dist="546100" dir="2700000" algn="tl" rotWithShape="0">
                <a:prstClr val="black">
                  <a:alpha val="40000"/>
                </a:prstClr>
              </a:outerShdw>
              <a:softEdge rad="698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ircle: Hollow 39">
              <a:extLst>
                <a:ext uri="{FF2B5EF4-FFF2-40B4-BE49-F238E27FC236}">
                  <a16:creationId xmlns:a16="http://schemas.microsoft.com/office/drawing/2014/main" id="{5F6F63EB-8901-629E-8F53-E23630C67A46}"/>
                </a:ext>
              </a:extLst>
            </p:cNvPr>
            <p:cNvSpPr/>
            <p:nvPr/>
          </p:nvSpPr>
          <p:spPr>
            <a:xfrm rot="20700000">
              <a:off x="10864033" y="1444315"/>
              <a:ext cx="1618092" cy="1618092"/>
            </a:xfrm>
            <a:prstGeom prst="donut">
              <a:avLst/>
            </a:prstGeom>
            <a:solidFill>
              <a:schemeClr val="bg1"/>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ircle: Hollow 40">
              <a:extLst>
                <a:ext uri="{FF2B5EF4-FFF2-40B4-BE49-F238E27FC236}">
                  <a16:creationId xmlns:a16="http://schemas.microsoft.com/office/drawing/2014/main" id="{7BC35BF3-7E1A-02CE-4297-FD1C68FD6EC4}"/>
                </a:ext>
              </a:extLst>
            </p:cNvPr>
            <p:cNvSpPr/>
            <p:nvPr/>
          </p:nvSpPr>
          <p:spPr>
            <a:xfrm rot="20700000">
              <a:off x="10864033" y="1444315"/>
              <a:ext cx="1618092" cy="1618092"/>
            </a:xfrm>
            <a:prstGeom prst="donut">
              <a:avLst/>
            </a:prstGeom>
            <a:gradFill>
              <a:gsLst>
                <a:gs pos="100000">
                  <a:schemeClr val="accent6"/>
                </a:gs>
                <a:gs pos="60000">
                  <a:schemeClr val="accent5"/>
                </a:gs>
                <a:gs pos="5000">
                  <a:schemeClr val="accent4"/>
                </a:gs>
              </a:gsLst>
              <a:path path="circle">
                <a:fillToRect l="100000" t="100000"/>
              </a:path>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8" name="Rectangle: Rounded Corners 31">
            <a:extLst>
              <a:ext uri="{FF2B5EF4-FFF2-40B4-BE49-F238E27FC236}">
                <a16:creationId xmlns:a16="http://schemas.microsoft.com/office/drawing/2014/main" id="{6F5FD9D5-F8B4-8E42-0D1D-02CD7CA7744D}"/>
              </a:ext>
            </a:extLst>
          </p:cNvPr>
          <p:cNvSpPr/>
          <p:nvPr/>
        </p:nvSpPr>
        <p:spPr>
          <a:xfrm>
            <a:off x="193780" y="361759"/>
            <a:ext cx="11707521" cy="6229541"/>
          </a:xfrm>
          <a:prstGeom prst="roundRect">
            <a:avLst>
              <a:gd name="adj" fmla="val 4883"/>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任意多边形: 形状 8">
            <a:extLst>
              <a:ext uri="{FF2B5EF4-FFF2-40B4-BE49-F238E27FC236}">
                <a16:creationId xmlns:a16="http://schemas.microsoft.com/office/drawing/2014/main" id="{C9F5DEAA-582B-2AA9-B1DB-BF93356545E2}"/>
              </a:ext>
            </a:extLst>
          </p:cNvPr>
          <p:cNvSpPr/>
          <p:nvPr/>
        </p:nvSpPr>
        <p:spPr>
          <a:xfrm>
            <a:off x="2837466" y="0"/>
            <a:ext cx="9354533" cy="6857999"/>
          </a:xfrm>
          <a:custGeom>
            <a:avLst/>
            <a:gdLst>
              <a:gd name="connsiteX0" fmla="*/ 811424 w 9354533"/>
              <a:gd name="connsiteY0" fmla="*/ 6511811 h 6857999"/>
              <a:gd name="connsiteX1" fmla="*/ 855285 w 9354533"/>
              <a:gd name="connsiteY1" fmla="*/ 6511811 h 6857999"/>
              <a:gd name="connsiteX2" fmla="*/ 899145 w 9354533"/>
              <a:gd name="connsiteY2" fmla="*/ 6511811 h 6857999"/>
              <a:gd name="connsiteX3" fmla="*/ 940265 w 9354533"/>
              <a:gd name="connsiteY3" fmla="*/ 6514555 h 6857999"/>
              <a:gd name="connsiteX4" fmla="*/ 986866 w 9354533"/>
              <a:gd name="connsiteY4" fmla="*/ 6522788 h 6857999"/>
              <a:gd name="connsiteX5" fmla="*/ 1030726 w 9354533"/>
              <a:gd name="connsiteY5" fmla="*/ 6531020 h 6857999"/>
              <a:gd name="connsiteX6" fmla="*/ 1071846 w 9354533"/>
              <a:gd name="connsiteY6" fmla="*/ 6539252 h 6857999"/>
              <a:gd name="connsiteX7" fmla="*/ 1112965 w 9354533"/>
              <a:gd name="connsiteY7" fmla="*/ 6550230 h 6857999"/>
              <a:gd name="connsiteX8" fmla="*/ 1156826 w 9354533"/>
              <a:gd name="connsiteY8" fmla="*/ 6563951 h 6857999"/>
              <a:gd name="connsiteX9" fmla="*/ 1197945 w 9354533"/>
              <a:gd name="connsiteY9" fmla="*/ 6577672 h 6857999"/>
              <a:gd name="connsiteX10" fmla="*/ 1239064 w 9354533"/>
              <a:gd name="connsiteY10" fmla="*/ 6596881 h 6857999"/>
              <a:gd name="connsiteX11" fmla="*/ 1277443 w 9354533"/>
              <a:gd name="connsiteY11" fmla="*/ 6616091 h 6857999"/>
              <a:gd name="connsiteX12" fmla="*/ 1318562 w 9354533"/>
              <a:gd name="connsiteY12" fmla="*/ 6638044 h 6857999"/>
              <a:gd name="connsiteX13" fmla="*/ 1356942 w 9354533"/>
              <a:gd name="connsiteY13" fmla="*/ 6662741 h 6857999"/>
              <a:gd name="connsiteX14" fmla="*/ 1392576 w 9354533"/>
              <a:gd name="connsiteY14" fmla="*/ 6687440 h 6857999"/>
              <a:gd name="connsiteX15" fmla="*/ 1430955 w 9354533"/>
              <a:gd name="connsiteY15" fmla="*/ 6717627 h 6857999"/>
              <a:gd name="connsiteX16" fmla="*/ 1463850 w 9354533"/>
              <a:gd name="connsiteY16" fmla="*/ 6745068 h 6857999"/>
              <a:gd name="connsiteX17" fmla="*/ 1499488 w 9354533"/>
              <a:gd name="connsiteY17" fmla="*/ 6780744 h 6857999"/>
              <a:gd name="connsiteX18" fmla="*/ 1576429 w 9354533"/>
              <a:gd name="connsiteY18" fmla="*/ 6857999 h 6857999"/>
              <a:gd name="connsiteX19" fmla="*/ 141549 w 9354533"/>
              <a:gd name="connsiteY19" fmla="*/ 6857999 h 6857999"/>
              <a:gd name="connsiteX20" fmla="*/ 148030 w 9354533"/>
              <a:gd name="connsiteY20" fmla="*/ 6849348 h 6857999"/>
              <a:gd name="connsiteX21" fmla="*/ 180926 w 9354533"/>
              <a:gd name="connsiteY21" fmla="*/ 6810929 h 6857999"/>
              <a:gd name="connsiteX22" fmla="*/ 211081 w 9354533"/>
              <a:gd name="connsiteY22" fmla="*/ 6780744 h 6857999"/>
              <a:gd name="connsiteX23" fmla="*/ 246717 w 9354533"/>
              <a:gd name="connsiteY23" fmla="*/ 6745068 h 6857999"/>
              <a:gd name="connsiteX24" fmla="*/ 279611 w 9354533"/>
              <a:gd name="connsiteY24" fmla="*/ 6717627 h 6857999"/>
              <a:gd name="connsiteX25" fmla="*/ 317990 w 9354533"/>
              <a:gd name="connsiteY25" fmla="*/ 6687440 h 6857999"/>
              <a:gd name="connsiteX26" fmla="*/ 353629 w 9354533"/>
              <a:gd name="connsiteY26" fmla="*/ 6662741 h 6857999"/>
              <a:gd name="connsiteX27" fmla="*/ 392005 w 9354533"/>
              <a:gd name="connsiteY27" fmla="*/ 6638044 h 6857999"/>
              <a:gd name="connsiteX28" fmla="*/ 433124 w 9354533"/>
              <a:gd name="connsiteY28" fmla="*/ 6616091 h 6857999"/>
              <a:gd name="connsiteX29" fmla="*/ 471503 w 9354533"/>
              <a:gd name="connsiteY29" fmla="*/ 6596881 h 6857999"/>
              <a:gd name="connsiteX30" fmla="*/ 512622 w 9354533"/>
              <a:gd name="connsiteY30" fmla="*/ 6577672 h 6857999"/>
              <a:gd name="connsiteX31" fmla="*/ 553742 w 9354533"/>
              <a:gd name="connsiteY31" fmla="*/ 6563951 h 6857999"/>
              <a:gd name="connsiteX32" fmla="*/ 594861 w 9354533"/>
              <a:gd name="connsiteY32" fmla="*/ 6550230 h 6857999"/>
              <a:gd name="connsiteX33" fmla="*/ 638721 w 9354533"/>
              <a:gd name="connsiteY33" fmla="*/ 6539252 h 6857999"/>
              <a:gd name="connsiteX34" fmla="*/ 679841 w 9354533"/>
              <a:gd name="connsiteY34" fmla="*/ 6531020 h 6857999"/>
              <a:gd name="connsiteX35" fmla="*/ 723702 w 9354533"/>
              <a:gd name="connsiteY35" fmla="*/ 6522788 h 6857999"/>
              <a:gd name="connsiteX36" fmla="*/ 767562 w 9354533"/>
              <a:gd name="connsiteY36" fmla="*/ 6514555 h 6857999"/>
              <a:gd name="connsiteX37" fmla="*/ 863507 w 9354533"/>
              <a:gd name="connsiteY37" fmla="*/ 3786810 h 6857999"/>
              <a:gd name="connsiteX38" fmla="*/ 907368 w 9354533"/>
              <a:gd name="connsiteY38" fmla="*/ 3786810 h 6857999"/>
              <a:gd name="connsiteX39" fmla="*/ 948487 w 9354533"/>
              <a:gd name="connsiteY39" fmla="*/ 3786810 h 6857999"/>
              <a:gd name="connsiteX40" fmla="*/ 992347 w 9354533"/>
              <a:gd name="connsiteY40" fmla="*/ 3792299 h 6857999"/>
              <a:gd name="connsiteX41" fmla="*/ 1038951 w 9354533"/>
              <a:gd name="connsiteY41" fmla="*/ 3795043 h 6857999"/>
              <a:gd name="connsiteX42" fmla="*/ 1080070 w 9354533"/>
              <a:gd name="connsiteY42" fmla="*/ 3803275 h 6857999"/>
              <a:gd name="connsiteX43" fmla="*/ 1123931 w 9354533"/>
              <a:gd name="connsiteY43" fmla="*/ 3811507 h 6857999"/>
              <a:gd name="connsiteX44" fmla="*/ 1167791 w 9354533"/>
              <a:gd name="connsiteY44" fmla="*/ 3822484 h 6857999"/>
              <a:gd name="connsiteX45" fmla="*/ 1206170 w 9354533"/>
              <a:gd name="connsiteY45" fmla="*/ 3836206 h 6857999"/>
              <a:gd name="connsiteX46" fmla="*/ 1250030 w 9354533"/>
              <a:gd name="connsiteY46" fmla="*/ 3852671 h 6857999"/>
              <a:gd name="connsiteX47" fmla="*/ 1291149 w 9354533"/>
              <a:gd name="connsiteY47" fmla="*/ 3869136 h 6857999"/>
              <a:gd name="connsiteX48" fmla="*/ 1329528 w 9354533"/>
              <a:gd name="connsiteY48" fmla="*/ 3888346 h 6857999"/>
              <a:gd name="connsiteX49" fmla="*/ 1370648 w 9354533"/>
              <a:gd name="connsiteY49" fmla="*/ 3913043 h 6857999"/>
              <a:gd name="connsiteX50" fmla="*/ 1406283 w 9354533"/>
              <a:gd name="connsiteY50" fmla="*/ 3934997 h 6857999"/>
              <a:gd name="connsiteX51" fmla="*/ 1444661 w 9354533"/>
              <a:gd name="connsiteY51" fmla="*/ 3959695 h 6857999"/>
              <a:gd name="connsiteX52" fmla="*/ 1483041 w 9354533"/>
              <a:gd name="connsiteY52" fmla="*/ 3989881 h 6857999"/>
              <a:gd name="connsiteX53" fmla="*/ 1515936 w 9354533"/>
              <a:gd name="connsiteY53" fmla="*/ 4020067 h 6857999"/>
              <a:gd name="connsiteX54" fmla="*/ 1551573 w 9354533"/>
              <a:gd name="connsiteY54" fmla="*/ 4052999 h 6857999"/>
              <a:gd name="connsiteX55" fmla="*/ 4345134 w 9354533"/>
              <a:gd name="connsiteY55" fmla="*/ 6857999 h 6857999"/>
              <a:gd name="connsiteX56" fmla="*/ 1774225 w 9354533"/>
              <a:gd name="connsiteY56" fmla="*/ 6857999 h 6857999"/>
              <a:gd name="connsiteX57" fmla="*/ 263165 w 9354533"/>
              <a:gd name="connsiteY57" fmla="*/ 5342778 h 6857999"/>
              <a:gd name="connsiteX58" fmla="*/ 230270 w 9354533"/>
              <a:gd name="connsiteY58" fmla="*/ 5307103 h 6857999"/>
              <a:gd name="connsiteX59" fmla="*/ 202857 w 9354533"/>
              <a:gd name="connsiteY59" fmla="*/ 5274172 h 6857999"/>
              <a:gd name="connsiteX60" fmla="*/ 175444 w 9354533"/>
              <a:gd name="connsiteY60" fmla="*/ 5238497 h 6857999"/>
              <a:gd name="connsiteX61" fmla="*/ 148030 w 9354533"/>
              <a:gd name="connsiteY61" fmla="*/ 5200079 h 6857999"/>
              <a:gd name="connsiteX62" fmla="*/ 123358 w 9354533"/>
              <a:gd name="connsiteY62" fmla="*/ 5161661 h 6857999"/>
              <a:gd name="connsiteX63" fmla="*/ 104171 w 9354533"/>
              <a:gd name="connsiteY63" fmla="*/ 5123241 h 6857999"/>
              <a:gd name="connsiteX64" fmla="*/ 82239 w 9354533"/>
              <a:gd name="connsiteY64" fmla="*/ 5082077 h 6857999"/>
              <a:gd name="connsiteX65" fmla="*/ 65792 w 9354533"/>
              <a:gd name="connsiteY65" fmla="*/ 5040914 h 6857999"/>
              <a:gd name="connsiteX66" fmla="*/ 49345 w 9354533"/>
              <a:gd name="connsiteY66" fmla="*/ 4999752 h 6857999"/>
              <a:gd name="connsiteX67" fmla="*/ 35638 w 9354533"/>
              <a:gd name="connsiteY67" fmla="*/ 4955844 h 6857999"/>
              <a:gd name="connsiteX68" fmla="*/ 24672 w 9354533"/>
              <a:gd name="connsiteY68" fmla="*/ 4914681 h 6857999"/>
              <a:gd name="connsiteX69" fmla="*/ 13707 w 9354533"/>
              <a:gd name="connsiteY69" fmla="*/ 4870773 h 6857999"/>
              <a:gd name="connsiteX70" fmla="*/ 8225 w 9354533"/>
              <a:gd name="connsiteY70" fmla="*/ 4826865 h 6857999"/>
              <a:gd name="connsiteX71" fmla="*/ 2744 w 9354533"/>
              <a:gd name="connsiteY71" fmla="*/ 4785702 h 6857999"/>
              <a:gd name="connsiteX72" fmla="*/ 0 w 9354533"/>
              <a:gd name="connsiteY72" fmla="*/ 4741796 h 6857999"/>
              <a:gd name="connsiteX73" fmla="*/ 0 w 9354533"/>
              <a:gd name="connsiteY73" fmla="*/ 4697888 h 6857999"/>
              <a:gd name="connsiteX74" fmla="*/ 0 w 9354533"/>
              <a:gd name="connsiteY74" fmla="*/ 4653981 h 6857999"/>
              <a:gd name="connsiteX75" fmla="*/ 2744 w 9354533"/>
              <a:gd name="connsiteY75" fmla="*/ 4610073 h 6857999"/>
              <a:gd name="connsiteX76" fmla="*/ 8225 w 9354533"/>
              <a:gd name="connsiteY76" fmla="*/ 4566165 h 6857999"/>
              <a:gd name="connsiteX77" fmla="*/ 13707 w 9354533"/>
              <a:gd name="connsiteY77" fmla="*/ 4522259 h 6857999"/>
              <a:gd name="connsiteX78" fmla="*/ 24672 w 9354533"/>
              <a:gd name="connsiteY78" fmla="*/ 4481095 h 6857999"/>
              <a:gd name="connsiteX79" fmla="*/ 35638 w 9354533"/>
              <a:gd name="connsiteY79" fmla="*/ 4437188 h 6857999"/>
              <a:gd name="connsiteX80" fmla="*/ 49345 w 9354533"/>
              <a:gd name="connsiteY80" fmla="*/ 4393280 h 6857999"/>
              <a:gd name="connsiteX81" fmla="*/ 65792 w 9354533"/>
              <a:gd name="connsiteY81" fmla="*/ 4354861 h 6857999"/>
              <a:gd name="connsiteX82" fmla="*/ 82239 w 9354533"/>
              <a:gd name="connsiteY82" fmla="*/ 4313698 h 6857999"/>
              <a:gd name="connsiteX83" fmla="*/ 104171 w 9354533"/>
              <a:gd name="connsiteY83" fmla="*/ 4272536 h 6857999"/>
              <a:gd name="connsiteX84" fmla="*/ 123358 w 9354533"/>
              <a:gd name="connsiteY84" fmla="*/ 4234116 h 6857999"/>
              <a:gd name="connsiteX85" fmla="*/ 148030 w 9354533"/>
              <a:gd name="connsiteY85" fmla="*/ 4195697 h 6857999"/>
              <a:gd name="connsiteX86" fmla="*/ 175444 w 9354533"/>
              <a:gd name="connsiteY86" fmla="*/ 4160023 h 6857999"/>
              <a:gd name="connsiteX87" fmla="*/ 202857 w 9354533"/>
              <a:gd name="connsiteY87" fmla="*/ 4121603 h 6857999"/>
              <a:gd name="connsiteX88" fmla="*/ 230270 w 9354533"/>
              <a:gd name="connsiteY88" fmla="*/ 4085929 h 6857999"/>
              <a:gd name="connsiteX89" fmla="*/ 263165 w 9354533"/>
              <a:gd name="connsiteY89" fmla="*/ 4052999 h 6857999"/>
              <a:gd name="connsiteX90" fmla="*/ 296062 w 9354533"/>
              <a:gd name="connsiteY90" fmla="*/ 4020067 h 6857999"/>
              <a:gd name="connsiteX91" fmla="*/ 331697 w 9354533"/>
              <a:gd name="connsiteY91" fmla="*/ 3989881 h 6857999"/>
              <a:gd name="connsiteX92" fmla="*/ 370076 w 9354533"/>
              <a:gd name="connsiteY92" fmla="*/ 3959695 h 6857999"/>
              <a:gd name="connsiteX93" fmla="*/ 405711 w 9354533"/>
              <a:gd name="connsiteY93" fmla="*/ 3934997 h 6857999"/>
              <a:gd name="connsiteX94" fmla="*/ 444090 w 9354533"/>
              <a:gd name="connsiteY94" fmla="*/ 3913043 h 6857999"/>
              <a:gd name="connsiteX95" fmla="*/ 482469 w 9354533"/>
              <a:gd name="connsiteY95" fmla="*/ 3888346 h 6857999"/>
              <a:gd name="connsiteX96" fmla="*/ 523588 w 9354533"/>
              <a:gd name="connsiteY96" fmla="*/ 3869136 h 6857999"/>
              <a:gd name="connsiteX97" fmla="*/ 564708 w 9354533"/>
              <a:gd name="connsiteY97" fmla="*/ 3852671 h 6857999"/>
              <a:gd name="connsiteX98" fmla="*/ 605827 w 9354533"/>
              <a:gd name="connsiteY98" fmla="*/ 3836206 h 6857999"/>
              <a:gd name="connsiteX99" fmla="*/ 646947 w 9354533"/>
              <a:gd name="connsiteY99" fmla="*/ 3822484 h 6857999"/>
              <a:gd name="connsiteX100" fmla="*/ 688066 w 9354533"/>
              <a:gd name="connsiteY100" fmla="*/ 3811507 h 6857999"/>
              <a:gd name="connsiteX101" fmla="*/ 731926 w 9354533"/>
              <a:gd name="connsiteY101" fmla="*/ 3803275 h 6857999"/>
              <a:gd name="connsiteX102" fmla="*/ 775786 w 9354533"/>
              <a:gd name="connsiteY102" fmla="*/ 3795043 h 6857999"/>
              <a:gd name="connsiteX103" fmla="*/ 816907 w 9354533"/>
              <a:gd name="connsiteY103" fmla="*/ 3792299 h 6857999"/>
              <a:gd name="connsiteX104" fmla="*/ 975900 w 9354533"/>
              <a:gd name="connsiteY104" fmla="*/ 1075531 h 6857999"/>
              <a:gd name="connsiteX105" fmla="*/ 1019761 w 9354533"/>
              <a:gd name="connsiteY105" fmla="*/ 1078274 h 6857999"/>
              <a:gd name="connsiteX106" fmla="*/ 1063623 w 9354533"/>
              <a:gd name="connsiteY106" fmla="*/ 1081018 h 6857999"/>
              <a:gd name="connsiteX107" fmla="*/ 1107484 w 9354533"/>
              <a:gd name="connsiteY107" fmla="*/ 1083763 h 6857999"/>
              <a:gd name="connsiteX108" fmla="*/ 1151344 w 9354533"/>
              <a:gd name="connsiteY108" fmla="*/ 1091995 h 6857999"/>
              <a:gd name="connsiteX109" fmla="*/ 1192463 w 9354533"/>
              <a:gd name="connsiteY109" fmla="*/ 1102972 h 6857999"/>
              <a:gd name="connsiteX110" fmla="*/ 1236324 w 9354533"/>
              <a:gd name="connsiteY110" fmla="*/ 1113948 h 6857999"/>
              <a:gd name="connsiteX111" fmla="*/ 1274702 w 9354533"/>
              <a:gd name="connsiteY111" fmla="*/ 1127671 h 6857999"/>
              <a:gd name="connsiteX112" fmla="*/ 1318562 w 9354533"/>
              <a:gd name="connsiteY112" fmla="*/ 1141391 h 6857999"/>
              <a:gd name="connsiteX113" fmla="*/ 1359682 w 9354533"/>
              <a:gd name="connsiteY113" fmla="*/ 1160601 h 6857999"/>
              <a:gd name="connsiteX114" fmla="*/ 1398058 w 9354533"/>
              <a:gd name="connsiteY114" fmla="*/ 1179811 h 6857999"/>
              <a:gd name="connsiteX115" fmla="*/ 1439178 w 9354533"/>
              <a:gd name="connsiteY115" fmla="*/ 1201764 h 6857999"/>
              <a:gd name="connsiteX116" fmla="*/ 1477556 w 9354533"/>
              <a:gd name="connsiteY116" fmla="*/ 1226461 h 6857999"/>
              <a:gd name="connsiteX117" fmla="*/ 1513194 w 9354533"/>
              <a:gd name="connsiteY117" fmla="*/ 1251160 h 6857999"/>
              <a:gd name="connsiteX118" fmla="*/ 1551573 w 9354533"/>
              <a:gd name="connsiteY118" fmla="*/ 1278601 h 6857999"/>
              <a:gd name="connsiteX119" fmla="*/ 1584468 w 9354533"/>
              <a:gd name="connsiteY119" fmla="*/ 1311532 h 6857999"/>
              <a:gd name="connsiteX120" fmla="*/ 1620103 w 9354533"/>
              <a:gd name="connsiteY120" fmla="*/ 1341718 h 6857999"/>
              <a:gd name="connsiteX121" fmla="*/ 7115932 w 9354533"/>
              <a:gd name="connsiteY121" fmla="*/ 6857999 h 6857999"/>
              <a:gd name="connsiteX122" fmla="*/ 4543996 w 9354533"/>
              <a:gd name="connsiteY122" fmla="*/ 6857999 h 6857999"/>
              <a:gd name="connsiteX123" fmla="*/ 331697 w 9354533"/>
              <a:gd name="connsiteY123" fmla="*/ 2631498 h 6857999"/>
              <a:gd name="connsiteX124" fmla="*/ 301543 w 9354533"/>
              <a:gd name="connsiteY124" fmla="*/ 2601310 h 6857999"/>
              <a:gd name="connsiteX125" fmla="*/ 271390 w 9354533"/>
              <a:gd name="connsiteY125" fmla="*/ 2562893 h 6857999"/>
              <a:gd name="connsiteX126" fmla="*/ 243976 w 9354533"/>
              <a:gd name="connsiteY126" fmla="*/ 2527217 h 6857999"/>
              <a:gd name="connsiteX127" fmla="*/ 216563 w 9354533"/>
              <a:gd name="connsiteY127" fmla="*/ 2491543 h 6857999"/>
              <a:gd name="connsiteX128" fmla="*/ 191891 w 9354533"/>
              <a:gd name="connsiteY128" fmla="*/ 2450380 h 6857999"/>
              <a:gd name="connsiteX129" fmla="*/ 172702 w 9354533"/>
              <a:gd name="connsiteY129" fmla="*/ 2414705 h 6857999"/>
              <a:gd name="connsiteX130" fmla="*/ 150772 w 9354533"/>
              <a:gd name="connsiteY130" fmla="*/ 2373541 h 6857999"/>
              <a:gd name="connsiteX131" fmla="*/ 134324 w 9354533"/>
              <a:gd name="connsiteY131" fmla="*/ 2329634 h 6857999"/>
              <a:gd name="connsiteX132" fmla="*/ 117877 w 9354533"/>
              <a:gd name="connsiteY132" fmla="*/ 2291216 h 6857999"/>
              <a:gd name="connsiteX133" fmla="*/ 106912 w 9354533"/>
              <a:gd name="connsiteY133" fmla="*/ 2247308 h 6857999"/>
              <a:gd name="connsiteX134" fmla="*/ 93205 w 9354533"/>
              <a:gd name="connsiteY134" fmla="*/ 2203400 h 6857999"/>
              <a:gd name="connsiteX135" fmla="*/ 82239 w 9354533"/>
              <a:gd name="connsiteY135" fmla="*/ 2162238 h 6857999"/>
              <a:gd name="connsiteX136" fmla="*/ 76757 w 9354533"/>
              <a:gd name="connsiteY136" fmla="*/ 2118330 h 6857999"/>
              <a:gd name="connsiteX137" fmla="*/ 71275 w 9354533"/>
              <a:gd name="connsiteY137" fmla="*/ 2074424 h 6857999"/>
              <a:gd name="connsiteX138" fmla="*/ 68533 w 9354533"/>
              <a:gd name="connsiteY138" fmla="*/ 2030516 h 6857999"/>
              <a:gd name="connsiteX139" fmla="*/ 68533 w 9354533"/>
              <a:gd name="connsiteY139" fmla="*/ 1989352 h 6857999"/>
              <a:gd name="connsiteX140" fmla="*/ 68533 w 9354533"/>
              <a:gd name="connsiteY140" fmla="*/ 1942701 h 6857999"/>
              <a:gd name="connsiteX141" fmla="*/ 71275 w 9354533"/>
              <a:gd name="connsiteY141" fmla="*/ 1898793 h 6857999"/>
              <a:gd name="connsiteX142" fmla="*/ 76757 w 9354533"/>
              <a:gd name="connsiteY142" fmla="*/ 1857629 h 6857999"/>
              <a:gd name="connsiteX143" fmla="*/ 82239 w 9354533"/>
              <a:gd name="connsiteY143" fmla="*/ 1813723 h 6857999"/>
              <a:gd name="connsiteX144" fmla="*/ 93205 w 9354533"/>
              <a:gd name="connsiteY144" fmla="*/ 1769815 h 6857999"/>
              <a:gd name="connsiteX145" fmla="*/ 106912 w 9354533"/>
              <a:gd name="connsiteY145" fmla="*/ 1728652 h 6857999"/>
              <a:gd name="connsiteX146" fmla="*/ 117877 w 9354533"/>
              <a:gd name="connsiteY146" fmla="*/ 1684745 h 6857999"/>
              <a:gd name="connsiteX147" fmla="*/ 134324 w 9354533"/>
              <a:gd name="connsiteY147" fmla="*/ 1643581 h 6857999"/>
              <a:gd name="connsiteX148" fmla="*/ 150772 w 9354533"/>
              <a:gd name="connsiteY148" fmla="*/ 1605162 h 6857999"/>
              <a:gd name="connsiteX149" fmla="*/ 172702 w 9354533"/>
              <a:gd name="connsiteY149" fmla="*/ 1564000 h 6857999"/>
              <a:gd name="connsiteX150" fmla="*/ 191891 w 9354533"/>
              <a:gd name="connsiteY150" fmla="*/ 1522837 h 6857999"/>
              <a:gd name="connsiteX151" fmla="*/ 216563 w 9354533"/>
              <a:gd name="connsiteY151" fmla="*/ 1487162 h 6857999"/>
              <a:gd name="connsiteX152" fmla="*/ 243976 w 9354533"/>
              <a:gd name="connsiteY152" fmla="*/ 1448743 h 6857999"/>
              <a:gd name="connsiteX153" fmla="*/ 271390 w 9354533"/>
              <a:gd name="connsiteY153" fmla="*/ 1413068 h 6857999"/>
              <a:gd name="connsiteX154" fmla="*/ 301543 w 9354533"/>
              <a:gd name="connsiteY154" fmla="*/ 1377393 h 6857999"/>
              <a:gd name="connsiteX155" fmla="*/ 331697 w 9354533"/>
              <a:gd name="connsiteY155" fmla="*/ 1341718 h 6857999"/>
              <a:gd name="connsiteX156" fmla="*/ 367335 w 9354533"/>
              <a:gd name="connsiteY156" fmla="*/ 1311532 h 6857999"/>
              <a:gd name="connsiteX157" fmla="*/ 400229 w 9354533"/>
              <a:gd name="connsiteY157" fmla="*/ 1278601 h 6857999"/>
              <a:gd name="connsiteX158" fmla="*/ 438607 w 9354533"/>
              <a:gd name="connsiteY158" fmla="*/ 1251160 h 6857999"/>
              <a:gd name="connsiteX159" fmla="*/ 474243 w 9354533"/>
              <a:gd name="connsiteY159" fmla="*/ 1226461 h 6857999"/>
              <a:gd name="connsiteX160" fmla="*/ 512622 w 9354533"/>
              <a:gd name="connsiteY160" fmla="*/ 1201764 h 6857999"/>
              <a:gd name="connsiteX161" fmla="*/ 551001 w 9354533"/>
              <a:gd name="connsiteY161" fmla="*/ 1179811 h 6857999"/>
              <a:gd name="connsiteX162" fmla="*/ 592121 w 9354533"/>
              <a:gd name="connsiteY162" fmla="*/ 1160601 h 6857999"/>
              <a:gd name="connsiteX163" fmla="*/ 633240 w 9354533"/>
              <a:gd name="connsiteY163" fmla="*/ 1141391 h 6857999"/>
              <a:gd name="connsiteX164" fmla="*/ 674359 w 9354533"/>
              <a:gd name="connsiteY164" fmla="*/ 1127671 h 6857999"/>
              <a:gd name="connsiteX165" fmla="*/ 715479 w 9354533"/>
              <a:gd name="connsiteY165" fmla="*/ 1113948 h 6857999"/>
              <a:gd name="connsiteX166" fmla="*/ 759339 w 9354533"/>
              <a:gd name="connsiteY166" fmla="*/ 1102972 h 6857999"/>
              <a:gd name="connsiteX167" fmla="*/ 800459 w 9354533"/>
              <a:gd name="connsiteY167" fmla="*/ 1091995 h 6857999"/>
              <a:gd name="connsiteX168" fmla="*/ 844319 w 9354533"/>
              <a:gd name="connsiteY168" fmla="*/ 1083763 h 6857999"/>
              <a:gd name="connsiteX169" fmla="*/ 890920 w 9354533"/>
              <a:gd name="connsiteY169" fmla="*/ 1081018 h 6857999"/>
              <a:gd name="connsiteX170" fmla="*/ 932040 w 9354533"/>
              <a:gd name="connsiteY170" fmla="*/ 1078274 h 6857999"/>
              <a:gd name="connsiteX171" fmla="*/ 8785588 w 9354533"/>
              <a:gd name="connsiteY171" fmla="*/ 0 h 6857999"/>
              <a:gd name="connsiteX172" fmla="*/ 9354533 w 9354533"/>
              <a:gd name="connsiteY172" fmla="*/ 0 h 6857999"/>
              <a:gd name="connsiteX173" fmla="*/ 9354533 w 9354533"/>
              <a:gd name="connsiteY173" fmla="*/ 570519 h 6857999"/>
              <a:gd name="connsiteX174" fmla="*/ 6019529 w 9354533"/>
              <a:gd name="connsiteY174" fmla="*/ 0 h 6857999"/>
              <a:gd name="connsiteX175" fmla="*/ 8588708 w 9354533"/>
              <a:gd name="connsiteY175" fmla="*/ 0 h 6857999"/>
              <a:gd name="connsiteX176" fmla="*/ 9354533 w 9354533"/>
              <a:gd name="connsiteY176" fmla="*/ 768021 h 6857999"/>
              <a:gd name="connsiteX177" fmla="*/ 9354533 w 9354533"/>
              <a:gd name="connsiteY177" fmla="*/ 3347008 h 6857999"/>
              <a:gd name="connsiteX178" fmla="*/ 3248285 w 9354533"/>
              <a:gd name="connsiteY178" fmla="*/ 0 h 6857999"/>
              <a:gd name="connsiteX179" fmla="*/ 5819972 w 9354533"/>
              <a:gd name="connsiteY179" fmla="*/ 0 h 6857999"/>
              <a:gd name="connsiteX180" fmla="*/ 9354533 w 9354533"/>
              <a:gd name="connsiteY180" fmla="*/ 3545079 h 6857999"/>
              <a:gd name="connsiteX181" fmla="*/ 9354533 w 9354533"/>
              <a:gd name="connsiteY181" fmla="*/ 6127044 h 6857999"/>
              <a:gd name="connsiteX182" fmla="*/ 476872 w 9354533"/>
              <a:gd name="connsiteY182" fmla="*/ 0 h 6857999"/>
              <a:gd name="connsiteX183" fmla="*/ 3050781 w 9354533"/>
              <a:gd name="connsiteY183" fmla="*/ 0 h 6857999"/>
              <a:gd name="connsiteX184" fmla="*/ 9354533 w 9354533"/>
              <a:gd name="connsiteY184" fmla="*/ 6324693 h 6857999"/>
              <a:gd name="connsiteX185" fmla="*/ 9354533 w 9354533"/>
              <a:gd name="connsiteY185" fmla="*/ 6857999 h 6857999"/>
              <a:gd name="connsiteX186" fmla="*/ 7312522 w 9354533"/>
              <a:gd name="connsiteY18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9354533" h="6857999">
                <a:moveTo>
                  <a:pt x="811424" y="6511811"/>
                </a:moveTo>
                <a:lnTo>
                  <a:pt x="855285" y="6511811"/>
                </a:lnTo>
                <a:lnTo>
                  <a:pt x="899145" y="6511811"/>
                </a:lnTo>
                <a:lnTo>
                  <a:pt x="940265" y="6514555"/>
                </a:lnTo>
                <a:lnTo>
                  <a:pt x="986866" y="6522788"/>
                </a:lnTo>
                <a:lnTo>
                  <a:pt x="1030726" y="6531020"/>
                </a:lnTo>
                <a:lnTo>
                  <a:pt x="1071846" y="6539252"/>
                </a:lnTo>
                <a:lnTo>
                  <a:pt x="1112965" y="6550230"/>
                </a:lnTo>
                <a:lnTo>
                  <a:pt x="1156826" y="6563951"/>
                </a:lnTo>
                <a:lnTo>
                  <a:pt x="1197945" y="6577672"/>
                </a:lnTo>
                <a:lnTo>
                  <a:pt x="1239064" y="6596881"/>
                </a:lnTo>
                <a:lnTo>
                  <a:pt x="1277443" y="6616091"/>
                </a:lnTo>
                <a:lnTo>
                  <a:pt x="1318562" y="6638044"/>
                </a:lnTo>
                <a:lnTo>
                  <a:pt x="1356942" y="6662741"/>
                </a:lnTo>
                <a:lnTo>
                  <a:pt x="1392576" y="6687440"/>
                </a:lnTo>
                <a:lnTo>
                  <a:pt x="1430955" y="6717627"/>
                </a:lnTo>
                <a:lnTo>
                  <a:pt x="1463850" y="6745068"/>
                </a:lnTo>
                <a:lnTo>
                  <a:pt x="1499488" y="6780744"/>
                </a:lnTo>
                <a:lnTo>
                  <a:pt x="1576429" y="6857999"/>
                </a:lnTo>
                <a:lnTo>
                  <a:pt x="141549" y="6857999"/>
                </a:lnTo>
                <a:lnTo>
                  <a:pt x="148030" y="6849348"/>
                </a:lnTo>
                <a:lnTo>
                  <a:pt x="180926" y="6810929"/>
                </a:lnTo>
                <a:lnTo>
                  <a:pt x="211081" y="6780744"/>
                </a:lnTo>
                <a:lnTo>
                  <a:pt x="246717" y="6745068"/>
                </a:lnTo>
                <a:lnTo>
                  <a:pt x="279611" y="6717627"/>
                </a:lnTo>
                <a:lnTo>
                  <a:pt x="317990" y="6687440"/>
                </a:lnTo>
                <a:lnTo>
                  <a:pt x="353629" y="6662741"/>
                </a:lnTo>
                <a:lnTo>
                  <a:pt x="392005" y="6638044"/>
                </a:lnTo>
                <a:lnTo>
                  <a:pt x="433124" y="6616091"/>
                </a:lnTo>
                <a:lnTo>
                  <a:pt x="471503" y="6596881"/>
                </a:lnTo>
                <a:lnTo>
                  <a:pt x="512622" y="6577672"/>
                </a:lnTo>
                <a:lnTo>
                  <a:pt x="553742" y="6563951"/>
                </a:lnTo>
                <a:lnTo>
                  <a:pt x="594861" y="6550230"/>
                </a:lnTo>
                <a:lnTo>
                  <a:pt x="638721" y="6539252"/>
                </a:lnTo>
                <a:lnTo>
                  <a:pt x="679841" y="6531020"/>
                </a:lnTo>
                <a:lnTo>
                  <a:pt x="723702" y="6522788"/>
                </a:lnTo>
                <a:lnTo>
                  <a:pt x="767562" y="6514555"/>
                </a:lnTo>
                <a:close/>
                <a:moveTo>
                  <a:pt x="863507" y="3786810"/>
                </a:moveTo>
                <a:lnTo>
                  <a:pt x="907368" y="3786810"/>
                </a:lnTo>
                <a:lnTo>
                  <a:pt x="948487" y="3786810"/>
                </a:lnTo>
                <a:lnTo>
                  <a:pt x="992347" y="3792299"/>
                </a:lnTo>
                <a:lnTo>
                  <a:pt x="1038951" y="3795043"/>
                </a:lnTo>
                <a:lnTo>
                  <a:pt x="1080070" y="3803275"/>
                </a:lnTo>
                <a:lnTo>
                  <a:pt x="1123931" y="3811507"/>
                </a:lnTo>
                <a:lnTo>
                  <a:pt x="1167791" y="3822484"/>
                </a:lnTo>
                <a:lnTo>
                  <a:pt x="1206170" y="3836206"/>
                </a:lnTo>
                <a:lnTo>
                  <a:pt x="1250030" y="3852671"/>
                </a:lnTo>
                <a:lnTo>
                  <a:pt x="1291149" y="3869136"/>
                </a:lnTo>
                <a:lnTo>
                  <a:pt x="1329528" y="3888346"/>
                </a:lnTo>
                <a:lnTo>
                  <a:pt x="1370648" y="3913043"/>
                </a:lnTo>
                <a:lnTo>
                  <a:pt x="1406283" y="3934997"/>
                </a:lnTo>
                <a:lnTo>
                  <a:pt x="1444661" y="3959695"/>
                </a:lnTo>
                <a:lnTo>
                  <a:pt x="1483041" y="3989881"/>
                </a:lnTo>
                <a:lnTo>
                  <a:pt x="1515936" y="4020067"/>
                </a:lnTo>
                <a:lnTo>
                  <a:pt x="1551573" y="4052999"/>
                </a:lnTo>
                <a:lnTo>
                  <a:pt x="4345134" y="6857999"/>
                </a:lnTo>
                <a:lnTo>
                  <a:pt x="1774225" y="6857999"/>
                </a:lnTo>
                <a:lnTo>
                  <a:pt x="263165" y="5342778"/>
                </a:lnTo>
                <a:lnTo>
                  <a:pt x="230270" y="5307103"/>
                </a:lnTo>
                <a:lnTo>
                  <a:pt x="202857" y="5274172"/>
                </a:lnTo>
                <a:lnTo>
                  <a:pt x="175444" y="5238497"/>
                </a:lnTo>
                <a:lnTo>
                  <a:pt x="148030" y="5200079"/>
                </a:lnTo>
                <a:lnTo>
                  <a:pt x="123358" y="5161661"/>
                </a:lnTo>
                <a:lnTo>
                  <a:pt x="104171" y="5123241"/>
                </a:lnTo>
                <a:lnTo>
                  <a:pt x="82239" y="5082077"/>
                </a:lnTo>
                <a:lnTo>
                  <a:pt x="65792" y="5040914"/>
                </a:lnTo>
                <a:lnTo>
                  <a:pt x="49345" y="4999752"/>
                </a:lnTo>
                <a:lnTo>
                  <a:pt x="35638" y="4955844"/>
                </a:lnTo>
                <a:lnTo>
                  <a:pt x="24672" y="4914681"/>
                </a:lnTo>
                <a:lnTo>
                  <a:pt x="13707" y="4870773"/>
                </a:lnTo>
                <a:lnTo>
                  <a:pt x="8225" y="4826865"/>
                </a:lnTo>
                <a:lnTo>
                  <a:pt x="2744" y="4785702"/>
                </a:lnTo>
                <a:lnTo>
                  <a:pt x="0" y="4741796"/>
                </a:lnTo>
                <a:lnTo>
                  <a:pt x="0" y="4697888"/>
                </a:lnTo>
                <a:lnTo>
                  <a:pt x="0" y="4653981"/>
                </a:lnTo>
                <a:lnTo>
                  <a:pt x="2744" y="4610073"/>
                </a:lnTo>
                <a:lnTo>
                  <a:pt x="8225" y="4566165"/>
                </a:lnTo>
                <a:lnTo>
                  <a:pt x="13707" y="4522259"/>
                </a:lnTo>
                <a:lnTo>
                  <a:pt x="24672" y="4481095"/>
                </a:lnTo>
                <a:lnTo>
                  <a:pt x="35638" y="4437188"/>
                </a:lnTo>
                <a:lnTo>
                  <a:pt x="49345" y="4393280"/>
                </a:lnTo>
                <a:lnTo>
                  <a:pt x="65792" y="4354861"/>
                </a:lnTo>
                <a:lnTo>
                  <a:pt x="82239" y="4313698"/>
                </a:lnTo>
                <a:lnTo>
                  <a:pt x="104171" y="4272536"/>
                </a:lnTo>
                <a:lnTo>
                  <a:pt x="123358" y="4234116"/>
                </a:lnTo>
                <a:lnTo>
                  <a:pt x="148030" y="4195697"/>
                </a:lnTo>
                <a:lnTo>
                  <a:pt x="175444" y="4160023"/>
                </a:lnTo>
                <a:lnTo>
                  <a:pt x="202857" y="4121603"/>
                </a:lnTo>
                <a:lnTo>
                  <a:pt x="230270" y="4085929"/>
                </a:lnTo>
                <a:lnTo>
                  <a:pt x="263165" y="4052999"/>
                </a:lnTo>
                <a:lnTo>
                  <a:pt x="296062" y="4020067"/>
                </a:lnTo>
                <a:lnTo>
                  <a:pt x="331697" y="3989881"/>
                </a:lnTo>
                <a:lnTo>
                  <a:pt x="370076" y="3959695"/>
                </a:lnTo>
                <a:lnTo>
                  <a:pt x="405711" y="3934997"/>
                </a:lnTo>
                <a:lnTo>
                  <a:pt x="444090" y="3913043"/>
                </a:lnTo>
                <a:lnTo>
                  <a:pt x="482469" y="3888346"/>
                </a:lnTo>
                <a:lnTo>
                  <a:pt x="523588" y="3869136"/>
                </a:lnTo>
                <a:lnTo>
                  <a:pt x="564708" y="3852671"/>
                </a:lnTo>
                <a:lnTo>
                  <a:pt x="605827" y="3836206"/>
                </a:lnTo>
                <a:lnTo>
                  <a:pt x="646947" y="3822484"/>
                </a:lnTo>
                <a:lnTo>
                  <a:pt x="688066" y="3811507"/>
                </a:lnTo>
                <a:lnTo>
                  <a:pt x="731926" y="3803275"/>
                </a:lnTo>
                <a:lnTo>
                  <a:pt x="775786" y="3795043"/>
                </a:lnTo>
                <a:lnTo>
                  <a:pt x="816907" y="3792299"/>
                </a:lnTo>
                <a:close/>
                <a:moveTo>
                  <a:pt x="975900" y="1075531"/>
                </a:moveTo>
                <a:lnTo>
                  <a:pt x="1019761" y="1078274"/>
                </a:lnTo>
                <a:lnTo>
                  <a:pt x="1063623" y="1081018"/>
                </a:lnTo>
                <a:lnTo>
                  <a:pt x="1107484" y="1083763"/>
                </a:lnTo>
                <a:lnTo>
                  <a:pt x="1151344" y="1091995"/>
                </a:lnTo>
                <a:lnTo>
                  <a:pt x="1192463" y="1102972"/>
                </a:lnTo>
                <a:lnTo>
                  <a:pt x="1236324" y="1113948"/>
                </a:lnTo>
                <a:lnTo>
                  <a:pt x="1274702" y="1127671"/>
                </a:lnTo>
                <a:lnTo>
                  <a:pt x="1318562" y="1141391"/>
                </a:lnTo>
                <a:lnTo>
                  <a:pt x="1359682" y="1160601"/>
                </a:lnTo>
                <a:lnTo>
                  <a:pt x="1398058" y="1179811"/>
                </a:lnTo>
                <a:lnTo>
                  <a:pt x="1439178" y="1201764"/>
                </a:lnTo>
                <a:lnTo>
                  <a:pt x="1477556" y="1226461"/>
                </a:lnTo>
                <a:lnTo>
                  <a:pt x="1513194" y="1251160"/>
                </a:lnTo>
                <a:lnTo>
                  <a:pt x="1551573" y="1278601"/>
                </a:lnTo>
                <a:lnTo>
                  <a:pt x="1584468" y="1311532"/>
                </a:lnTo>
                <a:lnTo>
                  <a:pt x="1620103" y="1341718"/>
                </a:lnTo>
                <a:lnTo>
                  <a:pt x="7115932" y="6857999"/>
                </a:lnTo>
                <a:lnTo>
                  <a:pt x="4543996" y="6857999"/>
                </a:lnTo>
                <a:lnTo>
                  <a:pt x="331697" y="2631498"/>
                </a:lnTo>
                <a:lnTo>
                  <a:pt x="301543" y="2601310"/>
                </a:lnTo>
                <a:lnTo>
                  <a:pt x="271390" y="2562893"/>
                </a:lnTo>
                <a:lnTo>
                  <a:pt x="243976" y="2527217"/>
                </a:lnTo>
                <a:lnTo>
                  <a:pt x="216563" y="2491543"/>
                </a:lnTo>
                <a:lnTo>
                  <a:pt x="191891" y="2450380"/>
                </a:lnTo>
                <a:lnTo>
                  <a:pt x="172702" y="2414705"/>
                </a:lnTo>
                <a:lnTo>
                  <a:pt x="150772" y="2373541"/>
                </a:lnTo>
                <a:lnTo>
                  <a:pt x="134324" y="2329634"/>
                </a:lnTo>
                <a:lnTo>
                  <a:pt x="117877" y="2291216"/>
                </a:lnTo>
                <a:lnTo>
                  <a:pt x="106912" y="2247308"/>
                </a:lnTo>
                <a:lnTo>
                  <a:pt x="93205" y="2203400"/>
                </a:lnTo>
                <a:lnTo>
                  <a:pt x="82239" y="2162238"/>
                </a:lnTo>
                <a:lnTo>
                  <a:pt x="76757" y="2118330"/>
                </a:lnTo>
                <a:lnTo>
                  <a:pt x="71275" y="2074424"/>
                </a:lnTo>
                <a:lnTo>
                  <a:pt x="68533" y="2030516"/>
                </a:lnTo>
                <a:lnTo>
                  <a:pt x="68533" y="1989352"/>
                </a:lnTo>
                <a:lnTo>
                  <a:pt x="68533" y="1942701"/>
                </a:lnTo>
                <a:lnTo>
                  <a:pt x="71275" y="1898793"/>
                </a:lnTo>
                <a:lnTo>
                  <a:pt x="76757" y="1857629"/>
                </a:lnTo>
                <a:lnTo>
                  <a:pt x="82239" y="1813723"/>
                </a:lnTo>
                <a:lnTo>
                  <a:pt x="93205" y="1769815"/>
                </a:lnTo>
                <a:lnTo>
                  <a:pt x="106912" y="1728652"/>
                </a:lnTo>
                <a:lnTo>
                  <a:pt x="117877" y="1684745"/>
                </a:lnTo>
                <a:lnTo>
                  <a:pt x="134324" y="1643581"/>
                </a:lnTo>
                <a:lnTo>
                  <a:pt x="150772" y="1605162"/>
                </a:lnTo>
                <a:lnTo>
                  <a:pt x="172702" y="1564000"/>
                </a:lnTo>
                <a:lnTo>
                  <a:pt x="191891" y="1522837"/>
                </a:lnTo>
                <a:lnTo>
                  <a:pt x="216563" y="1487162"/>
                </a:lnTo>
                <a:lnTo>
                  <a:pt x="243976" y="1448743"/>
                </a:lnTo>
                <a:lnTo>
                  <a:pt x="271390" y="1413068"/>
                </a:lnTo>
                <a:lnTo>
                  <a:pt x="301543" y="1377393"/>
                </a:lnTo>
                <a:lnTo>
                  <a:pt x="331697" y="1341718"/>
                </a:lnTo>
                <a:lnTo>
                  <a:pt x="367335" y="1311532"/>
                </a:lnTo>
                <a:lnTo>
                  <a:pt x="400229" y="1278601"/>
                </a:lnTo>
                <a:lnTo>
                  <a:pt x="438607" y="1251160"/>
                </a:lnTo>
                <a:lnTo>
                  <a:pt x="474243" y="1226461"/>
                </a:lnTo>
                <a:lnTo>
                  <a:pt x="512622" y="1201764"/>
                </a:lnTo>
                <a:lnTo>
                  <a:pt x="551001" y="1179811"/>
                </a:lnTo>
                <a:lnTo>
                  <a:pt x="592121" y="1160601"/>
                </a:lnTo>
                <a:lnTo>
                  <a:pt x="633240" y="1141391"/>
                </a:lnTo>
                <a:lnTo>
                  <a:pt x="674359" y="1127671"/>
                </a:lnTo>
                <a:lnTo>
                  <a:pt x="715479" y="1113948"/>
                </a:lnTo>
                <a:lnTo>
                  <a:pt x="759339" y="1102972"/>
                </a:lnTo>
                <a:lnTo>
                  <a:pt x="800459" y="1091995"/>
                </a:lnTo>
                <a:lnTo>
                  <a:pt x="844319" y="1083763"/>
                </a:lnTo>
                <a:lnTo>
                  <a:pt x="890920" y="1081018"/>
                </a:lnTo>
                <a:lnTo>
                  <a:pt x="932040" y="1078274"/>
                </a:lnTo>
                <a:close/>
                <a:moveTo>
                  <a:pt x="8785588" y="0"/>
                </a:moveTo>
                <a:lnTo>
                  <a:pt x="9354533" y="0"/>
                </a:lnTo>
                <a:lnTo>
                  <a:pt x="9354533" y="570519"/>
                </a:lnTo>
                <a:close/>
                <a:moveTo>
                  <a:pt x="6019529" y="0"/>
                </a:moveTo>
                <a:lnTo>
                  <a:pt x="8588708" y="0"/>
                </a:lnTo>
                <a:lnTo>
                  <a:pt x="9354533" y="768021"/>
                </a:lnTo>
                <a:lnTo>
                  <a:pt x="9354533" y="3347008"/>
                </a:lnTo>
                <a:close/>
                <a:moveTo>
                  <a:pt x="3248285" y="0"/>
                </a:moveTo>
                <a:lnTo>
                  <a:pt x="5819972" y="0"/>
                </a:lnTo>
                <a:lnTo>
                  <a:pt x="9354533" y="3545079"/>
                </a:lnTo>
                <a:lnTo>
                  <a:pt x="9354533" y="6127044"/>
                </a:lnTo>
                <a:close/>
                <a:moveTo>
                  <a:pt x="476872" y="0"/>
                </a:moveTo>
                <a:lnTo>
                  <a:pt x="3050781" y="0"/>
                </a:lnTo>
                <a:lnTo>
                  <a:pt x="9354533" y="6324693"/>
                </a:lnTo>
                <a:lnTo>
                  <a:pt x="9354533" y="6857999"/>
                </a:lnTo>
                <a:lnTo>
                  <a:pt x="7312522" y="6857999"/>
                </a:lnTo>
                <a:close/>
              </a:path>
            </a:pathLst>
          </a:custGeom>
          <a:gradFill flip="none" rotWithShape="1">
            <a:gsLst>
              <a:gs pos="19000">
                <a:schemeClr val="bg1">
                  <a:alpha val="0"/>
                </a:schemeClr>
              </a:gs>
              <a:gs pos="100000">
                <a:schemeClr val="accent2">
                  <a:alpha val="6000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1" name="Freeform: Shape 35">
            <a:extLst>
              <a:ext uri="{FF2B5EF4-FFF2-40B4-BE49-F238E27FC236}">
                <a16:creationId xmlns:a16="http://schemas.microsoft.com/office/drawing/2014/main" id="{849C59A2-4AA4-167B-CDAD-312DF7E9ADD0}"/>
              </a:ext>
            </a:extLst>
          </p:cNvPr>
          <p:cNvSpPr/>
          <p:nvPr/>
        </p:nvSpPr>
        <p:spPr>
          <a:xfrm>
            <a:off x="9315925" y="5402263"/>
            <a:ext cx="2584231" cy="1222070"/>
          </a:xfrm>
          <a:custGeom>
            <a:avLst/>
            <a:gdLst>
              <a:gd name="connsiteX0" fmla="*/ 1525169 w 2440693"/>
              <a:gd name="connsiteY0" fmla="*/ 0 h 1149657"/>
              <a:gd name="connsiteX1" fmla="*/ 2412927 w 2440693"/>
              <a:gd name="connsiteY1" fmla="*/ 271173 h 1149657"/>
              <a:gd name="connsiteX2" fmla="*/ 2440693 w 2440693"/>
              <a:gd name="connsiteY2" fmla="*/ 291936 h 1149657"/>
              <a:gd name="connsiteX3" fmla="*/ 2440693 w 2440693"/>
              <a:gd name="connsiteY3" fmla="*/ 857571 h 1149657"/>
              <a:gd name="connsiteX4" fmla="*/ 2148607 w 2440693"/>
              <a:gd name="connsiteY4" fmla="*/ 1149657 h 1149657"/>
              <a:gd name="connsiteX5" fmla="*/ 0 w 2440693"/>
              <a:gd name="connsiteY5" fmla="*/ 1149657 h 1149657"/>
              <a:gd name="connsiteX6" fmla="*/ 8747 w 2440693"/>
              <a:gd name="connsiteY6" fmla="*/ 1115642 h 1149657"/>
              <a:gd name="connsiteX7" fmla="*/ 1525169 w 2440693"/>
              <a:gd name="connsiteY7" fmla="*/ 0 h 11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0693" h="1149657">
                <a:moveTo>
                  <a:pt x="1525169" y="0"/>
                </a:moveTo>
                <a:cubicBezTo>
                  <a:pt x="1854015" y="0"/>
                  <a:pt x="2159512" y="99969"/>
                  <a:pt x="2412927" y="271173"/>
                </a:cubicBezTo>
                <a:lnTo>
                  <a:pt x="2440693" y="291936"/>
                </a:lnTo>
                <a:lnTo>
                  <a:pt x="2440693" y="857571"/>
                </a:lnTo>
                <a:cubicBezTo>
                  <a:pt x="2440693" y="1018886"/>
                  <a:pt x="2309922" y="1149657"/>
                  <a:pt x="2148607" y="1149657"/>
                </a:cubicBezTo>
                <a:lnTo>
                  <a:pt x="0" y="1149657"/>
                </a:lnTo>
                <a:lnTo>
                  <a:pt x="8747" y="1115642"/>
                </a:lnTo>
                <a:cubicBezTo>
                  <a:pt x="209781" y="469295"/>
                  <a:pt x="812670" y="0"/>
                  <a:pt x="1525169"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36">
            <a:extLst>
              <a:ext uri="{FF2B5EF4-FFF2-40B4-BE49-F238E27FC236}">
                <a16:creationId xmlns:a16="http://schemas.microsoft.com/office/drawing/2014/main" id="{736CCFE5-6B01-6DF7-078D-183B0063AD64}"/>
              </a:ext>
            </a:extLst>
          </p:cNvPr>
          <p:cNvSpPr/>
          <p:nvPr/>
        </p:nvSpPr>
        <p:spPr>
          <a:xfrm>
            <a:off x="89613" y="972872"/>
            <a:ext cx="1000694" cy="3175614"/>
          </a:xfrm>
          <a:custGeom>
            <a:avLst/>
            <a:gdLst>
              <a:gd name="connsiteX0" fmla="*/ 0 w 1000694"/>
              <a:gd name="connsiteY0" fmla="*/ 0 h 2948702"/>
              <a:gd name="connsiteX1" fmla="*/ 30934 w 1000694"/>
              <a:gd name="connsiteY1" fmla="*/ 11322 h 2948702"/>
              <a:gd name="connsiteX2" fmla="*/ 1000694 w 1000694"/>
              <a:gd name="connsiteY2" fmla="*/ 1474351 h 2948702"/>
              <a:gd name="connsiteX3" fmla="*/ 30934 w 1000694"/>
              <a:gd name="connsiteY3" fmla="*/ 2937380 h 2948702"/>
              <a:gd name="connsiteX4" fmla="*/ 0 w 1000694"/>
              <a:gd name="connsiteY4" fmla="*/ 2948702 h 294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694" h="2948702">
                <a:moveTo>
                  <a:pt x="0" y="0"/>
                </a:moveTo>
                <a:lnTo>
                  <a:pt x="30934" y="11322"/>
                </a:lnTo>
                <a:cubicBezTo>
                  <a:pt x="600821" y="252364"/>
                  <a:pt x="1000694" y="816660"/>
                  <a:pt x="1000694" y="1474351"/>
                </a:cubicBezTo>
                <a:cubicBezTo>
                  <a:pt x="1000694" y="2132043"/>
                  <a:pt x="600821" y="2696338"/>
                  <a:pt x="30934" y="2937380"/>
                </a:cubicBezTo>
                <a:lnTo>
                  <a:pt x="0" y="2948702"/>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矩形 23">
            <a:extLst>
              <a:ext uri="{FF2B5EF4-FFF2-40B4-BE49-F238E27FC236}">
                <a16:creationId xmlns:a16="http://schemas.microsoft.com/office/drawing/2014/main" id="{22A8E2F6-9883-6BA5-CB26-F0064D65FE6C}"/>
              </a:ext>
            </a:extLst>
          </p:cNvPr>
          <p:cNvSpPr/>
          <p:nvPr/>
        </p:nvSpPr>
        <p:spPr>
          <a:xfrm>
            <a:off x="5248275" y="1776058"/>
            <a:ext cx="1695450" cy="92371"/>
          </a:xfrm>
          <a:prstGeom prst="rect">
            <a:avLst/>
          </a:prstGeom>
          <a:gradFill>
            <a:gsLst>
              <a:gs pos="0">
                <a:schemeClr val="accent2"/>
              </a:gs>
              <a:gs pos="100000">
                <a:schemeClr val="accent1">
                  <a:lumMod val="60000"/>
                  <a:lumOff val="4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chemeClr val="accent1"/>
                  </a:gs>
                  <a:gs pos="100000">
                    <a:schemeClr val="accent2"/>
                  </a:gs>
                </a:gsLst>
                <a:lin ang="0" scaled="0"/>
              </a:gradFill>
              <a:cs typeface="OPPOSans M" panose="00020600040101010101" charset="-122"/>
            </a:endParaRPr>
          </a:p>
        </p:txBody>
      </p:sp>
      <p:sp>
        <p:nvSpPr>
          <p:cNvPr id="14" name="TextBox 13">
            <a:extLst>
              <a:ext uri="{FF2B5EF4-FFF2-40B4-BE49-F238E27FC236}">
                <a16:creationId xmlns:a16="http://schemas.microsoft.com/office/drawing/2014/main" id="{7A3289DC-DDD8-4434-DCF7-897D8D66BB48}"/>
              </a:ext>
            </a:extLst>
          </p:cNvPr>
          <p:cNvSpPr txBox="1"/>
          <p:nvPr/>
        </p:nvSpPr>
        <p:spPr>
          <a:xfrm>
            <a:off x="911587" y="1497918"/>
            <a:ext cx="10599174" cy="3139321"/>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dirty="0">
                <a:solidFill>
                  <a:schemeClr val="bg1"/>
                </a:solidFill>
              </a:rPr>
              <a:t>Real-time webcam-based gaze tracking using MediaPipe FaceMesh.</a:t>
            </a:r>
          </a:p>
          <a:p>
            <a:pPr marL="285750" indent="-285750">
              <a:buFont typeface="Arial" panose="020B0604020202020204" pitchFamily="34" charset="0"/>
              <a:buChar char="•"/>
            </a:pPr>
            <a:endParaRPr lang="en-IN" dirty="0">
              <a:solidFill>
                <a:schemeClr val="bg1"/>
              </a:solidFill>
            </a:endParaRPr>
          </a:p>
          <a:p>
            <a:pPr marL="285750" indent="-285750">
              <a:buFont typeface="Arial" panose="020B0604020202020204" pitchFamily="34" charset="0"/>
              <a:buChar char="•"/>
            </a:pPr>
            <a:r>
              <a:rPr lang="en-IN" dirty="0">
                <a:solidFill>
                  <a:schemeClr val="bg1"/>
                </a:solidFill>
              </a:rPr>
              <a:t>Behavioural feature extraction (fixations, saccades, blinks, smooth pursuit metrics)</a:t>
            </a:r>
          </a:p>
          <a:p>
            <a:pPr marL="285750" indent="-285750">
              <a:buFont typeface="Arial" panose="020B0604020202020204" pitchFamily="34" charset="0"/>
              <a:buChar char="•"/>
            </a:pPr>
            <a:endParaRPr lang="en-IN" dirty="0">
              <a:solidFill>
                <a:schemeClr val="bg1"/>
              </a:solidFill>
            </a:endParaRPr>
          </a:p>
          <a:p>
            <a:pPr marL="285750" indent="-285750">
              <a:buFont typeface="Arial" panose="020B0604020202020204" pitchFamily="34" charset="0"/>
              <a:buChar char="•"/>
            </a:pPr>
            <a:r>
              <a:rPr lang="en-IN" dirty="0">
                <a:solidFill>
                  <a:schemeClr val="bg1"/>
                </a:solidFill>
              </a:rPr>
              <a:t>Ensemble machine-learning model for ASD risk classification.</a:t>
            </a:r>
          </a:p>
          <a:p>
            <a:pPr marL="285750" indent="-285750">
              <a:buFont typeface="Arial" panose="020B0604020202020204" pitchFamily="34" charset="0"/>
              <a:buChar char="•"/>
            </a:pPr>
            <a:endParaRPr lang="en-IN" dirty="0">
              <a:solidFill>
                <a:schemeClr val="bg1"/>
              </a:solidFill>
            </a:endParaRPr>
          </a:p>
          <a:p>
            <a:pPr marL="285750" indent="-285750">
              <a:buFont typeface="Arial" panose="020B0604020202020204" pitchFamily="34" charset="0"/>
              <a:buChar char="•"/>
            </a:pPr>
            <a:r>
              <a:rPr lang="en-IN" dirty="0">
                <a:solidFill>
                  <a:schemeClr val="bg1"/>
                </a:solidFill>
              </a:rPr>
              <a:t>Python backend with FastAPI/Flask for orchestrating the processing pipeline.</a:t>
            </a:r>
          </a:p>
          <a:p>
            <a:pPr marL="285750" indent="-285750">
              <a:buFont typeface="Arial" panose="020B0604020202020204" pitchFamily="34" charset="0"/>
              <a:buChar char="•"/>
            </a:pPr>
            <a:endParaRPr lang="en-IN" dirty="0">
              <a:solidFill>
                <a:schemeClr val="bg1"/>
              </a:solidFill>
            </a:endParaRPr>
          </a:p>
          <a:p>
            <a:pPr marL="285750" indent="-285750">
              <a:buFont typeface="Arial" panose="020B0604020202020204" pitchFamily="34" charset="0"/>
              <a:buChar char="•"/>
            </a:pPr>
            <a:r>
              <a:rPr lang="en-IN" dirty="0">
                <a:solidFill>
                  <a:schemeClr val="bg1"/>
                </a:solidFill>
              </a:rPr>
              <a:t>Frontend user interface for rendering live visualizations and results .</a:t>
            </a:r>
          </a:p>
          <a:p>
            <a:pPr marL="285750" indent="-285750">
              <a:buFont typeface="Arial" panose="020B0604020202020204" pitchFamily="34" charset="0"/>
              <a:buChar char="•"/>
            </a:pPr>
            <a:endParaRPr lang="en-IN" dirty="0">
              <a:solidFill>
                <a:schemeClr val="bg1"/>
              </a:solidFill>
            </a:endParaRPr>
          </a:p>
          <a:p>
            <a:pPr marL="285750" indent="-285750">
              <a:buFont typeface="Arial" panose="020B0604020202020204" pitchFamily="34" charset="0"/>
              <a:buChar char="•"/>
            </a:pPr>
            <a:r>
              <a:rPr lang="en-IN" dirty="0">
                <a:solidFill>
                  <a:schemeClr val="bg1"/>
                </a:solidFill>
              </a:rPr>
              <a:t>Automated report generation in PDF/CSV/JSON formats.</a:t>
            </a:r>
            <a:endParaRPr lang="en-US" dirty="0">
              <a:solidFill>
                <a:schemeClr val="bg1"/>
              </a:solidFill>
              <a:cs typeface="Poppins Medium"/>
            </a:endParaRPr>
          </a:p>
        </p:txBody>
      </p:sp>
      <p:sp>
        <p:nvSpPr>
          <p:cNvPr id="13" name="文本框 18">
            <a:extLst>
              <a:ext uri="{FF2B5EF4-FFF2-40B4-BE49-F238E27FC236}">
                <a16:creationId xmlns:a16="http://schemas.microsoft.com/office/drawing/2014/main" id="{341F6920-989A-E5A6-2AC9-5B0A0BEF4B2A}"/>
              </a:ext>
            </a:extLst>
          </p:cNvPr>
          <p:cNvSpPr txBox="1"/>
          <p:nvPr/>
        </p:nvSpPr>
        <p:spPr>
          <a:xfrm>
            <a:off x="190913" y="287294"/>
            <a:ext cx="5184500" cy="923330"/>
          </a:xfrm>
          <a:prstGeom prst="rect">
            <a:avLst/>
          </a:prstGeom>
          <a:noFill/>
        </p:spPr>
        <p:txBody>
          <a:bodyPr wrap="square" lIns="91440" tIns="45720" rIns="91440" bIns="45720" rtlCol="0" anchor="t">
            <a:spAutoFit/>
          </a:bodyPr>
          <a:lstStyle/>
          <a:p>
            <a:pPr algn="ctr"/>
            <a:r>
              <a:rPr lang="en-US" altLang="zh-CN" sz="4400" dirty="0">
                <a:solidFill>
                  <a:schemeClr val="bg1"/>
                </a:solidFill>
                <a:latin typeface="+mj-lt"/>
                <a:cs typeface="OPPOSans M"/>
              </a:rPr>
              <a:t>Implementation</a:t>
            </a:r>
            <a:r>
              <a:rPr lang="en-US" altLang="zh-CN" sz="5400" dirty="0">
                <a:solidFill>
                  <a:schemeClr val="bg1"/>
                </a:solidFill>
                <a:latin typeface="+mj-lt"/>
                <a:cs typeface="OPPOSans M"/>
              </a:rPr>
              <a:t>: </a:t>
            </a:r>
            <a:endParaRPr lang="zh-CN" altLang="en-US" sz="5400" dirty="0">
              <a:solidFill>
                <a:schemeClr val="bg1"/>
              </a:solidFill>
              <a:latin typeface="+mj-lt"/>
              <a:cs typeface="OPPOSans M"/>
            </a:endParaRPr>
          </a:p>
        </p:txBody>
      </p:sp>
    </p:spTree>
    <p:extLst>
      <p:ext uri="{BB962C8B-B14F-4D97-AF65-F5344CB8AC3E}">
        <p14:creationId xmlns:p14="http://schemas.microsoft.com/office/powerpoint/2010/main" val="3577795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63000">
              <a:schemeClr val="accent3">
                <a:lumMod val="50000"/>
                <a:lumOff val="50000"/>
              </a:schemeClr>
            </a:gs>
            <a:gs pos="0">
              <a:schemeClr val="accent1">
                <a:lumMod val="60000"/>
                <a:lumOff val="40000"/>
              </a:schemeClr>
            </a:gs>
            <a:gs pos="100000">
              <a:schemeClr val="accent1">
                <a:lumMod val="30000"/>
                <a:lumOff val="70000"/>
              </a:schemeClr>
            </a:gs>
          </a:gsLst>
          <a:lin ang="3600000" scaled="0"/>
        </a:gradFill>
        <a:effectLst/>
      </p:bgPr>
    </p:bg>
    <p:spTree>
      <p:nvGrpSpPr>
        <p:cNvPr id="1" name="">
          <a:extLst>
            <a:ext uri="{FF2B5EF4-FFF2-40B4-BE49-F238E27FC236}">
              <a16:creationId xmlns:a16="http://schemas.microsoft.com/office/drawing/2014/main" id="{C6207204-ED72-3E07-FABE-E5799B90370A}"/>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2C0E8979-595C-E4C2-65A0-78C0CFB6FD8D}"/>
              </a:ext>
            </a:extLst>
          </p:cNvPr>
          <p:cNvSpPr/>
          <p:nvPr/>
        </p:nvSpPr>
        <p:spPr>
          <a:xfrm>
            <a:off x="1" y="1043307"/>
            <a:ext cx="1119335" cy="3034744"/>
          </a:xfrm>
          <a:custGeom>
            <a:avLst/>
            <a:gdLst>
              <a:gd name="connsiteX0" fmla="*/ 0 w 1119335"/>
              <a:gd name="connsiteY0" fmla="*/ 0 h 3034744"/>
              <a:gd name="connsiteX1" fmla="*/ 3693 w 1119335"/>
              <a:gd name="connsiteY1" fmla="*/ 950 h 3034744"/>
              <a:gd name="connsiteX2" fmla="*/ 1119335 w 1119335"/>
              <a:gd name="connsiteY2" fmla="*/ 1517372 h 3034744"/>
              <a:gd name="connsiteX3" fmla="*/ 3693 w 1119335"/>
              <a:gd name="connsiteY3" fmla="*/ 3033795 h 3034744"/>
              <a:gd name="connsiteX4" fmla="*/ 0 w 1119335"/>
              <a:gd name="connsiteY4" fmla="*/ 3034744 h 3034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35" h="3034744">
                <a:moveTo>
                  <a:pt x="0" y="0"/>
                </a:moveTo>
                <a:lnTo>
                  <a:pt x="3693" y="950"/>
                </a:lnTo>
                <a:cubicBezTo>
                  <a:pt x="650040" y="201984"/>
                  <a:pt x="1119335" y="804873"/>
                  <a:pt x="1119335" y="1517372"/>
                </a:cubicBezTo>
                <a:cubicBezTo>
                  <a:pt x="1119335" y="2229871"/>
                  <a:pt x="650040" y="2832760"/>
                  <a:pt x="3693" y="3033795"/>
                </a:cubicBezTo>
                <a:lnTo>
                  <a:pt x="0" y="3034744"/>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任意多边形: 形状 2">
            <a:extLst>
              <a:ext uri="{FF2B5EF4-FFF2-40B4-BE49-F238E27FC236}">
                <a16:creationId xmlns:a16="http://schemas.microsoft.com/office/drawing/2014/main" id="{FACB67C6-0E87-F5BA-0570-DC7EDF594645}"/>
              </a:ext>
            </a:extLst>
          </p:cNvPr>
          <p:cNvSpPr/>
          <p:nvPr/>
        </p:nvSpPr>
        <p:spPr>
          <a:xfrm>
            <a:off x="9324824" y="5498794"/>
            <a:ext cx="2867177" cy="1359207"/>
          </a:xfrm>
          <a:custGeom>
            <a:avLst/>
            <a:gdLst>
              <a:gd name="connsiteX0" fmla="*/ 1569498 w 2867177"/>
              <a:gd name="connsiteY0" fmla="*/ 0 h 1359207"/>
              <a:gd name="connsiteX1" fmla="*/ 2794727 w 2867177"/>
              <a:gd name="connsiteY1" fmla="*/ 577814 h 1359207"/>
              <a:gd name="connsiteX2" fmla="*/ 2867177 w 2867177"/>
              <a:gd name="connsiteY2" fmla="*/ 674700 h 1359207"/>
              <a:gd name="connsiteX3" fmla="*/ 2867177 w 2867177"/>
              <a:gd name="connsiteY3" fmla="*/ 1359207 h 1359207"/>
              <a:gd name="connsiteX4" fmla="*/ 0 w 2867177"/>
              <a:gd name="connsiteY4" fmla="*/ 1359207 h 1359207"/>
              <a:gd name="connsiteX5" fmla="*/ 13950 w 2867177"/>
              <a:gd name="connsiteY5" fmla="*/ 1267809 h 1359207"/>
              <a:gd name="connsiteX6" fmla="*/ 1569498 w 2867177"/>
              <a:gd name="connsiteY6" fmla="*/ 0 h 135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177" h="1359207">
                <a:moveTo>
                  <a:pt x="1569498" y="0"/>
                </a:moveTo>
                <a:cubicBezTo>
                  <a:pt x="2062767" y="0"/>
                  <a:pt x="2503500" y="224929"/>
                  <a:pt x="2794727" y="577814"/>
                </a:cubicBezTo>
                <a:lnTo>
                  <a:pt x="2867177" y="674700"/>
                </a:lnTo>
                <a:lnTo>
                  <a:pt x="2867177" y="1359207"/>
                </a:lnTo>
                <a:lnTo>
                  <a:pt x="0" y="1359207"/>
                </a:lnTo>
                <a:lnTo>
                  <a:pt x="13950" y="1267809"/>
                </a:lnTo>
                <a:cubicBezTo>
                  <a:pt x="162007" y="544272"/>
                  <a:pt x="802191" y="0"/>
                  <a:pt x="1569498"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 name="Group 32">
            <a:extLst>
              <a:ext uri="{FF2B5EF4-FFF2-40B4-BE49-F238E27FC236}">
                <a16:creationId xmlns:a16="http://schemas.microsoft.com/office/drawing/2014/main" id="{447BAE71-781F-980A-545C-1637980D9922}"/>
              </a:ext>
            </a:extLst>
          </p:cNvPr>
          <p:cNvGrpSpPr/>
          <p:nvPr/>
        </p:nvGrpSpPr>
        <p:grpSpPr>
          <a:xfrm>
            <a:off x="8941188" y="1510690"/>
            <a:ext cx="2064994" cy="2064994"/>
            <a:chOff x="10640582" y="1220864"/>
            <a:chExt cx="2064994" cy="2064994"/>
          </a:xfrm>
        </p:grpSpPr>
        <p:sp>
          <p:nvSpPr>
            <p:cNvPr id="5" name="Circle: Hollow 38">
              <a:extLst>
                <a:ext uri="{FF2B5EF4-FFF2-40B4-BE49-F238E27FC236}">
                  <a16:creationId xmlns:a16="http://schemas.microsoft.com/office/drawing/2014/main" id="{8626F89F-3655-9106-D208-73A28A10997B}"/>
                </a:ext>
              </a:extLst>
            </p:cNvPr>
            <p:cNvSpPr/>
            <p:nvPr/>
          </p:nvSpPr>
          <p:spPr>
            <a:xfrm rot="20700000">
              <a:off x="10640582" y="1220864"/>
              <a:ext cx="2064994" cy="2064994"/>
            </a:xfrm>
            <a:prstGeom prst="donut">
              <a:avLst>
                <a:gd name="adj" fmla="val 37753"/>
              </a:avLst>
            </a:prstGeom>
            <a:gradFill>
              <a:gsLst>
                <a:gs pos="100000">
                  <a:schemeClr val="accent6"/>
                </a:gs>
                <a:gs pos="60000">
                  <a:schemeClr val="accent5"/>
                </a:gs>
                <a:gs pos="5000">
                  <a:schemeClr val="accent4"/>
                </a:gs>
              </a:gsLst>
              <a:path path="circle">
                <a:fillToRect l="100000" t="100000"/>
              </a:path>
            </a:gradFill>
            <a:ln>
              <a:noFill/>
            </a:ln>
            <a:effectLst>
              <a:outerShdw blurRad="774700" dist="546100" dir="2700000" algn="tl" rotWithShape="0">
                <a:prstClr val="black">
                  <a:alpha val="40000"/>
                </a:prstClr>
              </a:outerShdw>
              <a:softEdge rad="698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ircle: Hollow 39">
              <a:extLst>
                <a:ext uri="{FF2B5EF4-FFF2-40B4-BE49-F238E27FC236}">
                  <a16:creationId xmlns:a16="http://schemas.microsoft.com/office/drawing/2014/main" id="{D1F07D57-70A6-F08F-9BD8-BDDFFCBC2ADC}"/>
                </a:ext>
              </a:extLst>
            </p:cNvPr>
            <p:cNvSpPr/>
            <p:nvPr/>
          </p:nvSpPr>
          <p:spPr>
            <a:xfrm rot="20700000">
              <a:off x="10864033" y="1444315"/>
              <a:ext cx="1618092" cy="1618092"/>
            </a:xfrm>
            <a:prstGeom prst="donut">
              <a:avLst/>
            </a:prstGeom>
            <a:solidFill>
              <a:schemeClr val="bg1"/>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ircle: Hollow 40">
              <a:extLst>
                <a:ext uri="{FF2B5EF4-FFF2-40B4-BE49-F238E27FC236}">
                  <a16:creationId xmlns:a16="http://schemas.microsoft.com/office/drawing/2014/main" id="{BEF1FD50-0A2B-60D2-A957-1E4956BB19FD}"/>
                </a:ext>
              </a:extLst>
            </p:cNvPr>
            <p:cNvSpPr/>
            <p:nvPr/>
          </p:nvSpPr>
          <p:spPr>
            <a:xfrm rot="20700000">
              <a:off x="10864033" y="1444315"/>
              <a:ext cx="1618092" cy="1618092"/>
            </a:xfrm>
            <a:prstGeom prst="donut">
              <a:avLst/>
            </a:prstGeom>
            <a:gradFill>
              <a:gsLst>
                <a:gs pos="100000">
                  <a:schemeClr val="accent6"/>
                </a:gs>
                <a:gs pos="60000">
                  <a:schemeClr val="accent5"/>
                </a:gs>
                <a:gs pos="5000">
                  <a:schemeClr val="accent4"/>
                </a:gs>
              </a:gsLst>
              <a:path path="circle">
                <a:fillToRect l="100000" t="100000"/>
              </a:path>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8" name="Rectangle: Rounded Corners 31">
            <a:extLst>
              <a:ext uri="{FF2B5EF4-FFF2-40B4-BE49-F238E27FC236}">
                <a16:creationId xmlns:a16="http://schemas.microsoft.com/office/drawing/2014/main" id="{E07D1001-571B-CB30-EC21-B25FD3A0782D}"/>
              </a:ext>
            </a:extLst>
          </p:cNvPr>
          <p:cNvSpPr/>
          <p:nvPr/>
        </p:nvSpPr>
        <p:spPr>
          <a:xfrm>
            <a:off x="193780" y="361759"/>
            <a:ext cx="11707521" cy="6229541"/>
          </a:xfrm>
          <a:prstGeom prst="roundRect">
            <a:avLst>
              <a:gd name="adj" fmla="val 4883"/>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任意多边形: 形状 8">
            <a:extLst>
              <a:ext uri="{FF2B5EF4-FFF2-40B4-BE49-F238E27FC236}">
                <a16:creationId xmlns:a16="http://schemas.microsoft.com/office/drawing/2014/main" id="{301E7C40-F396-301C-995C-AD39EC6280FE}"/>
              </a:ext>
            </a:extLst>
          </p:cNvPr>
          <p:cNvSpPr/>
          <p:nvPr/>
        </p:nvSpPr>
        <p:spPr>
          <a:xfrm>
            <a:off x="2837466" y="0"/>
            <a:ext cx="9354533" cy="6857999"/>
          </a:xfrm>
          <a:custGeom>
            <a:avLst/>
            <a:gdLst>
              <a:gd name="connsiteX0" fmla="*/ 811424 w 9354533"/>
              <a:gd name="connsiteY0" fmla="*/ 6511811 h 6857999"/>
              <a:gd name="connsiteX1" fmla="*/ 855285 w 9354533"/>
              <a:gd name="connsiteY1" fmla="*/ 6511811 h 6857999"/>
              <a:gd name="connsiteX2" fmla="*/ 899145 w 9354533"/>
              <a:gd name="connsiteY2" fmla="*/ 6511811 h 6857999"/>
              <a:gd name="connsiteX3" fmla="*/ 940265 w 9354533"/>
              <a:gd name="connsiteY3" fmla="*/ 6514555 h 6857999"/>
              <a:gd name="connsiteX4" fmla="*/ 986866 w 9354533"/>
              <a:gd name="connsiteY4" fmla="*/ 6522788 h 6857999"/>
              <a:gd name="connsiteX5" fmla="*/ 1030726 w 9354533"/>
              <a:gd name="connsiteY5" fmla="*/ 6531020 h 6857999"/>
              <a:gd name="connsiteX6" fmla="*/ 1071846 w 9354533"/>
              <a:gd name="connsiteY6" fmla="*/ 6539252 h 6857999"/>
              <a:gd name="connsiteX7" fmla="*/ 1112965 w 9354533"/>
              <a:gd name="connsiteY7" fmla="*/ 6550230 h 6857999"/>
              <a:gd name="connsiteX8" fmla="*/ 1156826 w 9354533"/>
              <a:gd name="connsiteY8" fmla="*/ 6563951 h 6857999"/>
              <a:gd name="connsiteX9" fmla="*/ 1197945 w 9354533"/>
              <a:gd name="connsiteY9" fmla="*/ 6577672 h 6857999"/>
              <a:gd name="connsiteX10" fmla="*/ 1239064 w 9354533"/>
              <a:gd name="connsiteY10" fmla="*/ 6596881 h 6857999"/>
              <a:gd name="connsiteX11" fmla="*/ 1277443 w 9354533"/>
              <a:gd name="connsiteY11" fmla="*/ 6616091 h 6857999"/>
              <a:gd name="connsiteX12" fmla="*/ 1318562 w 9354533"/>
              <a:gd name="connsiteY12" fmla="*/ 6638044 h 6857999"/>
              <a:gd name="connsiteX13" fmla="*/ 1356942 w 9354533"/>
              <a:gd name="connsiteY13" fmla="*/ 6662741 h 6857999"/>
              <a:gd name="connsiteX14" fmla="*/ 1392576 w 9354533"/>
              <a:gd name="connsiteY14" fmla="*/ 6687440 h 6857999"/>
              <a:gd name="connsiteX15" fmla="*/ 1430955 w 9354533"/>
              <a:gd name="connsiteY15" fmla="*/ 6717627 h 6857999"/>
              <a:gd name="connsiteX16" fmla="*/ 1463850 w 9354533"/>
              <a:gd name="connsiteY16" fmla="*/ 6745068 h 6857999"/>
              <a:gd name="connsiteX17" fmla="*/ 1499488 w 9354533"/>
              <a:gd name="connsiteY17" fmla="*/ 6780744 h 6857999"/>
              <a:gd name="connsiteX18" fmla="*/ 1576429 w 9354533"/>
              <a:gd name="connsiteY18" fmla="*/ 6857999 h 6857999"/>
              <a:gd name="connsiteX19" fmla="*/ 141549 w 9354533"/>
              <a:gd name="connsiteY19" fmla="*/ 6857999 h 6857999"/>
              <a:gd name="connsiteX20" fmla="*/ 148030 w 9354533"/>
              <a:gd name="connsiteY20" fmla="*/ 6849348 h 6857999"/>
              <a:gd name="connsiteX21" fmla="*/ 180926 w 9354533"/>
              <a:gd name="connsiteY21" fmla="*/ 6810929 h 6857999"/>
              <a:gd name="connsiteX22" fmla="*/ 211081 w 9354533"/>
              <a:gd name="connsiteY22" fmla="*/ 6780744 h 6857999"/>
              <a:gd name="connsiteX23" fmla="*/ 246717 w 9354533"/>
              <a:gd name="connsiteY23" fmla="*/ 6745068 h 6857999"/>
              <a:gd name="connsiteX24" fmla="*/ 279611 w 9354533"/>
              <a:gd name="connsiteY24" fmla="*/ 6717627 h 6857999"/>
              <a:gd name="connsiteX25" fmla="*/ 317990 w 9354533"/>
              <a:gd name="connsiteY25" fmla="*/ 6687440 h 6857999"/>
              <a:gd name="connsiteX26" fmla="*/ 353629 w 9354533"/>
              <a:gd name="connsiteY26" fmla="*/ 6662741 h 6857999"/>
              <a:gd name="connsiteX27" fmla="*/ 392005 w 9354533"/>
              <a:gd name="connsiteY27" fmla="*/ 6638044 h 6857999"/>
              <a:gd name="connsiteX28" fmla="*/ 433124 w 9354533"/>
              <a:gd name="connsiteY28" fmla="*/ 6616091 h 6857999"/>
              <a:gd name="connsiteX29" fmla="*/ 471503 w 9354533"/>
              <a:gd name="connsiteY29" fmla="*/ 6596881 h 6857999"/>
              <a:gd name="connsiteX30" fmla="*/ 512622 w 9354533"/>
              <a:gd name="connsiteY30" fmla="*/ 6577672 h 6857999"/>
              <a:gd name="connsiteX31" fmla="*/ 553742 w 9354533"/>
              <a:gd name="connsiteY31" fmla="*/ 6563951 h 6857999"/>
              <a:gd name="connsiteX32" fmla="*/ 594861 w 9354533"/>
              <a:gd name="connsiteY32" fmla="*/ 6550230 h 6857999"/>
              <a:gd name="connsiteX33" fmla="*/ 638721 w 9354533"/>
              <a:gd name="connsiteY33" fmla="*/ 6539252 h 6857999"/>
              <a:gd name="connsiteX34" fmla="*/ 679841 w 9354533"/>
              <a:gd name="connsiteY34" fmla="*/ 6531020 h 6857999"/>
              <a:gd name="connsiteX35" fmla="*/ 723702 w 9354533"/>
              <a:gd name="connsiteY35" fmla="*/ 6522788 h 6857999"/>
              <a:gd name="connsiteX36" fmla="*/ 767562 w 9354533"/>
              <a:gd name="connsiteY36" fmla="*/ 6514555 h 6857999"/>
              <a:gd name="connsiteX37" fmla="*/ 863507 w 9354533"/>
              <a:gd name="connsiteY37" fmla="*/ 3786810 h 6857999"/>
              <a:gd name="connsiteX38" fmla="*/ 907368 w 9354533"/>
              <a:gd name="connsiteY38" fmla="*/ 3786810 h 6857999"/>
              <a:gd name="connsiteX39" fmla="*/ 948487 w 9354533"/>
              <a:gd name="connsiteY39" fmla="*/ 3786810 h 6857999"/>
              <a:gd name="connsiteX40" fmla="*/ 992347 w 9354533"/>
              <a:gd name="connsiteY40" fmla="*/ 3792299 h 6857999"/>
              <a:gd name="connsiteX41" fmla="*/ 1038951 w 9354533"/>
              <a:gd name="connsiteY41" fmla="*/ 3795043 h 6857999"/>
              <a:gd name="connsiteX42" fmla="*/ 1080070 w 9354533"/>
              <a:gd name="connsiteY42" fmla="*/ 3803275 h 6857999"/>
              <a:gd name="connsiteX43" fmla="*/ 1123931 w 9354533"/>
              <a:gd name="connsiteY43" fmla="*/ 3811507 h 6857999"/>
              <a:gd name="connsiteX44" fmla="*/ 1167791 w 9354533"/>
              <a:gd name="connsiteY44" fmla="*/ 3822484 h 6857999"/>
              <a:gd name="connsiteX45" fmla="*/ 1206170 w 9354533"/>
              <a:gd name="connsiteY45" fmla="*/ 3836206 h 6857999"/>
              <a:gd name="connsiteX46" fmla="*/ 1250030 w 9354533"/>
              <a:gd name="connsiteY46" fmla="*/ 3852671 h 6857999"/>
              <a:gd name="connsiteX47" fmla="*/ 1291149 w 9354533"/>
              <a:gd name="connsiteY47" fmla="*/ 3869136 h 6857999"/>
              <a:gd name="connsiteX48" fmla="*/ 1329528 w 9354533"/>
              <a:gd name="connsiteY48" fmla="*/ 3888346 h 6857999"/>
              <a:gd name="connsiteX49" fmla="*/ 1370648 w 9354533"/>
              <a:gd name="connsiteY49" fmla="*/ 3913043 h 6857999"/>
              <a:gd name="connsiteX50" fmla="*/ 1406283 w 9354533"/>
              <a:gd name="connsiteY50" fmla="*/ 3934997 h 6857999"/>
              <a:gd name="connsiteX51" fmla="*/ 1444661 w 9354533"/>
              <a:gd name="connsiteY51" fmla="*/ 3959695 h 6857999"/>
              <a:gd name="connsiteX52" fmla="*/ 1483041 w 9354533"/>
              <a:gd name="connsiteY52" fmla="*/ 3989881 h 6857999"/>
              <a:gd name="connsiteX53" fmla="*/ 1515936 w 9354533"/>
              <a:gd name="connsiteY53" fmla="*/ 4020067 h 6857999"/>
              <a:gd name="connsiteX54" fmla="*/ 1551573 w 9354533"/>
              <a:gd name="connsiteY54" fmla="*/ 4052999 h 6857999"/>
              <a:gd name="connsiteX55" fmla="*/ 4345134 w 9354533"/>
              <a:gd name="connsiteY55" fmla="*/ 6857999 h 6857999"/>
              <a:gd name="connsiteX56" fmla="*/ 1774225 w 9354533"/>
              <a:gd name="connsiteY56" fmla="*/ 6857999 h 6857999"/>
              <a:gd name="connsiteX57" fmla="*/ 263165 w 9354533"/>
              <a:gd name="connsiteY57" fmla="*/ 5342778 h 6857999"/>
              <a:gd name="connsiteX58" fmla="*/ 230270 w 9354533"/>
              <a:gd name="connsiteY58" fmla="*/ 5307103 h 6857999"/>
              <a:gd name="connsiteX59" fmla="*/ 202857 w 9354533"/>
              <a:gd name="connsiteY59" fmla="*/ 5274172 h 6857999"/>
              <a:gd name="connsiteX60" fmla="*/ 175444 w 9354533"/>
              <a:gd name="connsiteY60" fmla="*/ 5238497 h 6857999"/>
              <a:gd name="connsiteX61" fmla="*/ 148030 w 9354533"/>
              <a:gd name="connsiteY61" fmla="*/ 5200079 h 6857999"/>
              <a:gd name="connsiteX62" fmla="*/ 123358 w 9354533"/>
              <a:gd name="connsiteY62" fmla="*/ 5161661 h 6857999"/>
              <a:gd name="connsiteX63" fmla="*/ 104171 w 9354533"/>
              <a:gd name="connsiteY63" fmla="*/ 5123241 h 6857999"/>
              <a:gd name="connsiteX64" fmla="*/ 82239 w 9354533"/>
              <a:gd name="connsiteY64" fmla="*/ 5082077 h 6857999"/>
              <a:gd name="connsiteX65" fmla="*/ 65792 w 9354533"/>
              <a:gd name="connsiteY65" fmla="*/ 5040914 h 6857999"/>
              <a:gd name="connsiteX66" fmla="*/ 49345 w 9354533"/>
              <a:gd name="connsiteY66" fmla="*/ 4999752 h 6857999"/>
              <a:gd name="connsiteX67" fmla="*/ 35638 w 9354533"/>
              <a:gd name="connsiteY67" fmla="*/ 4955844 h 6857999"/>
              <a:gd name="connsiteX68" fmla="*/ 24672 w 9354533"/>
              <a:gd name="connsiteY68" fmla="*/ 4914681 h 6857999"/>
              <a:gd name="connsiteX69" fmla="*/ 13707 w 9354533"/>
              <a:gd name="connsiteY69" fmla="*/ 4870773 h 6857999"/>
              <a:gd name="connsiteX70" fmla="*/ 8225 w 9354533"/>
              <a:gd name="connsiteY70" fmla="*/ 4826865 h 6857999"/>
              <a:gd name="connsiteX71" fmla="*/ 2744 w 9354533"/>
              <a:gd name="connsiteY71" fmla="*/ 4785702 h 6857999"/>
              <a:gd name="connsiteX72" fmla="*/ 0 w 9354533"/>
              <a:gd name="connsiteY72" fmla="*/ 4741796 h 6857999"/>
              <a:gd name="connsiteX73" fmla="*/ 0 w 9354533"/>
              <a:gd name="connsiteY73" fmla="*/ 4697888 h 6857999"/>
              <a:gd name="connsiteX74" fmla="*/ 0 w 9354533"/>
              <a:gd name="connsiteY74" fmla="*/ 4653981 h 6857999"/>
              <a:gd name="connsiteX75" fmla="*/ 2744 w 9354533"/>
              <a:gd name="connsiteY75" fmla="*/ 4610073 h 6857999"/>
              <a:gd name="connsiteX76" fmla="*/ 8225 w 9354533"/>
              <a:gd name="connsiteY76" fmla="*/ 4566165 h 6857999"/>
              <a:gd name="connsiteX77" fmla="*/ 13707 w 9354533"/>
              <a:gd name="connsiteY77" fmla="*/ 4522259 h 6857999"/>
              <a:gd name="connsiteX78" fmla="*/ 24672 w 9354533"/>
              <a:gd name="connsiteY78" fmla="*/ 4481095 h 6857999"/>
              <a:gd name="connsiteX79" fmla="*/ 35638 w 9354533"/>
              <a:gd name="connsiteY79" fmla="*/ 4437188 h 6857999"/>
              <a:gd name="connsiteX80" fmla="*/ 49345 w 9354533"/>
              <a:gd name="connsiteY80" fmla="*/ 4393280 h 6857999"/>
              <a:gd name="connsiteX81" fmla="*/ 65792 w 9354533"/>
              <a:gd name="connsiteY81" fmla="*/ 4354861 h 6857999"/>
              <a:gd name="connsiteX82" fmla="*/ 82239 w 9354533"/>
              <a:gd name="connsiteY82" fmla="*/ 4313698 h 6857999"/>
              <a:gd name="connsiteX83" fmla="*/ 104171 w 9354533"/>
              <a:gd name="connsiteY83" fmla="*/ 4272536 h 6857999"/>
              <a:gd name="connsiteX84" fmla="*/ 123358 w 9354533"/>
              <a:gd name="connsiteY84" fmla="*/ 4234116 h 6857999"/>
              <a:gd name="connsiteX85" fmla="*/ 148030 w 9354533"/>
              <a:gd name="connsiteY85" fmla="*/ 4195697 h 6857999"/>
              <a:gd name="connsiteX86" fmla="*/ 175444 w 9354533"/>
              <a:gd name="connsiteY86" fmla="*/ 4160023 h 6857999"/>
              <a:gd name="connsiteX87" fmla="*/ 202857 w 9354533"/>
              <a:gd name="connsiteY87" fmla="*/ 4121603 h 6857999"/>
              <a:gd name="connsiteX88" fmla="*/ 230270 w 9354533"/>
              <a:gd name="connsiteY88" fmla="*/ 4085929 h 6857999"/>
              <a:gd name="connsiteX89" fmla="*/ 263165 w 9354533"/>
              <a:gd name="connsiteY89" fmla="*/ 4052999 h 6857999"/>
              <a:gd name="connsiteX90" fmla="*/ 296062 w 9354533"/>
              <a:gd name="connsiteY90" fmla="*/ 4020067 h 6857999"/>
              <a:gd name="connsiteX91" fmla="*/ 331697 w 9354533"/>
              <a:gd name="connsiteY91" fmla="*/ 3989881 h 6857999"/>
              <a:gd name="connsiteX92" fmla="*/ 370076 w 9354533"/>
              <a:gd name="connsiteY92" fmla="*/ 3959695 h 6857999"/>
              <a:gd name="connsiteX93" fmla="*/ 405711 w 9354533"/>
              <a:gd name="connsiteY93" fmla="*/ 3934997 h 6857999"/>
              <a:gd name="connsiteX94" fmla="*/ 444090 w 9354533"/>
              <a:gd name="connsiteY94" fmla="*/ 3913043 h 6857999"/>
              <a:gd name="connsiteX95" fmla="*/ 482469 w 9354533"/>
              <a:gd name="connsiteY95" fmla="*/ 3888346 h 6857999"/>
              <a:gd name="connsiteX96" fmla="*/ 523588 w 9354533"/>
              <a:gd name="connsiteY96" fmla="*/ 3869136 h 6857999"/>
              <a:gd name="connsiteX97" fmla="*/ 564708 w 9354533"/>
              <a:gd name="connsiteY97" fmla="*/ 3852671 h 6857999"/>
              <a:gd name="connsiteX98" fmla="*/ 605827 w 9354533"/>
              <a:gd name="connsiteY98" fmla="*/ 3836206 h 6857999"/>
              <a:gd name="connsiteX99" fmla="*/ 646947 w 9354533"/>
              <a:gd name="connsiteY99" fmla="*/ 3822484 h 6857999"/>
              <a:gd name="connsiteX100" fmla="*/ 688066 w 9354533"/>
              <a:gd name="connsiteY100" fmla="*/ 3811507 h 6857999"/>
              <a:gd name="connsiteX101" fmla="*/ 731926 w 9354533"/>
              <a:gd name="connsiteY101" fmla="*/ 3803275 h 6857999"/>
              <a:gd name="connsiteX102" fmla="*/ 775786 w 9354533"/>
              <a:gd name="connsiteY102" fmla="*/ 3795043 h 6857999"/>
              <a:gd name="connsiteX103" fmla="*/ 816907 w 9354533"/>
              <a:gd name="connsiteY103" fmla="*/ 3792299 h 6857999"/>
              <a:gd name="connsiteX104" fmla="*/ 975900 w 9354533"/>
              <a:gd name="connsiteY104" fmla="*/ 1075531 h 6857999"/>
              <a:gd name="connsiteX105" fmla="*/ 1019761 w 9354533"/>
              <a:gd name="connsiteY105" fmla="*/ 1078274 h 6857999"/>
              <a:gd name="connsiteX106" fmla="*/ 1063623 w 9354533"/>
              <a:gd name="connsiteY106" fmla="*/ 1081018 h 6857999"/>
              <a:gd name="connsiteX107" fmla="*/ 1107484 w 9354533"/>
              <a:gd name="connsiteY107" fmla="*/ 1083763 h 6857999"/>
              <a:gd name="connsiteX108" fmla="*/ 1151344 w 9354533"/>
              <a:gd name="connsiteY108" fmla="*/ 1091995 h 6857999"/>
              <a:gd name="connsiteX109" fmla="*/ 1192463 w 9354533"/>
              <a:gd name="connsiteY109" fmla="*/ 1102972 h 6857999"/>
              <a:gd name="connsiteX110" fmla="*/ 1236324 w 9354533"/>
              <a:gd name="connsiteY110" fmla="*/ 1113948 h 6857999"/>
              <a:gd name="connsiteX111" fmla="*/ 1274702 w 9354533"/>
              <a:gd name="connsiteY111" fmla="*/ 1127671 h 6857999"/>
              <a:gd name="connsiteX112" fmla="*/ 1318562 w 9354533"/>
              <a:gd name="connsiteY112" fmla="*/ 1141391 h 6857999"/>
              <a:gd name="connsiteX113" fmla="*/ 1359682 w 9354533"/>
              <a:gd name="connsiteY113" fmla="*/ 1160601 h 6857999"/>
              <a:gd name="connsiteX114" fmla="*/ 1398058 w 9354533"/>
              <a:gd name="connsiteY114" fmla="*/ 1179811 h 6857999"/>
              <a:gd name="connsiteX115" fmla="*/ 1439178 w 9354533"/>
              <a:gd name="connsiteY115" fmla="*/ 1201764 h 6857999"/>
              <a:gd name="connsiteX116" fmla="*/ 1477556 w 9354533"/>
              <a:gd name="connsiteY116" fmla="*/ 1226461 h 6857999"/>
              <a:gd name="connsiteX117" fmla="*/ 1513194 w 9354533"/>
              <a:gd name="connsiteY117" fmla="*/ 1251160 h 6857999"/>
              <a:gd name="connsiteX118" fmla="*/ 1551573 w 9354533"/>
              <a:gd name="connsiteY118" fmla="*/ 1278601 h 6857999"/>
              <a:gd name="connsiteX119" fmla="*/ 1584468 w 9354533"/>
              <a:gd name="connsiteY119" fmla="*/ 1311532 h 6857999"/>
              <a:gd name="connsiteX120" fmla="*/ 1620103 w 9354533"/>
              <a:gd name="connsiteY120" fmla="*/ 1341718 h 6857999"/>
              <a:gd name="connsiteX121" fmla="*/ 7115932 w 9354533"/>
              <a:gd name="connsiteY121" fmla="*/ 6857999 h 6857999"/>
              <a:gd name="connsiteX122" fmla="*/ 4543996 w 9354533"/>
              <a:gd name="connsiteY122" fmla="*/ 6857999 h 6857999"/>
              <a:gd name="connsiteX123" fmla="*/ 331697 w 9354533"/>
              <a:gd name="connsiteY123" fmla="*/ 2631498 h 6857999"/>
              <a:gd name="connsiteX124" fmla="*/ 301543 w 9354533"/>
              <a:gd name="connsiteY124" fmla="*/ 2601310 h 6857999"/>
              <a:gd name="connsiteX125" fmla="*/ 271390 w 9354533"/>
              <a:gd name="connsiteY125" fmla="*/ 2562893 h 6857999"/>
              <a:gd name="connsiteX126" fmla="*/ 243976 w 9354533"/>
              <a:gd name="connsiteY126" fmla="*/ 2527217 h 6857999"/>
              <a:gd name="connsiteX127" fmla="*/ 216563 w 9354533"/>
              <a:gd name="connsiteY127" fmla="*/ 2491543 h 6857999"/>
              <a:gd name="connsiteX128" fmla="*/ 191891 w 9354533"/>
              <a:gd name="connsiteY128" fmla="*/ 2450380 h 6857999"/>
              <a:gd name="connsiteX129" fmla="*/ 172702 w 9354533"/>
              <a:gd name="connsiteY129" fmla="*/ 2414705 h 6857999"/>
              <a:gd name="connsiteX130" fmla="*/ 150772 w 9354533"/>
              <a:gd name="connsiteY130" fmla="*/ 2373541 h 6857999"/>
              <a:gd name="connsiteX131" fmla="*/ 134324 w 9354533"/>
              <a:gd name="connsiteY131" fmla="*/ 2329634 h 6857999"/>
              <a:gd name="connsiteX132" fmla="*/ 117877 w 9354533"/>
              <a:gd name="connsiteY132" fmla="*/ 2291216 h 6857999"/>
              <a:gd name="connsiteX133" fmla="*/ 106912 w 9354533"/>
              <a:gd name="connsiteY133" fmla="*/ 2247308 h 6857999"/>
              <a:gd name="connsiteX134" fmla="*/ 93205 w 9354533"/>
              <a:gd name="connsiteY134" fmla="*/ 2203400 h 6857999"/>
              <a:gd name="connsiteX135" fmla="*/ 82239 w 9354533"/>
              <a:gd name="connsiteY135" fmla="*/ 2162238 h 6857999"/>
              <a:gd name="connsiteX136" fmla="*/ 76757 w 9354533"/>
              <a:gd name="connsiteY136" fmla="*/ 2118330 h 6857999"/>
              <a:gd name="connsiteX137" fmla="*/ 71275 w 9354533"/>
              <a:gd name="connsiteY137" fmla="*/ 2074424 h 6857999"/>
              <a:gd name="connsiteX138" fmla="*/ 68533 w 9354533"/>
              <a:gd name="connsiteY138" fmla="*/ 2030516 h 6857999"/>
              <a:gd name="connsiteX139" fmla="*/ 68533 w 9354533"/>
              <a:gd name="connsiteY139" fmla="*/ 1989352 h 6857999"/>
              <a:gd name="connsiteX140" fmla="*/ 68533 w 9354533"/>
              <a:gd name="connsiteY140" fmla="*/ 1942701 h 6857999"/>
              <a:gd name="connsiteX141" fmla="*/ 71275 w 9354533"/>
              <a:gd name="connsiteY141" fmla="*/ 1898793 h 6857999"/>
              <a:gd name="connsiteX142" fmla="*/ 76757 w 9354533"/>
              <a:gd name="connsiteY142" fmla="*/ 1857629 h 6857999"/>
              <a:gd name="connsiteX143" fmla="*/ 82239 w 9354533"/>
              <a:gd name="connsiteY143" fmla="*/ 1813723 h 6857999"/>
              <a:gd name="connsiteX144" fmla="*/ 93205 w 9354533"/>
              <a:gd name="connsiteY144" fmla="*/ 1769815 h 6857999"/>
              <a:gd name="connsiteX145" fmla="*/ 106912 w 9354533"/>
              <a:gd name="connsiteY145" fmla="*/ 1728652 h 6857999"/>
              <a:gd name="connsiteX146" fmla="*/ 117877 w 9354533"/>
              <a:gd name="connsiteY146" fmla="*/ 1684745 h 6857999"/>
              <a:gd name="connsiteX147" fmla="*/ 134324 w 9354533"/>
              <a:gd name="connsiteY147" fmla="*/ 1643581 h 6857999"/>
              <a:gd name="connsiteX148" fmla="*/ 150772 w 9354533"/>
              <a:gd name="connsiteY148" fmla="*/ 1605162 h 6857999"/>
              <a:gd name="connsiteX149" fmla="*/ 172702 w 9354533"/>
              <a:gd name="connsiteY149" fmla="*/ 1564000 h 6857999"/>
              <a:gd name="connsiteX150" fmla="*/ 191891 w 9354533"/>
              <a:gd name="connsiteY150" fmla="*/ 1522837 h 6857999"/>
              <a:gd name="connsiteX151" fmla="*/ 216563 w 9354533"/>
              <a:gd name="connsiteY151" fmla="*/ 1487162 h 6857999"/>
              <a:gd name="connsiteX152" fmla="*/ 243976 w 9354533"/>
              <a:gd name="connsiteY152" fmla="*/ 1448743 h 6857999"/>
              <a:gd name="connsiteX153" fmla="*/ 271390 w 9354533"/>
              <a:gd name="connsiteY153" fmla="*/ 1413068 h 6857999"/>
              <a:gd name="connsiteX154" fmla="*/ 301543 w 9354533"/>
              <a:gd name="connsiteY154" fmla="*/ 1377393 h 6857999"/>
              <a:gd name="connsiteX155" fmla="*/ 331697 w 9354533"/>
              <a:gd name="connsiteY155" fmla="*/ 1341718 h 6857999"/>
              <a:gd name="connsiteX156" fmla="*/ 367335 w 9354533"/>
              <a:gd name="connsiteY156" fmla="*/ 1311532 h 6857999"/>
              <a:gd name="connsiteX157" fmla="*/ 400229 w 9354533"/>
              <a:gd name="connsiteY157" fmla="*/ 1278601 h 6857999"/>
              <a:gd name="connsiteX158" fmla="*/ 438607 w 9354533"/>
              <a:gd name="connsiteY158" fmla="*/ 1251160 h 6857999"/>
              <a:gd name="connsiteX159" fmla="*/ 474243 w 9354533"/>
              <a:gd name="connsiteY159" fmla="*/ 1226461 h 6857999"/>
              <a:gd name="connsiteX160" fmla="*/ 512622 w 9354533"/>
              <a:gd name="connsiteY160" fmla="*/ 1201764 h 6857999"/>
              <a:gd name="connsiteX161" fmla="*/ 551001 w 9354533"/>
              <a:gd name="connsiteY161" fmla="*/ 1179811 h 6857999"/>
              <a:gd name="connsiteX162" fmla="*/ 592121 w 9354533"/>
              <a:gd name="connsiteY162" fmla="*/ 1160601 h 6857999"/>
              <a:gd name="connsiteX163" fmla="*/ 633240 w 9354533"/>
              <a:gd name="connsiteY163" fmla="*/ 1141391 h 6857999"/>
              <a:gd name="connsiteX164" fmla="*/ 674359 w 9354533"/>
              <a:gd name="connsiteY164" fmla="*/ 1127671 h 6857999"/>
              <a:gd name="connsiteX165" fmla="*/ 715479 w 9354533"/>
              <a:gd name="connsiteY165" fmla="*/ 1113948 h 6857999"/>
              <a:gd name="connsiteX166" fmla="*/ 759339 w 9354533"/>
              <a:gd name="connsiteY166" fmla="*/ 1102972 h 6857999"/>
              <a:gd name="connsiteX167" fmla="*/ 800459 w 9354533"/>
              <a:gd name="connsiteY167" fmla="*/ 1091995 h 6857999"/>
              <a:gd name="connsiteX168" fmla="*/ 844319 w 9354533"/>
              <a:gd name="connsiteY168" fmla="*/ 1083763 h 6857999"/>
              <a:gd name="connsiteX169" fmla="*/ 890920 w 9354533"/>
              <a:gd name="connsiteY169" fmla="*/ 1081018 h 6857999"/>
              <a:gd name="connsiteX170" fmla="*/ 932040 w 9354533"/>
              <a:gd name="connsiteY170" fmla="*/ 1078274 h 6857999"/>
              <a:gd name="connsiteX171" fmla="*/ 8785588 w 9354533"/>
              <a:gd name="connsiteY171" fmla="*/ 0 h 6857999"/>
              <a:gd name="connsiteX172" fmla="*/ 9354533 w 9354533"/>
              <a:gd name="connsiteY172" fmla="*/ 0 h 6857999"/>
              <a:gd name="connsiteX173" fmla="*/ 9354533 w 9354533"/>
              <a:gd name="connsiteY173" fmla="*/ 570519 h 6857999"/>
              <a:gd name="connsiteX174" fmla="*/ 6019529 w 9354533"/>
              <a:gd name="connsiteY174" fmla="*/ 0 h 6857999"/>
              <a:gd name="connsiteX175" fmla="*/ 8588708 w 9354533"/>
              <a:gd name="connsiteY175" fmla="*/ 0 h 6857999"/>
              <a:gd name="connsiteX176" fmla="*/ 9354533 w 9354533"/>
              <a:gd name="connsiteY176" fmla="*/ 768021 h 6857999"/>
              <a:gd name="connsiteX177" fmla="*/ 9354533 w 9354533"/>
              <a:gd name="connsiteY177" fmla="*/ 3347008 h 6857999"/>
              <a:gd name="connsiteX178" fmla="*/ 3248285 w 9354533"/>
              <a:gd name="connsiteY178" fmla="*/ 0 h 6857999"/>
              <a:gd name="connsiteX179" fmla="*/ 5819972 w 9354533"/>
              <a:gd name="connsiteY179" fmla="*/ 0 h 6857999"/>
              <a:gd name="connsiteX180" fmla="*/ 9354533 w 9354533"/>
              <a:gd name="connsiteY180" fmla="*/ 3545079 h 6857999"/>
              <a:gd name="connsiteX181" fmla="*/ 9354533 w 9354533"/>
              <a:gd name="connsiteY181" fmla="*/ 6127044 h 6857999"/>
              <a:gd name="connsiteX182" fmla="*/ 476872 w 9354533"/>
              <a:gd name="connsiteY182" fmla="*/ 0 h 6857999"/>
              <a:gd name="connsiteX183" fmla="*/ 3050781 w 9354533"/>
              <a:gd name="connsiteY183" fmla="*/ 0 h 6857999"/>
              <a:gd name="connsiteX184" fmla="*/ 9354533 w 9354533"/>
              <a:gd name="connsiteY184" fmla="*/ 6324693 h 6857999"/>
              <a:gd name="connsiteX185" fmla="*/ 9354533 w 9354533"/>
              <a:gd name="connsiteY185" fmla="*/ 6857999 h 6857999"/>
              <a:gd name="connsiteX186" fmla="*/ 7312522 w 9354533"/>
              <a:gd name="connsiteY18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9354533" h="6857999">
                <a:moveTo>
                  <a:pt x="811424" y="6511811"/>
                </a:moveTo>
                <a:lnTo>
                  <a:pt x="855285" y="6511811"/>
                </a:lnTo>
                <a:lnTo>
                  <a:pt x="899145" y="6511811"/>
                </a:lnTo>
                <a:lnTo>
                  <a:pt x="940265" y="6514555"/>
                </a:lnTo>
                <a:lnTo>
                  <a:pt x="986866" y="6522788"/>
                </a:lnTo>
                <a:lnTo>
                  <a:pt x="1030726" y="6531020"/>
                </a:lnTo>
                <a:lnTo>
                  <a:pt x="1071846" y="6539252"/>
                </a:lnTo>
                <a:lnTo>
                  <a:pt x="1112965" y="6550230"/>
                </a:lnTo>
                <a:lnTo>
                  <a:pt x="1156826" y="6563951"/>
                </a:lnTo>
                <a:lnTo>
                  <a:pt x="1197945" y="6577672"/>
                </a:lnTo>
                <a:lnTo>
                  <a:pt x="1239064" y="6596881"/>
                </a:lnTo>
                <a:lnTo>
                  <a:pt x="1277443" y="6616091"/>
                </a:lnTo>
                <a:lnTo>
                  <a:pt x="1318562" y="6638044"/>
                </a:lnTo>
                <a:lnTo>
                  <a:pt x="1356942" y="6662741"/>
                </a:lnTo>
                <a:lnTo>
                  <a:pt x="1392576" y="6687440"/>
                </a:lnTo>
                <a:lnTo>
                  <a:pt x="1430955" y="6717627"/>
                </a:lnTo>
                <a:lnTo>
                  <a:pt x="1463850" y="6745068"/>
                </a:lnTo>
                <a:lnTo>
                  <a:pt x="1499488" y="6780744"/>
                </a:lnTo>
                <a:lnTo>
                  <a:pt x="1576429" y="6857999"/>
                </a:lnTo>
                <a:lnTo>
                  <a:pt x="141549" y="6857999"/>
                </a:lnTo>
                <a:lnTo>
                  <a:pt x="148030" y="6849348"/>
                </a:lnTo>
                <a:lnTo>
                  <a:pt x="180926" y="6810929"/>
                </a:lnTo>
                <a:lnTo>
                  <a:pt x="211081" y="6780744"/>
                </a:lnTo>
                <a:lnTo>
                  <a:pt x="246717" y="6745068"/>
                </a:lnTo>
                <a:lnTo>
                  <a:pt x="279611" y="6717627"/>
                </a:lnTo>
                <a:lnTo>
                  <a:pt x="317990" y="6687440"/>
                </a:lnTo>
                <a:lnTo>
                  <a:pt x="353629" y="6662741"/>
                </a:lnTo>
                <a:lnTo>
                  <a:pt x="392005" y="6638044"/>
                </a:lnTo>
                <a:lnTo>
                  <a:pt x="433124" y="6616091"/>
                </a:lnTo>
                <a:lnTo>
                  <a:pt x="471503" y="6596881"/>
                </a:lnTo>
                <a:lnTo>
                  <a:pt x="512622" y="6577672"/>
                </a:lnTo>
                <a:lnTo>
                  <a:pt x="553742" y="6563951"/>
                </a:lnTo>
                <a:lnTo>
                  <a:pt x="594861" y="6550230"/>
                </a:lnTo>
                <a:lnTo>
                  <a:pt x="638721" y="6539252"/>
                </a:lnTo>
                <a:lnTo>
                  <a:pt x="679841" y="6531020"/>
                </a:lnTo>
                <a:lnTo>
                  <a:pt x="723702" y="6522788"/>
                </a:lnTo>
                <a:lnTo>
                  <a:pt x="767562" y="6514555"/>
                </a:lnTo>
                <a:close/>
                <a:moveTo>
                  <a:pt x="863507" y="3786810"/>
                </a:moveTo>
                <a:lnTo>
                  <a:pt x="907368" y="3786810"/>
                </a:lnTo>
                <a:lnTo>
                  <a:pt x="948487" y="3786810"/>
                </a:lnTo>
                <a:lnTo>
                  <a:pt x="992347" y="3792299"/>
                </a:lnTo>
                <a:lnTo>
                  <a:pt x="1038951" y="3795043"/>
                </a:lnTo>
                <a:lnTo>
                  <a:pt x="1080070" y="3803275"/>
                </a:lnTo>
                <a:lnTo>
                  <a:pt x="1123931" y="3811507"/>
                </a:lnTo>
                <a:lnTo>
                  <a:pt x="1167791" y="3822484"/>
                </a:lnTo>
                <a:lnTo>
                  <a:pt x="1206170" y="3836206"/>
                </a:lnTo>
                <a:lnTo>
                  <a:pt x="1250030" y="3852671"/>
                </a:lnTo>
                <a:lnTo>
                  <a:pt x="1291149" y="3869136"/>
                </a:lnTo>
                <a:lnTo>
                  <a:pt x="1329528" y="3888346"/>
                </a:lnTo>
                <a:lnTo>
                  <a:pt x="1370648" y="3913043"/>
                </a:lnTo>
                <a:lnTo>
                  <a:pt x="1406283" y="3934997"/>
                </a:lnTo>
                <a:lnTo>
                  <a:pt x="1444661" y="3959695"/>
                </a:lnTo>
                <a:lnTo>
                  <a:pt x="1483041" y="3989881"/>
                </a:lnTo>
                <a:lnTo>
                  <a:pt x="1515936" y="4020067"/>
                </a:lnTo>
                <a:lnTo>
                  <a:pt x="1551573" y="4052999"/>
                </a:lnTo>
                <a:lnTo>
                  <a:pt x="4345134" y="6857999"/>
                </a:lnTo>
                <a:lnTo>
                  <a:pt x="1774225" y="6857999"/>
                </a:lnTo>
                <a:lnTo>
                  <a:pt x="263165" y="5342778"/>
                </a:lnTo>
                <a:lnTo>
                  <a:pt x="230270" y="5307103"/>
                </a:lnTo>
                <a:lnTo>
                  <a:pt x="202857" y="5274172"/>
                </a:lnTo>
                <a:lnTo>
                  <a:pt x="175444" y="5238497"/>
                </a:lnTo>
                <a:lnTo>
                  <a:pt x="148030" y="5200079"/>
                </a:lnTo>
                <a:lnTo>
                  <a:pt x="123358" y="5161661"/>
                </a:lnTo>
                <a:lnTo>
                  <a:pt x="104171" y="5123241"/>
                </a:lnTo>
                <a:lnTo>
                  <a:pt x="82239" y="5082077"/>
                </a:lnTo>
                <a:lnTo>
                  <a:pt x="65792" y="5040914"/>
                </a:lnTo>
                <a:lnTo>
                  <a:pt x="49345" y="4999752"/>
                </a:lnTo>
                <a:lnTo>
                  <a:pt x="35638" y="4955844"/>
                </a:lnTo>
                <a:lnTo>
                  <a:pt x="24672" y="4914681"/>
                </a:lnTo>
                <a:lnTo>
                  <a:pt x="13707" y="4870773"/>
                </a:lnTo>
                <a:lnTo>
                  <a:pt x="8225" y="4826865"/>
                </a:lnTo>
                <a:lnTo>
                  <a:pt x="2744" y="4785702"/>
                </a:lnTo>
                <a:lnTo>
                  <a:pt x="0" y="4741796"/>
                </a:lnTo>
                <a:lnTo>
                  <a:pt x="0" y="4697888"/>
                </a:lnTo>
                <a:lnTo>
                  <a:pt x="0" y="4653981"/>
                </a:lnTo>
                <a:lnTo>
                  <a:pt x="2744" y="4610073"/>
                </a:lnTo>
                <a:lnTo>
                  <a:pt x="8225" y="4566165"/>
                </a:lnTo>
                <a:lnTo>
                  <a:pt x="13707" y="4522259"/>
                </a:lnTo>
                <a:lnTo>
                  <a:pt x="24672" y="4481095"/>
                </a:lnTo>
                <a:lnTo>
                  <a:pt x="35638" y="4437188"/>
                </a:lnTo>
                <a:lnTo>
                  <a:pt x="49345" y="4393280"/>
                </a:lnTo>
                <a:lnTo>
                  <a:pt x="65792" y="4354861"/>
                </a:lnTo>
                <a:lnTo>
                  <a:pt x="82239" y="4313698"/>
                </a:lnTo>
                <a:lnTo>
                  <a:pt x="104171" y="4272536"/>
                </a:lnTo>
                <a:lnTo>
                  <a:pt x="123358" y="4234116"/>
                </a:lnTo>
                <a:lnTo>
                  <a:pt x="148030" y="4195697"/>
                </a:lnTo>
                <a:lnTo>
                  <a:pt x="175444" y="4160023"/>
                </a:lnTo>
                <a:lnTo>
                  <a:pt x="202857" y="4121603"/>
                </a:lnTo>
                <a:lnTo>
                  <a:pt x="230270" y="4085929"/>
                </a:lnTo>
                <a:lnTo>
                  <a:pt x="263165" y="4052999"/>
                </a:lnTo>
                <a:lnTo>
                  <a:pt x="296062" y="4020067"/>
                </a:lnTo>
                <a:lnTo>
                  <a:pt x="331697" y="3989881"/>
                </a:lnTo>
                <a:lnTo>
                  <a:pt x="370076" y="3959695"/>
                </a:lnTo>
                <a:lnTo>
                  <a:pt x="405711" y="3934997"/>
                </a:lnTo>
                <a:lnTo>
                  <a:pt x="444090" y="3913043"/>
                </a:lnTo>
                <a:lnTo>
                  <a:pt x="482469" y="3888346"/>
                </a:lnTo>
                <a:lnTo>
                  <a:pt x="523588" y="3869136"/>
                </a:lnTo>
                <a:lnTo>
                  <a:pt x="564708" y="3852671"/>
                </a:lnTo>
                <a:lnTo>
                  <a:pt x="605827" y="3836206"/>
                </a:lnTo>
                <a:lnTo>
                  <a:pt x="646947" y="3822484"/>
                </a:lnTo>
                <a:lnTo>
                  <a:pt x="688066" y="3811507"/>
                </a:lnTo>
                <a:lnTo>
                  <a:pt x="731926" y="3803275"/>
                </a:lnTo>
                <a:lnTo>
                  <a:pt x="775786" y="3795043"/>
                </a:lnTo>
                <a:lnTo>
                  <a:pt x="816907" y="3792299"/>
                </a:lnTo>
                <a:close/>
                <a:moveTo>
                  <a:pt x="975900" y="1075531"/>
                </a:moveTo>
                <a:lnTo>
                  <a:pt x="1019761" y="1078274"/>
                </a:lnTo>
                <a:lnTo>
                  <a:pt x="1063623" y="1081018"/>
                </a:lnTo>
                <a:lnTo>
                  <a:pt x="1107484" y="1083763"/>
                </a:lnTo>
                <a:lnTo>
                  <a:pt x="1151344" y="1091995"/>
                </a:lnTo>
                <a:lnTo>
                  <a:pt x="1192463" y="1102972"/>
                </a:lnTo>
                <a:lnTo>
                  <a:pt x="1236324" y="1113948"/>
                </a:lnTo>
                <a:lnTo>
                  <a:pt x="1274702" y="1127671"/>
                </a:lnTo>
                <a:lnTo>
                  <a:pt x="1318562" y="1141391"/>
                </a:lnTo>
                <a:lnTo>
                  <a:pt x="1359682" y="1160601"/>
                </a:lnTo>
                <a:lnTo>
                  <a:pt x="1398058" y="1179811"/>
                </a:lnTo>
                <a:lnTo>
                  <a:pt x="1439178" y="1201764"/>
                </a:lnTo>
                <a:lnTo>
                  <a:pt x="1477556" y="1226461"/>
                </a:lnTo>
                <a:lnTo>
                  <a:pt x="1513194" y="1251160"/>
                </a:lnTo>
                <a:lnTo>
                  <a:pt x="1551573" y="1278601"/>
                </a:lnTo>
                <a:lnTo>
                  <a:pt x="1584468" y="1311532"/>
                </a:lnTo>
                <a:lnTo>
                  <a:pt x="1620103" y="1341718"/>
                </a:lnTo>
                <a:lnTo>
                  <a:pt x="7115932" y="6857999"/>
                </a:lnTo>
                <a:lnTo>
                  <a:pt x="4543996" y="6857999"/>
                </a:lnTo>
                <a:lnTo>
                  <a:pt x="331697" y="2631498"/>
                </a:lnTo>
                <a:lnTo>
                  <a:pt x="301543" y="2601310"/>
                </a:lnTo>
                <a:lnTo>
                  <a:pt x="271390" y="2562893"/>
                </a:lnTo>
                <a:lnTo>
                  <a:pt x="243976" y="2527217"/>
                </a:lnTo>
                <a:lnTo>
                  <a:pt x="216563" y="2491543"/>
                </a:lnTo>
                <a:lnTo>
                  <a:pt x="191891" y="2450380"/>
                </a:lnTo>
                <a:lnTo>
                  <a:pt x="172702" y="2414705"/>
                </a:lnTo>
                <a:lnTo>
                  <a:pt x="150772" y="2373541"/>
                </a:lnTo>
                <a:lnTo>
                  <a:pt x="134324" y="2329634"/>
                </a:lnTo>
                <a:lnTo>
                  <a:pt x="117877" y="2291216"/>
                </a:lnTo>
                <a:lnTo>
                  <a:pt x="106912" y="2247308"/>
                </a:lnTo>
                <a:lnTo>
                  <a:pt x="93205" y="2203400"/>
                </a:lnTo>
                <a:lnTo>
                  <a:pt x="82239" y="2162238"/>
                </a:lnTo>
                <a:lnTo>
                  <a:pt x="76757" y="2118330"/>
                </a:lnTo>
                <a:lnTo>
                  <a:pt x="71275" y="2074424"/>
                </a:lnTo>
                <a:lnTo>
                  <a:pt x="68533" y="2030516"/>
                </a:lnTo>
                <a:lnTo>
                  <a:pt x="68533" y="1989352"/>
                </a:lnTo>
                <a:lnTo>
                  <a:pt x="68533" y="1942701"/>
                </a:lnTo>
                <a:lnTo>
                  <a:pt x="71275" y="1898793"/>
                </a:lnTo>
                <a:lnTo>
                  <a:pt x="76757" y="1857629"/>
                </a:lnTo>
                <a:lnTo>
                  <a:pt x="82239" y="1813723"/>
                </a:lnTo>
                <a:lnTo>
                  <a:pt x="93205" y="1769815"/>
                </a:lnTo>
                <a:lnTo>
                  <a:pt x="106912" y="1728652"/>
                </a:lnTo>
                <a:lnTo>
                  <a:pt x="117877" y="1684745"/>
                </a:lnTo>
                <a:lnTo>
                  <a:pt x="134324" y="1643581"/>
                </a:lnTo>
                <a:lnTo>
                  <a:pt x="150772" y="1605162"/>
                </a:lnTo>
                <a:lnTo>
                  <a:pt x="172702" y="1564000"/>
                </a:lnTo>
                <a:lnTo>
                  <a:pt x="191891" y="1522837"/>
                </a:lnTo>
                <a:lnTo>
                  <a:pt x="216563" y="1487162"/>
                </a:lnTo>
                <a:lnTo>
                  <a:pt x="243976" y="1448743"/>
                </a:lnTo>
                <a:lnTo>
                  <a:pt x="271390" y="1413068"/>
                </a:lnTo>
                <a:lnTo>
                  <a:pt x="301543" y="1377393"/>
                </a:lnTo>
                <a:lnTo>
                  <a:pt x="331697" y="1341718"/>
                </a:lnTo>
                <a:lnTo>
                  <a:pt x="367335" y="1311532"/>
                </a:lnTo>
                <a:lnTo>
                  <a:pt x="400229" y="1278601"/>
                </a:lnTo>
                <a:lnTo>
                  <a:pt x="438607" y="1251160"/>
                </a:lnTo>
                <a:lnTo>
                  <a:pt x="474243" y="1226461"/>
                </a:lnTo>
                <a:lnTo>
                  <a:pt x="512622" y="1201764"/>
                </a:lnTo>
                <a:lnTo>
                  <a:pt x="551001" y="1179811"/>
                </a:lnTo>
                <a:lnTo>
                  <a:pt x="592121" y="1160601"/>
                </a:lnTo>
                <a:lnTo>
                  <a:pt x="633240" y="1141391"/>
                </a:lnTo>
                <a:lnTo>
                  <a:pt x="674359" y="1127671"/>
                </a:lnTo>
                <a:lnTo>
                  <a:pt x="715479" y="1113948"/>
                </a:lnTo>
                <a:lnTo>
                  <a:pt x="759339" y="1102972"/>
                </a:lnTo>
                <a:lnTo>
                  <a:pt x="800459" y="1091995"/>
                </a:lnTo>
                <a:lnTo>
                  <a:pt x="844319" y="1083763"/>
                </a:lnTo>
                <a:lnTo>
                  <a:pt x="890920" y="1081018"/>
                </a:lnTo>
                <a:lnTo>
                  <a:pt x="932040" y="1078274"/>
                </a:lnTo>
                <a:close/>
                <a:moveTo>
                  <a:pt x="8785588" y="0"/>
                </a:moveTo>
                <a:lnTo>
                  <a:pt x="9354533" y="0"/>
                </a:lnTo>
                <a:lnTo>
                  <a:pt x="9354533" y="570519"/>
                </a:lnTo>
                <a:close/>
                <a:moveTo>
                  <a:pt x="6019529" y="0"/>
                </a:moveTo>
                <a:lnTo>
                  <a:pt x="8588708" y="0"/>
                </a:lnTo>
                <a:lnTo>
                  <a:pt x="9354533" y="768021"/>
                </a:lnTo>
                <a:lnTo>
                  <a:pt x="9354533" y="3347008"/>
                </a:lnTo>
                <a:close/>
                <a:moveTo>
                  <a:pt x="3248285" y="0"/>
                </a:moveTo>
                <a:lnTo>
                  <a:pt x="5819972" y="0"/>
                </a:lnTo>
                <a:lnTo>
                  <a:pt x="9354533" y="3545079"/>
                </a:lnTo>
                <a:lnTo>
                  <a:pt x="9354533" y="6127044"/>
                </a:lnTo>
                <a:close/>
                <a:moveTo>
                  <a:pt x="476872" y="0"/>
                </a:moveTo>
                <a:lnTo>
                  <a:pt x="3050781" y="0"/>
                </a:lnTo>
                <a:lnTo>
                  <a:pt x="9354533" y="6324693"/>
                </a:lnTo>
                <a:lnTo>
                  <a:pt x="9354533" y="6857999"/>
                </a:lnTo>
                <a:lnTo>
                  <a:pt x="7312522" y="6857999"/>
                </a:lnTo>
                <a:close/>
              </a:path>
            </a:pathLst>
          </a:custGeom>
          <a:gradFill flip="none" rotWithShape="1">
            <a:gsLst>
              <a:gs pos="19000">
                <a:schemeClr val="bg1">
                  <a:alpha val="0"/>
                </a:schemeClr>
              </a:gs>
              <a:gs pos="100000">
                <a:schemeClr val="accent2">
                  <a:alpha val="6000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1" name="Freeform: Shape 35">
            <a:extLst>
              <a:ext uri="{FF2B5EF4-FFF2-40B4-BE49-F238E27FC236}">
                <a16:creationId xmlns:a16="http://schemas.microsoft.com/office/drawing/2014/main" id="{F2A4AFBB-4551-A133-7C96-51550B5F94A9}"/>
              </a:ext>
            </a:extLst>
          </p:cNvPr>
          <p:cNvSpPr/>
          <p:nvPr/>
        </p:nvSpPr>
        <p:spPr>
          <a:xfrm>
            <a:off x="9315925" y="5402263"/>
            <a:ext cx="2584231" cy="1222070"/>
          </a:xfrm>
          <a:custGeom>
            <a:avLst/>
            <a:gdLst>
              <a:gd name="connsiteX0" fmla="*/ 1525169 w 2440693"/>
              <a:gd name="connsiteY0" fmla="*/ 0 h 1149657"/>
              <a:gd name="connsiteX1" fmla="*/ 2412927 w 2440693"/>
              <a:gd name="connsiteY1" fmla="*/ 271173 h 1149657"/>
              <a:gd name="connsiteX2" fmla="*/ 2440693 w 2440693"/>
              <a:gd name="connsiteY2" fmla="*/ 291936 h 1149657"/>
              <a:gd name="connsiteX3" fmla="*/ 2440693 w 2440693"/>
              <a:gd name="connsiteY3" fmla="*/ 857571 h 1149657"/>
              <a:gd name="connsiteX4" fmla="*/ 2148607 w 2440693"/>
              <a:gd name="connsiteY4" fmla="*/ 1149657 h 1149657"/>
              <a:gd name="connsiteX5" fmla="*/ 0 w 2440693"/>
              <a:gd name="connsiteY5" fmla="*/ 1149657 h 1149657"/>
              <a:gd name="connsiteX6" fmla="*/ 8747 w 2440693"/>
              <a:gd name="connsiteY6" fmla="*/ 1115642 h 1149657"/>
              <a:gd name="connsiteX7" fmla="*/ 1525169 w 2440693"/>
              <a:gd name="connsiteY7" fmla="*/ 0 h 11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0693" h="1149657">
                <a:moveTo>
                  <a:pt x="1525169" y="0"/>
                </a:moveTo>
                <a:cubicBezTo>
                  <a:pt x="1854015" y="0"/>
                  <a:pt x="2159512" y="99969"/>
                  <a:pt x="2412927" y="271173"/>
                </a:cubicBezTo>
                <a:lnTo>
                  <a:pt x="2440693" y="291936"/>
                </a:lnTo>
                <a:lnTo>
                  <a:pt x="2440693" y="857571"/>
                </a:lnTo>
                <a:cubicBezTo>
                  <a:pt x="2440693" y="1018886"/>
                  <a:pt x="2309922" y="1149657"/>
                  <a:pt x="2148607" y="1149657"/>
                </a:cubicBezTo>
                <a:lnTo>
                  <a:pt x="0" y="1149657"/>
                </a:lnTo>
                <a:lnTo>
                  <a:pt x="8747" y="1115642"/>
                </a:lnTo>
                <a:cubicBezTo>
                  <a:pt x="209781" y="469295"/>
                  <a:pt x="812670" y="0"/>
                  <a:pt x="1525169"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36">
            <a:extLst>
              <a:ext uri="{FF2B5EF4-FFF2-40B4-BE49-F238E27FC236}">
                <a16:creationId xmlns:a16="http://schemas.microsoft.com/office/drawing/2014/main" id="{853D3D71-440D-8D06-2345-E9942CF38BDD}"/>
              </a:ext>
            </a:extLst>
          </p:cNvPr>
          <p:cNvSpPr/>
          <p:nvPr/>
        </p:nvSpPr>
        <p:spPr>
          <a:xfrm>
            <a:off x="89613" y="972872"/>
            <a:ext cx="1000694" cy="3175614"/>
          </a:xfrm>
          <a:custGeom>
            <a:avLst/>
            <a:gdLst>
              <a:gd name="connsiteX0" fmla="*/ 0 w 1000694"/>
              <a:gd name="connsiteY0" fmla="*/ 0 h 2948702"/>
              <a:gd name="connsiteX1" fmla="*/ 30934 w 1000694"/>
              <a:gd name="connsiteY1" fmla="*/ 11322 h 2948702"/>
              <a:gd name="connsiteX2" fmla="*/ 1000694 w 1000694"/>
              <a:gd name="connsiteY2" fmla="*/ 1474351 h 2948702"/>
              <a:gd name="connsiteX3" fmla="*/ 30934 w 1000694"/>
              <a:gd name="connsiteY3" fmla="*/ 2937380 h 2948702"/>
              <a:gd name="connsiteX4" fmla="*/ 0 w 1000694"/>
              <a:gd name="connsiteY4" fmla="*/ 2948702 h 294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694" h="2948702">
                <a:moveTo>
                  <a:pt x="0" y="0"/>
                </a:moveTo>
                <a:lnTo>
                  <a:pt x="30934" y="11322"/>
                </a:lnTo>
                <a:cubicBezTo>
                  <a:pt x="600821" y="252364"/>
                  <a:pt x="1000694" y="816660"/>
                  <a:pt x="1000694" y="1474351"/>
                </a:cubicBezTo>
                <a:cubicBezTo>
                  <a:pt x="1000694" y="2132043"/>
                  <a:pt x="600821" y="2696338"/>
                  <a:pt x="30934" y="2937380"/>
                </a:cubicBezTo>
                <a:lnTo>
                  <a:pt x="0" y="2948702"/>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矩形 23">
            <a:extLst>
              <a:ext uri="{FF2B5EF4-FFF2-40B4-BE49-F238E27FC236}">
                <a16:creationId xmlns:a16="http://schemas.microsoft.com/office/drawing/2014/main" id="{CC364FC6-7985-2D3A-5241-28255C01747C}"/>
              </a:ext>
            </a:extLst>
          </p:cNvPr>
          <p:cNvSpPr/>
          <p:nvPr/>
        </p:nvSpPr>
        <p:spPr>
          <a:xfrm>
            <a:off x="5248275" y="1776058"/>
            <a:ext cx="1695450" cy="92371"/>
          </a:xfrm>
          <a:prstGeom prst="rect">
            <a:avLst/>
          </a:prstGeom>
          <a:gradFill>
            <a:gsLst>
              <a:gs pos="0">
                <a:schemeClr val="accent2"/>
              </a:gs>
              <a:gs pos="100000">
                <a:schemeClr val="accent1">
                  <a:lumMod val="60000"/>
                  <a:lumOff val="4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chemeClr val="accent1"/>
                  </a:gs>
                  <a:gs pos="100000">
                    <a:schemeClr val="accent2"/>
                  </a:gs>
                </a:gsLst>
                <a:lin ang="0" scaled="0"/>
              </a:gradFill>
              <a:cs typeface="OPPOSans M" panose="00020600040101010101" charset="-122"/>
            </a:endParaRPr>
          </a:p>
        </p:txBody>
      </p:sp>
      <p:sp>
        <p:nvSpPr>
          <p:cNvPr id="14" name="TextBox 13">
            <a:extLst>
              <a:ext uri="{FF2B5EF4-FFF2-40B4-BE49-F238E27FC236}">
                <a16:creationId xmlns:a16="http://schemas.microsoft.com/office/drawing/2014/main" id="{4CB92DAF-6918-C8A2-4360-CD63E31467CA}"/>
              </a:ext>
            </a:extLst>
          </p:cNvPr>
          <p:cNvSpPr txBox="1"/>
          <p:nvPr/>
        </p:nvSpPr>
        <p:spPr>
          <a:xfrm>
            <a:off x="953769" y="233667"/>
            <a:ext cx="10599174" cy="5909310"/>
          </a:xfrm>
          <a:prstGeom prst="rect">
            <a:avLst/>
          </a:prstGeom>
          <a:noFill/>
        </p:spPr>
        <p:txBody>
          <a:bodyPr wrap="square" lIns="91440" tIns="45720" rIns="91440" bIns="45720" rtlCol="0" anchor="t">
            <a:spAutoFit/>
          </a:bodyPr>
          <a:lstStyle/>
          <a:p>
            <a:endParaRPr lang="en-US" dirty="0">
              <a:solidFill>
                <a:schemeClr val="bg1"/>
              </a:solidFill>
              <a:ea typeface="+mn-lt"/>
              <a:cs typeface="+mn-lt"/>
            </a:endParaRPr>
          </a:p>
          <a:p>
            <a:r>
              <a:rPr lang="en-US" b="1" u="sng" dirty="0">
                <a:solidFill>
                  <a:schemeClr val="bg1"/>
                </a:solidFill>
                <a:ea typeface="+mn-lt"/>
                <a:cs typeface="+mn-lt"/>
              </a:rPr>
              <a:t>User Interface Development:</a:t>
            </a:r>
            <a:endParaRPr lang="en-US" b="1" u="sng" dirty="0">
              <a:solidFill>
                <a:schemeClr val="bg1"/>
              </a:solidFill>
              <a:cs typeface="Poppins Medium"/>
            </a:endParaRPr>
          </a:p>
          <a:p>
            <a:endParaRPr lang="en-US" b="1" dirty="0">
              <a:solidFill>
                <a:schemeClr val="bg1"/>
              </a:solidFill>
              <a:ea typeface="+mn-lt"/>
              <a:cs typeface="+mn-lt"/>
            </a:endParaRPr>
          </a:p>
          <a:p>
            <a:r>
              <a:rPr lang="en-US" dirty="0">
                <a:solidFill>
                  <a:schemeClr val="bg1"/>
                </a:solidFill>
              </a:rPr>
              <a:t>The frontend is implemented using React.js with a minimalistic, distraction-free layout designed for real-time tracking tasks. </a:t>
            </a:r>
          </a:p>
          <a:p>
            <a:r>
              <a:rPr lang="en-US" dirty="0">
                <a:solidFill>
                  <a:schemeClr val="bg1"/>
                </a:solidFill>
              </a:rPr>
              <a:t>Key features include: </a:t>
            </a:r>
          </a:p>
          <a:p>
            <a:r>
              <a:rPr lang="en-US" dirty="0">
                <a:solidFill>
                  <a:schemeClr val="bg1"/>
                </a:solidFill>
              </a:rPr>
              <a:t>• Live video preview with gaze overlays. </a:t>
            </a:r>
          </a:p>
          <a:p>
            <a:r>
              <a:rPr lang="en-US" dirty="0">
                <a:solidFill>
                  <a:schemeClr val="bg1"/>
                </a:solidFill>
              </a:rPr>
              <a:t>• Fixation cross, pursuit target, and saccade stimuli presentation.</a:t>
            </a:r>
          </a:p>
          <a:p>
            <a:r>
              <a:rPr lang="en-US" dirty="0">
                <a:solidFill>
                  <a:schemeClr val="bg1"/>
                </a:solidFill>
              </a:rPr>
              <a:t>• Session progress and status indicators. </a:t>
            </a:r>
          </a:p>
          <a:p>
            <a:r>
              <a:rPr lang="en-US" dirty="0">
                <a:solidFill>
                  <a:schemeClr val="bg1"/>
                </a:solidFill>
              </a:rPr>
              <a:t>• Real-time metrics such as blink count, fixation time, and gaze direction. </a:t>
            </a:r>
          </a:p>
          <a:p>
            <a:r>
              <a:rPr lang="en-US" dirty="0">
                <a:solidFill>
                  <a:schemeClr val="bg1"/>
                </a:solidFill>
              </a:rPr>
              <a:t>• Final ASD risk scoring display with interpretation.</a:t>
            </a:r>
          </a:p>
          <a:p>
            <a:endParaRPr lang="en-US" dirty="0">
              <a:solidFill>
                <a:schemeClr val="bg1"/>
              </a:solidFill>
              <a:cs typeface="Poppins Medium"/>
            </a:endParaRPr>
          </a:p>
          <a:p>
            <a:r>
              <a:rPr lang="en-IN" b="1" u="sng" dirty="0">
                <a:solidFill>
                  <a:schemeClr val="bg1"/>
                </a:solidFill>
              </a:rPr>
              <a:t>Stimuli Rendering Module</a:t>
            </a:r>
            <a:r>
              <a:rPr lang="en-IN" u="sng" dirty="0">
                <a:solidFill>
                  <a:schemeClr val="bg1"/>
                </a:solidFill>
              </a:rPr>
              <a:t>:</a:t>
            </a:r>
          </a:p>
          <a:p>
            <a:endParaRPr lang="en-IN" dirty="0">
              <a:solidFill>
                <a:schemeClr val="bg1"/>
              </a:solidFill>
            </a:endParaRPr>
          </a:p>
          <a:p>
            <a:r>
              <a:rPr lang="en-IN" dirty="0">
                <a:solidFill>
                  <a:schemeClr val="bg1"/>
                </a:solidFill>
              </a:rPr>
              <a:t>This module renders dynamically controlled tasks including:</a:t>
            </a:r>
          </a:p>
          <a:p>
            <a:endParaRPr lang="en-IN" dirty="0">
              <a:solidFill>
                <a:schemeClr val="bg1"/>
              </a:solidFill>
            </a:endParaRPr>
          </a:p>
          <a:p>
            <a:r>
              <a:rPr lang="en-IN" dirty="0">
                <a:solidFill>
                  <a:schemeClr val="bg1"/>
                </a:solidFill>
              </a:rPr>
              <a:t>• Central fixation targets, Horizontal/vertical smooth pursuit paths.</a:t>
            </a:r>
          </a:p>
          <a:p>
            <a:endParaRPr lang="en-IN" dirty="0">
              <a:solidFill>
                <a:schemeClr val="bg1"/>
              </a:solidFill>
            </a:endParaRPr>
          </a:p>
          <a:p>
            <a:r>
              <a:rPr lang="en-IN" dirty="0">
                <a:solidFill>
                  <a:schemeClr val="bg1"/>
                </a:solidFill>
              </a:rPr>
              <a:t>• Randomized saccade jumping points.</a:t>
            </a:r>
          </a:p>
          <a:p>
            <a:endParaRPr lang="en-IN" dirty="0">
              <a:solidFill>
                <a:schemeClr val="bg1"/>
              </a:solidFill>
            </a:endParaRPr>
          </a:p>
          <a:p>
            <a:r>
              <a:rPr lang="en-IN" dirty="0">
                <a:solidFill>
                  <a:schemeClr val="bg1"/>
                </a:solidFill>
              </a:rPr>
              <a:t>• Social and non-social video stimuli.</a:t>
            </a:r>
          </a:p>
        </p:txBody>
      </p:sp>
    </p:spTree>
    <p:extLst>
      <p:ext uri="{BB962C8B-B14F-4D97-AF65-F5344CB8AC3E}">
        <p14:creationId xmlns:p14="http://schemas.microsoft.com/office/powerpoint/2010/main" val="2479421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63000">
              <a:schemeClr val="accent3">
                <a:lumMod val="50000"/>
                <a:lumOff val="50000"/>
              </a:schemeClr>
            </a:gs>
            <a:gs pos="0">
              <a:schemeClr val="accent1">
                <a:lumMod val="60000"/>
                <a:lumOff val="40000"/>
              </a:schemeClr>
            </a:gs>
            <a:gs pos="100000">
              <a:schemeClr val="accent1">
                <a:lumMod val="30000"/>
                <a:lumOff val="70000"/>
              </a:schemeClr>
            </a:gs>
          </a:gsLst>
          <a:lin ang="3600000" scaled="0"/>
        </a:gradFill>
        <a:effectLst/>
      </p:bgPr>
    </p:bg>
    <p:spTree>
      <p:nvGrpSpPr>
        <p:cNvPr id="1" name="">
          <a:extLst>
            <a:ext uri="{FF2B5EF4-FFF2-40B4-BE49-F238E27FC236}">
              <a16:creationId xmlns:a16="http://schemas.microsoft.com/office/drawing/2014/main" id="{4CD67C48-2A7A-ACB4-FB74-9E6AED87A39E}"/>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92A2658E-C6C2-38CD-E70D-B17B8BA37E47}"/>
              </a:ext>
            </a:extLst>
          </p:cNvPr>
          <p:cNvSpPr/>
          <p:nvPr/>
        </p:nvSpPr>
        <p:spPr>
          <a:xfrm>
            <a:off x="1" y="1043307"/>
            <a:ext cx="1119335" cy="3034744"/>
          </a:xfrm>
          <a:custGeom>
            <a:avLst/>
            <a:gdLst>
              <a:gd name="connsiteX0" fmla="*/ 0 w 1119335"/>
              <a:gd name="connsiteY0" fmla="*/ 0 h 3034744"/>
              <a:gd name="connsiteX1" fmla="*/ 3693 w 1119335"/>
              <a:gd name="connsiteY1" fmla="*/ 950 h 3034744"/>
              <a:gd name="connsiteX2" fmla="*/ 1119335 w 1119335"/>
              <a:gd name="connsiteY2" fmla="*/ 1517372 h 3034744"/>
              <a:gd name="connsiteX3" fmla="*/ 3693 w 1119335"/>
              <a:gd name="connsiteY3" fmla="*/ 3033795 h 3034744"/>
              <a:gd name="connsiteX4" fmla="*/ 0 w 1119335"/>
              <a:gd name="connsiteY4" fmla="*/ 3034744 h 3034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35" h="3034744">
                <a:moveTo>
                  <a:pt x="0" y="0"/>
                </a:moveTo>
                <a:lnTo>
                  <a:pt x="3693" y="950"/>
                </a:lnTo>
                <a:cubicBezTo>
                  <a:pt x="650040" y="201984"/>
                  <a:pt x="1119335" y="804873"/>
                  <a:pt x="1119335" y="1517372"/>
                </a:cubicBezTo>
                <a:cubicBezTo>
                  <a:pt x="1119335" y="2229871"/>
                  <a:pt x="650040" y="2832760"/>
                  <a:pt x="3693" y="3033795"/>
                </a:cubicBezTo>
                <a:lnTo>
                  <a:pt x="0" y="3034744"/>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任意多边形: 形状 2">
            <a:extLst>
              <a:ext uri="{FF2B5EF4-FFF2-40B4-BE49-F238E27FC236}">
                <a16:creationId xmlns:a16="http://schemas.microsoft.com/office/drawing/2014/main" id="{EA79C306-D6B5-2E12-4EB0-EDF587046FF1}"/>
              </a:ext>
            </a:extLst>
          </p:cNvPr>
          <p:cNvSpPr/>
          <p:nvPr/>
        </p:nvSpPr>
        <p:spPr>
          <a:xfrm>
            <a:off x="9324824" y="5498794"/>
            <a:ext cx="2867177" cy="1359207"/>
          </a:xfrm>
          <a:custGeom>
            <a:avLst/>
            <a:gdLst>
              <a:gd name="connsiteX0" fmla="*/ 1569498 w 2867177"/>
              <a:gd name="connsiteY0" fmla="*/ 0 h 1359207"/>
              <a:gd name="connsiteX1" fmla="*/ 2794727 w 2867177"/>
              <a:gd name="connsiteY1" fmla="*/ 577814 h 1359207"/>
              <a:gd name="connsiteX2" fmla="*/ 2867177 w 2867177"/>
              <a:gd name="connsiteY2" fmla="*/ 674700 h 1359207"/>
              <a:gd name="connsiteX3" fmla="*/ 2867177 w 2867177"/>
              <a:gd name="connsiteY3" fmla="*/ 1359207 h 1359207"/>
              <a:gd name="connsiteX4" fmla="*/ 0 w 2867177"/>
              <a:gd name="connsiteY4" fmla="*/ 1359207 h 1359207"/>
              <a:gd name="connsiteX5" fmla="*/ 13950 w 2867177"/>
              <a:gd name="connsiteY5" fmla="*/ 1267809 h 1359207"/>
              <a:gd name="connsiteX6" fmla="*/ 1569498 w 2867177"/>
              <a:gd name="connsiteY6" fmla="*/ 0 h 135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177" h="1359207">
                <a:moveTo>
                  <a:pt x="1569498" y="0"/>
                </a:moveTo>
                <a:cubicBezTo>
                  <a:pt x="2062767" y="0"/>
                  <a:pt x="2503500" y="224929"/>
                  <a:pt x="2794727" y="577814"/>
                </a:cubicBezTo>
                <a:lnTo>
                  <a:pt x="2867177" y="674700"/>
                </a:lnTo>
                <a:lnTo>
                  <a:pt x="2867177" y="1359207"/>
                </a:lnTo>
                <a:lnTo>
                  <a:pt x="0" y="1359207"/>
                </a:lnTo>
                <a:lnTo>
                  <a:pt x="13950" y="1267809"/>
                </a:lnTo>
                <a:cubicBezTo>
                  <a:pt x="162007" y="544272"/>
                  <a:pt x="802191" y="0"/>
                  <a:pt x="1569498"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 name="Group 32">
            <a:extLst>
              <a:ext uri="{FF2B5EF4-FFF2-40B4-BE49-F238E27FC236}">
                <a16:creationId xmlns:a16="http://schemas.microsoft.com/office/drawing/2014/main" id="{1038038D-E212-1066-8E82-7E8C60B85F70}"/>
              </a:ext>
            </a:extLst>
          </p:cNvPr>
          <p:cNvGrpSpPr/>
          <p:nvPr/>
        </p:nvGrpSpPr>
        <p:grpSpPr>
          <a:xfrm>
            <a:off x="8941188" y="1510690"/>
            <a:ext cx="2064994" cy="2064994"/>
            <a:chOff x="10640582" y="1220864"/>
            <a:chExt cx="2064994" cy="2064994"/>
          </a:xfrm>
        </p:grpSpPr>
        <p:sp>
          <p:nvSpPr>
            <p:cNvPr id="5" name="Circle: Hollow 38">
              <a:extLst>
                <a:ext uri="{FF2B5EF4-FFF2-40B4-BE49-F238E27FC236}">
                  <a16:creationId xmlns:a16="http://schemas.microsoft.com/office/drawing/2014/main" id="{FB6D267F-D30A-40B4-B542-A8FACA165F3C}"/>
                </a:ext>
              </a:extLst>
            </p:cNvPr>
            <p:cNvSpPr/>
            <p:nvPr/>
          </p:nvSpPr>
          <p:spPr>
            <a:xfrm rot="20700000">
              <a:off x="10640582" y="1220864"/>
              <a:ext cx="2064994" cy="2064994"/>
            </a:xfrm>
            <a:prstGeom prst="donut">
              <a:avLst>
                <a:gd name="adj" fmla="val 37753"/>
              </a:avLst>
            </a:prstGeom>
            <a:gradFill>
              <a:gsLst>
                <a:gs pos="100000">
                  <a:schemeClr val="accent6"/>
                </a:gs>
                <a:gs pos="60000">
                  <a:schemeClr val="accent5"/>
                </a:gs>
                <a:gs pos="5000">
                  <a:schemeClr val="accent4"/>
                </a:gs>
              </a:gsLst>
              <a:path path="circle">
                <a:fillToRect l="100000" t="100000"/>
              </a:path>
            </a:gradFill>
            <a:ln>
              <a:noFill/>
            </a:ln>
            <a:effectLst>
              <a:outerShdw blurRad="774700" dist="546100" dir="2700000" algn="tl" rotWithShape="0">
                <a:prstClr val="black">
                  <a:alpha val="40000"/>
                </a:prstClr>
              </a:outerShdw>
              <a:softEdge rad="698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ircle: Hollow 39">
              <a:extLst>
                <a:ext uri="{FF2B5EF4-FFF2-40B4-BE49-F238E27FC236}">
                  <a16:creationId xmlns:a16="http://schemas.microsoft.com/office/drawing/2014/main" id="{169B02B3-71E8-3462-46E8-94D69F50BF7C}"/>
                </a:ext>
              </a:extLst>
            </p:cNvPr>
            <p:cNvSpPr/>
            <p:nvPr/>
          </p:nvSpPr>
          <p:spPr>
            <a:xfrm rot="20700000">
              <a:off x="10864033" y="1444315"/>
              <a:ext cx="1618092" cy="1618092"/>
            </a:xfrm>
            <a:prstGeom prst="donut">
              <a:avLst/>
            </a:prstGeom>
            <a:solidFill>
              <a:schemeClr val="bg1"/>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ircle: Hollow 40">
              <a:extLst>
                <a:ext uri="{FF2B5EF4-FFF2-40B4-BE49-F238E27FC236}">
                  <a16:creationId xmlns:a16="http://schemas.microsoft.com/office/drawing/2014/main" id="{983D5BE7-CE35-09D1-BAB9-EB6DEEEC9EAD}"/>
                </a:ext>
              </a:extLst>
            </p:cNvPr>
            <p:cNvSpPr/>
            <p:nvPr/>
          </p:nvSpPr>
          <p:spPr>
            <a:xfrm rot="20700000">
              <a:off x="10864033" y="1444315"/>
              <a:ext cx="1618092" cy="1618092"/>
            </a:xfrm>
            <a:prstGeom prst="donut">
              <a:avLst/>
            </a:prstGeom>
            <a:gradFill>
              <a:gsLst>
                <a:gs pos="100000">
                  <a:schemeClr val="accent6"/>
                </a:gs>
                <a:gs pos="60000">
                  <a:schemeClr val="accent5"/>
                </a:gs>
                <a:gs pos="5000">
                  <a:schemeClr val="accent4"/>
                </a:gs>
              </a:gsLst>
              <a:path path="circle">
                <a:fillToRect l="100000" t="100000"/>
              </a:path>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8" name="Rectangle: Rounded Corners 31">
            <a:extLst>
              <a:ext uri="{FF2B5EF4-FFF2-40B4-BE49-F238E27FC236}">
                <a16:creationId xmlns:a16="http://schemas.microsoft.com/office/drawing/2014/main" id="{D213700F-3A0B-7EC1-8F79-D9A0FA1A569C}"/>
              </a:ext>
            </a:extLst>
          </p:cNvPr>
          <p:cNvSpPr/>
          <p:nvPr/>
        </p:nvSpPr>
        <p:spPr>
          <a:xfrm>
            <a:off x="193780" y="234759"/>
            <a:ext cx="11707521" cy="6229541"/>
          </a:xfrm>
          <a:prstGeom prst="roundRect">
            <a:avLst>
              <a:gd name="adj" fmla="val 4883"/>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任意多边形: 形状 8">
            <a:extLst>
              <a:ext uri="{FF2B5EF4-FFF2-40B4-BE49-F238E27FC236}">
                <a16:creationId xmlns:a16="http://schemas.microsoft.com/office/drawing/2014/main" id="{60F48B79-FB73-1351-FA6C-66EB3ED1A51E}"/>
              </a:ext>
            </a:extLst>
          </p:cNvPr>
          <p:cNvSpPr/>
          <p:nvPr/>
        </p:nvSpPr>
        <p:spPr>
          <a:xfrm>
            <a:off x="2837466" y="0"/>
            <a:ext cx="9354533" cy="6857999"/>
          </a:xfrm>
          <a:custGeom>
            <a:avLst/>
            <a:gdLst>
              <a:gd name="connsiteX0" fmla="*/ 811424 w 9354533"/>
              <a:gd name="connsiteY0" fmla="*/ 6511811 h 6857999"/>
              <a:gd name="connsiteX1" fmla="*/ 855285 w 9354533"/>
              <a:gd name="connsiteY1" fmla="*/ 6511811 h 6857999"/>
              <a:gd name="connsiteX2" fmla="*/ 899145 w 9354533"/>
              <a:gd name="connsiteY2" fmla="*/ 6511811 h 6857999"/>
              <a:gd name="connsiteX3" fmla="*/ 940265 w 9354533"/>
              <a:gd name="connsiteY3" fmla="*/ 6514555 h 6857999"/>
              <a:gd name="connsiteX4" fmla="*/ 986866 w 9354533"/>
              <a:gd name="connsiteY4" fmla="*/ 6522788 h 6857999"/>
              <a:gd name="connsiteX5" fmla="*/ 1030726 w 9354533"/>
              <a:gd name="connsiteY5" fmla="*/ 6531020 h 6857999"/>
              <a:gd name="connsiteX6" fmla="*/ 1071846 w 9354533"/>
              <a:gd name="connsiteY6" fmla="*/ 6539252 h 6857999"/>
              <a:gd name="connsiteX7" fmla="*/ 1112965 w 9354533"/>
              <a:gd name="connsiteY7" fmla="*/ 6550230 h 6857999"/>
              <a:gd name="connsiteX8" fmla="*/ 1156826 w 9354533"/>
              <a:gd name="connsiteY8" fmla="*/ 6563951 h 6857999"/>
              <a:gd name="connsiteX9" fmla="*/ 1197945 w 9354533"/>
              <a:gd name="connsiteY9" fmla="*/ 6577672 h 6857999"/>
              <a:gd name="connsiteX10" fmla="*/ 1239064 w 9354533"/>
              <a:gd name="connsiteY10" fmla="*/ 6596881 h 6857999"/>
              <a:gd name="connsiteX11" fmla="*/ 1277443 w 9354533"/>
              <a:gd name="connsiteY11" fmla="*/ 6616091 h 6857999"/>
              <a:gd name="connsiteX12" fmla="*/ 1318562 w 9354533"/>
              <a:gd name="connsiteY12" fmla="*/ 6638044 h 6857999"/>
              <a:gd name="connsiteX13" fmla="*/ 1356942 w 9354533"/>
              <a:gd name="connsiteY13" fmla="*/ 6662741 h 6857999"/>
              <a:gd name="connsiteX14" fmla="*/ 1392576 w 9354533"/>
              <a:gd name="connsiteY14" fmla="*/ 6687440 h 6857999"/>
              <a:gd name="connsiteX15" fmla="*/ 1430955 w 9354533"/>
              <a:gd name="connsiteY15" fmla="*/ 6717627 h 6857999"/>
              <a:gd name="connsiteX16" fmla="*/ 1463850 w 9354533"/>
              <a:gd name="connsiteY16" fmla="*/ 6745068 h 6857999"/>
              <a:gd name="connsiteX17" fmla="*/ 1499488 w 9354533"/>
              <a:gd name="connsiteY17" fmla="*/ 6780744 h 6857999"/>
              <a:gd name="connsiteX18" fmla="*/ 1576429 w 9354533"/>
              <a:gd name="connsiteY18" fmla="*/ 6857999 h 6857999"/>
              <a:gd name="connsiteX19" fmla="*/ 141549 w 9354533"/>
              <a:gd name="connsiteY19" fmla="*/ 6857999 h 6857999"/>
              <a:gd name="connsiteX20" fmla="*/ 148030 w 9354533"/>
              <a:gd name="connsiteY20" fmla="*/ 6849348 h 6857999"/>
              <a:gd name="connsiteX21" fmla="*/ 180926 w 9354533"/>
              <a:gd name="connsiteY21" fmla="*/ 6810929 h 6857999"/>
              <a:gd name="connsiteX22" fmla="*/ 211081 w 9354533"/>
              <a:gd name="connsiteY22" fmla="*/ 6780744 h 6857999"/>
              <a:gd name="connsiteX23" fmla="*/ 246717 w 9354533"/>
              <a:gd name="connsiteY23" fmla="*/ 6745068 h 6857999"/>
              <a:gd name="connsiteX24" fmla="*/ 279611 w 9354533"/>
              <a:gd name="connsiteY24" fmla="*/ 6717627 h 6857999"/>
              <a:gd name="connsiteX25" fmla="*/ 317990 w 9354533"/>
              <a:gd name="connsiteY25" fmla="*/ 6687440 h 6857999"/>
              <a:gd name="connsiteX26" fmla="*/ 353629 w 9354533"/>
              <a:gd name="connsiteY26" fmla="*/ 6662741 h 6857999"/>
              <a:gd name="connsiteX27" fmla="*/ 392005 w 9354533"/>
              <a:gd name="connsiteY27" fmla="*/ 6638044 h 6857999"/>
              <a:gd name="connsiteX28" fmla="*/ 433124 w 9354533"/>
              <a:gd name="connsiteY28" fmla="*/ 6616091 h 6857999"/>
              <a:gd name="connsiteX29" fmla="*/ 471503 w 9354533"/>
              <a:gd name="connsiteY29" fmla="*/ 6596881 h 6857999"/>
              <a:gd name="connsiteX30" fmla="*/ 512622 w 9354533"/>
              <a:gd name="connsiteY30" fmla="*/ 6577672 h 6857999"/>
              <a:gd name="connsiteX31" fmla="*/ 553742 w 9354533"/>
              <a:gd name="connsiteY31" fmla="*/ 6563951 h 6857999"/>
              <a:gd name="connsiteX32" fmla="*/ 594861 w 9354533"/>
              <a:gd name="connsiteY32" fmla="*/ 6550230 h 6857999"/>
              <a:gd name="connsiteX33" fmla="*/ 638721 w 9354533"/>
              <a:gd name="connsiteY33" fmla="*/ 6539252 h 6857999"/>
              <a:gd name="connsiteX34" fmla="*/ 679841 w 9354533"/>
              <a:gd name="connsiteY34" fmla="*/ 6531020 h 6857999"/>
              <a:gd name="connsiteX35" fmla="*/ 723702 w 9354533"/>
              <a:gd name="connsiteY35" fmla="*/ 6522788 h 6857999"/>
              <a:gd name="connsiteX36" fmla="*/ 767562 w 9354533"/>
              <a:gd name="connsiteY36" fmla="*/ 6514555 h 6857999"/>
              <a:gd name="connsiteX37" fmla="*/ 863507 w 9354533"/>
              <a:gd name="connsiteY37" fmla="*/ 3786810 h 6857999"/>
              <a:gd name="connsiteX38" fmla="*/ 907368 w 9354533"/>
              <a:gd name="connsiteY38" fmla="*/ 3786810 h 6857999"/>
              <a:gd name="connsiteX39" fmla="*/ 948487 w 9354533"/>
              <a:gd name="connsiteY39" fmla="*/ 3786810 h 6857999"/>
              <a:gd name="connsiteX40" fmla="*/ 992347 w 9354533"/>
              <a:gd name="connsiteY40" fmla="*/ 3792299 h 6857999"/>
              <a:gd name="connsiteX41" fmla="*/ 1038951 w 9354533"/>
              <a:gd name="connsiteY41" fmla="*/ 3795043 h 6857999"/>
              <a:gd name="connsiteX42" fmla="*/ 1080070 w 9354533"/>
              <a:gd name="connsiteY42" fmla="*/ 3803275 h 6857999"/>
              <a:gd name="connsiteX43" fmla="*/ 1123931 w 9354533"/>
              <a:gd name="connsiteY43" fmla="*/ 3811507 h 6857999"/>
              <a:gd name="connsiteX44" fmla="*/ 1167791 w 9354533"/>
              <a:gd name="connsiteY44" fmla="*/ 3822484 h 6857999"/>
              <a:gd name="connsiteX45" fmla="*/ 1206170 w 9354533"/>
              <a:gd name="connsiteY45" fmla="*/ 3836206 h 6857999"/>
              <a:gd name="connsiteX46" fmla="*/ 1250030 w 9354533"/>
              <a:gd name="connsiteY46" fmla="*/ 3852671 h 6857999"/>
              <a:gd name="connsiteX47" fmla="*/ 1291149 w 9354533"/>
              <a:gd name="connsiteY47" fmla="*/ 3869136 h 6857999"/>
              <a:gd name="connsiteX48" fmla="*/ 1329528 w 9354533"/>
              <a:gd name="connsiteY48" fmla="*/ 3888346 h 6857999"/>
              <a:gd name="connsiteX49" fmla="*/ 1370648 w 9354533"/>
              <a:gd name="connsiteY49" fmla="*/ 3913043 h 6857999"/>
              <a:gd name="connsiteX50" fmla="*/ 1406283 w 9354533"/>
              <a:gd name="connsiteY50" fmla="*/ 3934997 h 6857999"/>
              <a:gd name="connsiteX51" fmla="*/ 1444661 w 9354533"/>
              <a:gd name="connsiteY51" fmla="*/ 3959695 h 6857999"/>
              <a:gd name="connsiteX52" fmla="*/ 1483041 w 9354533"/>
              <a:gd name="connsiteY52" fmla="*/ 3989881 h 6857999"/>
              <a:gd name="connsiteX53" fmla="*/ 1515936 w 9354533"/>
              <a:gd name="connsiteY53" fmla="*/ 4020067 h 6857999"/>
              <a:gd name="connsiteX54" fmla="*/ 1551573 w 9354533"/>
              <a:gd name="connsiteY54" fmla="*/ 4052999 h 6857999"/>
              <a:gd name="connsiteX55" fmla="*/ 4345134 w 9354533"/>
              <a:gd name="connsiteY55" fmla="*/ 6857999 h 6857999"/>
              <a:gd name="connsiteX56" fmla="*/ 1774225 w 9354533"/>
              <a:gd name="connsiteY56" fmla="*/ 6857999 h 6857999"/>
              <a:gd name="connsiteX57" fmla="*/ 263165 w 9354533"/>
              <a:gd name="connsiteY57" fmla="*/ 5342778 h 6857999"/>
              <a:gd name="connsiteX58" fmla="*/ 230270 w 9354533"/>
              <a:gd name="connsiteY58" fmla="*/ 5307103 h 6857999"/>
              <a:gd name="connsiteX59" fmla="*/ 202857 w 9354533"/>
              <a:gd name="connsiteY59" fmla="*/ 5274172 h 6857999"/>
              <a:gd name="connsiteX60" fmla="*/ 175444 w 9354533"/>
              <a:gd name="connsiteY60" fmla="*/ 5238497 h 6857999"/>
              <a:gd name="connsiteX61" fmla="*/ 148030 w 9354533"/>
              <a:gd name="connsiteY61" fmla="*/ 5200079 h 6857999"/>
              <a:gd name="connsiteX62" fmla="*/ 123358 w 9354533"/>
              <a:gd name="connsiteY62" fmla="*/ 5161661 h 6857999"/>
              <a:gd name="connsiteX63" fmla="*/ 104171 w 9354533"/>
              <a:gd name="connsiteY63" fmla="*/ 5123241 h 6857999"/>
              <a:gd name="connsiteX64" fmla="*/ 82239 w 9354533"/>
              <a:gd name="connsiteY64" fmla="*/ 5082077 h 6857999"/>
              <a:gd name="connsiteX65" fmla="*/ 65792 w 9354533"/>
              <a:gd name="connsiteY65" fmla="*/ 5040914 h 6857999"/>
              <a:gd name="connsiteX66" fmla="*/ 49345 w 9354533"/>
              <a:gd name="connsiteY66" fmla="*/ 4999752 h 6857999"/>
              <a:gd name="connsiteX67" fmla="*/ 35638 w 9354533"/>
              <a:gd name="connsiteY67" fmla="*/ 4955844 h 6857999"/>
              <a:gd name="connsiteX68" fmla="*/ 24672 w 9354533"/>
              <a:gd name="connsiteY68" fmla="*/ 4914681 h 6857999"/>
              <a:gd name="connsiteX69" fmla="*/ 13707 w 9354533"/>
              <a:gd name="connsiteY69" fmla="*/ 4870773 h 6857999"/>
              <a:gd name="connsiteX70" fmla="*/ 8225 w 9354533"/>
              <a:gd name="connsiteY70" fmla="*/ 4826865 h 6857999"/>
              <a:gd name="connsiteX71" fmla="*/ 2744 w 9354533"/>
              <a:gd name="connsiteY71" fmla="*/ 4785702 h 6857999"/>
              <a:gd name="connsiteX72" fmla="*/ 0 w 9354533"/>
              <a:gd name="connsiteY72" fmla="*/ 4741796 h 6857999"/>
              <a:gd name="connsiteX73" fmla="*/ 0 w 9354533"/>
              <a:gd name="connsiteY73" fmla="*/ 4697888 h 6857999"/>
              <a:gd name="connsiteX74" fmla="*/ 0 w 9354533"/>
              <a:gd name="connsiteY74" fmla="*/ 4653981 h 6857999"/>
              <a:gd name="connsiteX75" fmla="*/ 2744 w 9354533"/>
              <a:gd name="connsiteY75" fmla="*/ 4610073 h 6857999"/>
              <a:gd name="connsiteX76" fmla="*/ 8225 w 9354533"/>
              <a:gd name="connsiteY76" fmla="*/ 4566165 h 6857999"/>
              <a:gd name="connsiteX77" fmla="*/ 13707 w 9354533"/>
              <a:gd name="connsiteY77" fmla="*/ 4522259 h 6857999"/>
              <a:gd name="connsiteX78" fmla="*/ 24672 w 9354533"/>
              <a:gd name="connsiteY78" fmla="*/ 4481095 h 6857999"/>
              <a:gd name="connsiteX79" fmla="*/ 35638 w 9354533"/>
              <a:gd name="connsiteY79" fmla="*/ 4437188 h 6857999"/>
              <a:gd name="connsiteX80" fmla="*/ 49345 w 9354533"/>
              <a:gd name="connsiteY80" fmla="*/ 4393280 h 6857999"/>
              <a:gd name="connsiteX81" fmla="*/ 65792 w 9354533"/>
              <a:gd name="connsiteY81" fmla="*/ 4354861 h 6857999"/>
              <a:gd name="connsiteX82" fmla="*/ 82239 w 9354533"/>
              <a:gd name="connsiteY82" fmla="*/ 4313698 h 6857999"/>
              <a:gd name="connsiteX83" fmla="*/ 104171 w 9354533"/>
              <a:gd name="connsiteY83" fmla="*/ 4272536 h 6857999"/>
              <a:gd name="connsiteX84" fmla="*/ 123358 w 9354533"/>
              <a:gd name="connsiteY84" fmla="*/ 4234116 h 6857999"/>
              <a:gd name="connsiteX85" fmla="*/ 148030 w 9354533"/>
              <a:gd name="connsiteY85" fmla="*/ 4195697 h 6857999"/>
              <a:gd name="connsiteX86" fmla="*/ 175444 w 9354533"/>
              <a:gd name="connsiteY86" fmla="*/ 4160023 h 6857999"/>
              <a:gd name="connsiteX87" fmla="*/ 202857 w 9354533"/>
              <a:gd name="connsiteY87" fmla="*/ 4121603 h 6857999"/>
              <a:gd name="connsiteX88" fmla="*/ 230270 w 9354533"/>
              <a:gd name="connsiteY88" fmla="*/ 4085929 h 6857999"/>
              <a:gd name="connsiteX89" fmla="*/ 263165 w 9354533"/>
              <a:gd name="connsiteY89" fmla="*/ 4052999 h 6857999"/>
              <a:gd name="connsiteX90" fmla="*/ 296062 w 9354533"/>
              <a:gd name="connsiteY90" fmla="*/ 4020067 h 6857999"/>
              <a:gd name="connsiteX91" fmla="*/ 331697 w 9354533"/>
              <a:gd name="connsiteY91" fmla="*/ 3989881 h 6857999"/>
              <a:gd name="connsiteX92" fmla="*/ 370076 w 9354533"/>
              <a:gd name="connsiteY92" fmla="*/ 3959695 h 6857999"/>
              <a:gd name="connsiteX93" fmla="*/ 405711 w 9354533"/>
              <a:gd name="connsiteY93" fmla="*/ 3934997 h 6857999"/>
              <a:gd name="connsiteX94" fmla="*/ 444090 w 9354533"/>
              <a:gd name="connsiteY94" fmla="*/ 3913043 h 6857999"/>
              <a:gd name="connsiteX95" fmla="*/ 482469 w 9354533"/>
              <a:gd name="connsiteY95" fmla="*/ 3888346 h 6857999"/>
              <a:gd name="connsiteX96" fmla="*/ 523588 w 9354533"/>
              <a:gd name="connsiteY96" fmla="*/ 3869136 h 6857999"/>
              <a:gd name="connsiteX97" fmla="*/ 564708 w 9354533"/>
              <a:gd name="connsiteY97" fmla="*/ 3852671 h 6857999"/>
              <a:gd name="connsiteX98" fmla="*/ 605827 w 9354533"/>
              <a:gd name="connsiteY98" fmla="*/ 3836206 h 6857999"/>
              <a:gd name="connsiteX99" fmla="*/ 646947 w 9354533"/>
              <a:gd name="connsiteY99" fmla="*/ 3822484 h 6857999"/>
              <a:gd name="connsiteX100" fmla="*/ 688066 w 9354533"/>
              <a:gd name="connsiteY100" fmla="*/ 3811507 h 6857999"/>
              <a:gd name="connsiteX101" fmla="*/ 731926 w 9354533"/>
              <a:gd name="connsiteY101" fmla="*/ 3803275 h 6857999"/>
              <a:gd name="connsiteX102" fmla="*/ 775786 w 9354533"/>
              <a:gd name="connsiteY102" fmla="*/ 3795043 h 6857999"/>
              <a:gd name="connsiteX103" fmla="*/ 816907 w 9354533"/>
              <a:gd name="connsiteY103" fmla="*/ 3792299 h 6857999"/>
              <a:gd name="connsiteX104" fmla="*/ 975900 w 9354533"/>
              <a:gd name="connsiteY104" fmla="*/ 1075531 h 6857999"/>
              <a:gd name="connsiteX105" fmla="*/ 1019761 w 9354533"/>
              <a:gd name="connsiteY105" fmla="*/ 1078274 h 6857999"/>
              <a:gd name="connsiteX106" fmla="*/ 1063623 w 9354533"/>
              <a:gd name="connsiteY106" fmla="*/ 1081018 h 6857999"/>
              <a:gd name="connsiteX107" fmla="*/ 1107484 w 9354533"/>
              <a:gd name="connsiteY107" fmla="*/ 1083763 h 6857999"/>
              <a:gd name="connsiteX108" fmla="*/ 1151344 w 9354533"/>
              <a:gd name="connsiteY108" fmla="*/ 1091995 h 6857999"/>
              <a:gd name="connsiteX109" fmla="*/ 1192463 w 9354533"/>
              <a:gd name="connsiteY109" fmla="*/ 1102972 h 6857999"/>
              <a:gd name="connsiteX110" fmla="*/ 1236324 w 9354533"/>
              <a:gd name="connsiteY110" fmla="*/ 1113948 h 6857999"/>
              <a:gd name="connsiteX111" fmla="*/ 1274702 w 9354533"/>
              <a:gd name="connsiteY111" fmla="*/ 1127671 h 6857999"/>
              <a:gd name="connsiteX112" fmla="*/ 1318562 w 9354533"/>
              <a:gd name="connsiteY112" fmla="*/ 1141391 h 6857999"/>
              <a:gd name="connsiteX113" fmla="*/ 1359682 w 9354533"/>
              <a:gd name="connsiteY113" fmla="*/ 1160601 h 6857999"/>
              <a:gd name="connsiteX114" fmla="*/ 1398058 w 9354533"/>
              <a:gd name="connsiteY114" fmla="*/ 1179811 h 6857999"/>
              <a:gd name="connsiteX115" fmla="*/ 1439178 w 9354533"/>
              <a:gd name="connsiteY115" fmla="*/ 1201764 h 6857999"/>
              <a:gd name="connsiteX116" fmla="*/ 1477556 w 9354533"/>
              <a:gd name="connsiteY116" fmla="*/ 1226461 h 6857999"/>
              <a:gd name="connsiteX117" fmla="*/ 1513194 w 9354533"/>
              <a:gd name="connsiteY117" fmla="*/ 1251160 h 6857999"/>
              <a:gd name="connsiteX118" fmla="*/ 1551573 w 9354533"/>
              <a:gd name="connsiteY118" fmla="*/ 1278601 h 6857999"/>
              <a:gd name="connsiteX119" fmla="*/ 1584468 w 9354533"/>
              <a:gd name="connsiteY119" fmla="*/ 1311532 h 6857999"/>
              <a:gd name="connsiteX120" fmla="*/ 1620103 w 9354533"/>
              <a:gd name="connsiteY120" fmla="*/ 1341718 h 6857999"/>
              <a:gd name="connsiteX121" fmla="*/ 7115932 w 9354533"/>
              <a:gd name="connsiteY121" fmla="*/ 6857999 h 6857999"/>
              <a:gd name="connsiteX122" fmla="*/ 4543996 w 9354533"/>
              <a:gd name="connsiteY122" fmla="*/ 6857999 h 6857999"/>
              <a:gd name="connsiteX123" fmla="*/ 331697 w 9354533"/>
              <a:gd name="connsiteY123" fmla="*/ 2631498 h 6857999"/>
              <a:gd name="connsiteX124" fmla="*/ 301543 w 9354533"/>
              <a:gd name="connsiteY124" fmla="*/ 2601310 h 6857999"/>
              <a:gd name="connsiteX125" fmla="*/ 271390 w 9354533"/>
              <a:gd name="connsiteY125" fmla="*/ 2562893 h 6857999"/>
              <a:gd name="connsiteX126" fmla="*/ 243976 w 9354533"/>
              <a:gd name="connsiteY126" fmla="*/ 2527217 h 6857999"/>
              <a:gd name="connsiteX127" fmla="*/ 216563 w 9354533"/>
              <a:gd name="connsiteY127" fmla="*/ 2491543 h 6857999"/>
              <a:gd name="connsiteX128" fmla="*/ 191891 w 9354533"/>
              <a:gd name="connsiteY128" fmla="*/ 2450380 h 6857999"/>
              <a:gd name="connsiteX129" fmla="*/ 172702 w 9354533"/>
              <a:gd name="connsiteY129" fmla="*/ 2414705 h 6857999"/>
              <a:gd name="connsiteX130" fmla="*/ 150772 w 9354533"/>
              <a:gd name="connsiteY130" fmla="*/ 2373541 h 6857999"/>
              <a:gd name="connsiteX131" fmla="*/ 134324 w 9354533"/>
              <a:gd name="connsiteY131" fmla="*/ 2329634 h 6857999"/>
              <a:gd name="connsiteX132" fmla="*/ 117877 w 9354533"/>
              <a:gd name="connsiteY132" fmla="*/ 2291216 h 6857999"/>
              <a:gd name="connsiteX133" fmla="*/ 106912 w 9354533"/>
              <a:gd name="connsiteY133" fmla="*/ 2247308 h 6857999"/>
              <a:gd name="connsiteX134" fmla="*/ 93205 w 9354533"/>
              <a:gd name="connsiteY134" fmla="*/ 2203400 h 6857999"/>
              <a:gd name="connsiteX135" fmla="*/ 82239 w 9354533"/>
              <a:gd name="connsiteY135" fmla="*/ 2162238 h 6857999"/>
              <a:gd name="connsiteX136" fmla="*/ 76757 w 9354533"/>
              <a:gd name="connsiteY136" fmla="*/ 2118330 h 6857999"/>
              <a:gd name="connsiteX137" fmla="*/ 71275 w 9354533"/>
              <a:gd name="connsiteY137" fmla="*/ 2074424 h 6857999"/>
              <a:gd name="connsiteX138" fmla="*/ 68533 w 9354533"/>
              <a:gd name="connsiteY138" fmla="*/ 2030516 h 6857999"/>
              <a:gd name="connsiteX139" fmla="*/ 68533 w 9354533"/>
              <a:gd name="connsiteY139" fmla="*/ 1989352 h 6857999"/>
              <a:gd name="connsiteX140" fmla="*/ 68533 w 9354533"/>
              <a:gd name="connsiteY140" fmla="*/ 1942701 h 6857999"/>
              <a:gd name="connsiteX141" fmla="*/ 71275 w 9354533"/>
              <a:gd name="connsiteY141" fmla="*/ 1898793 h 6857999"/>
              <a:gd name="connsiteX142" fmla="*/ 76757 w 9354533"/>
              <a:gd name="connsiteY142" fmla="*/ 1857629 h 6857999"/>
              <a:gd name="connsiteX143" fmla="*/ 82239 w 9354533"/>
              <a:gd name="connsiteY143" fmla="*/ 1813723 h 6857999"/>
              <a:gd name="connsiteX144" fmla="*/ 93205 w 9354533"/>
              <a:gd name="connsiteY144" fmla="*/ 1769815 h 6857999"/>
              <a:gd name="connsiteX145" fmla="*/ 106912 w 9354533"/>
              <a:gd name="connsiteY145" fmla="*/ 1728652 h 6857999"/>
              <a:gd name="connsiteX146" fmla="*/ 117877 w 9354533"/>
              <a:gd name="connsiteY146" fmla="*/ 1684745 h 6857999"/>
              <a:gd name="connsiteX147" fmla="*/ 134324 w 9354533"/>
              <a:gd name="connsiteY147" fmla="*/ 1643581 h 6857999"/>
              <a:gd name="connsiteX148" fmla="*/ 150772 w 9354533"/>
              <a:gd name="connsiteY148" fmla="*/ 1605162 h 6857999"/>
              <a:gd name="connsiteX149" fmla="*/ 172702 w 9354533"/>
              <a:gd name="connsiteY149" fmla="*/ 1564000 h 6857999"/>
              <a:gd name="connsiteX150" fmla="*/ 191891 w 9354533"/>
              <a:gd name="connsiteY150" fmla="*/ 1522837 h 6857999"/>
              <a:gd name="connsiteX151" fmla="*/ 216563 w 9354533"/>
              <a:gd name="connsiteY151" fmla="*/ 1487162 h 6857999"/>
              <a:gd name="connsiteX152" fmla="*/ 243976 w 9354533"/>
              <a:gd name="connsiteY152" fmla="*/ 1448743 h 6857999"/>
              <a:gd name="connsiteX153" fmla="*/ 271390 w 9354533"/>
              <a:gd name="connsiteY153" fmla="*/ 1413068 h 6857999"/>
              <a:gd name="connsiteX154" fmla="*/ 301543 w 9354533"/>
              <a:gd name="connsiteY154" fmla="*/ 1377393 h 6857999"/>
              <a:gd name="connsiteX155" fmla="*/ 331697 w 9354533"/>
              <a:gd name="connsiteY155" fmla="*/ 1341718 h 6857999"/>
              <a:gd name="connsiteX156" fmla="*/ 367335 w 9354533"/>
              <a:gd name="connsiteY156" fmla="*/ 1311532 h 6857999"/>
              <a:gd name="connsiteX157" fmla="*/ 400229 w 9354533"/>
              <a:gd name="connsiteY157" fmla="*/ 1278601 h 6857999"/>
              <a:gd name="connsiteX158" fmla="*/ 438607 w 9354533"/>
              <a:gd name="connsiteY158" fmla="*/ 1251160 h 6857999"/>
              <a:gd name="connsiteX159" fmla="*/ 474243 w 9354533"/>
              <a:gd name="connsiteY159" fmla="*/ 1226461 h 6857999"/>
              <a:gd name="connsiteX160" fmla="*/ 512622 w 9354533"/>
              <a:gd name="connsiteY160" fmla="*/ 1201764 h 6857999"/>
              <a:gd name="connsiteX161" fmla="*/ 551001 w 9354533"/>
              <a:gd name="connsiteY161" fmla="*/ 1179811 h 6857999"/>
              <a:gd name="connsiteX162" fmla="*/ 592121 w 9354533"/>
              <a:gd name="connsiteY162" fmla="*/ 1160601 h 6857999"/>
              <a:gd name="connsiteX163" fmla="*/ 633240 w 9354533"/>
              <a:gd name="connsiteY163" fmla="*/ 1141391 h 6857999"/>
              <a:gd name="connsiteX164" fmla="*/ 674359 w 9354533"/>
              <a:gd name="connsiteY164" fmla="*/ 1127671 h 6857999"/>
              <a:gd name="connsiteX165" fmla="*/ 715479 w 9354533"/>
              <a:gd name="connsiteY165" fmla="*/ 1113948 h 6857999"/>
              <a:gd name="connsiteX166" fmla="*/ 759339 w 9354533"/>
              <a:gd name="connsiteY166" fmla="*/ 1102972 h 6857999"/>
              <a:gd name="connsiteX167" fmla="*/ 800459 w 9354533"/>
              <a:gd name="connsiteY167" fmla="*/ 1091995 h 6857999"/>
              <a:gd name="connsiteX168" fmla="*/ 844319 w 9354533"/>
              <a:gd name="connsiteY168" fmla="*/ 1083763 h 6857999"/>
              <a:gd name="connsiteX169" fmla="*/ 890920 w 9354533"/>
              <a:gd name="connsiteY169" fmla="*/ 1081018 h 6857999"/>
              <a:gd name="connsiteX170" fmla="*/ 932040 w 9354533"/>
              <a:gd name="connsiteY170" fmla="*/ 1078274 h 6857999"/>
              <a:gd name="connsiteX171" fmla="*/ 8785588 w 9354533"/>
              <a:gd name="connsiteY171" fmla="*/ 0 h 6857999"/>
              <a:gd name="connsiteX172" fmla="*/ 9354533 w 9354533"/>
              <a:gd name="connsiteY172" fmla="*/ 0 h 6857999"/>
              <a:gd name="connsiteX173" fmla="*/ 9354533 w 9354533"/>
              <a:gd name="connsiteY173" fmla="*/ 570519 h 6857999"/>
              <a:gd name="connsiteX174" fmla="*/ 6019529 w 9354533"/>
              <a:gd name="connsiteY174" fmla="*/ 0 h 6857999"/>
              <a:gd name="connsiteX175" fmla="*/ 8588708 w 9354533"/>
              <a:gd name="connsiteY175" fmla="*/ 0 h 6857999"/>
              <a:gd name="connsiteX176" fmla="*/ 9354533 w 9354533"/>
              <a:gd name="connsiteY176" fmla="*/ 768021 h 6857999"/>
              <a:gd name="connsiteX177" fmla="*/ 9354533 w 9354533"/>
              <a:gd name="connsiteY177" fmla="*/ 3347008 h 6857999"/>
              <a:gd name="connsiteX178" fmla="*/ 3248285 w 9354533"/>
              <a:gd name="connsiteY178" fmla="*/ 0 h 6857999"/>
              <a:gd name="connsiteX179" fmla="*/ 5819972 w 9354533"/>
              <a:gd name="connsiteY179" fmla="*/ 0 h 6857999"/>
              <a:gd name="connsiteX180" fmla="*/ 9354533 w 9354533"/>
              <a:gd name="connsiteY180" fmla="*/ 3545079 h 6857999"/>
              <a:gd name="connsiteX181" fmla="*/ 9354533 w 9354533"/>
              <a:gd name="connsiteY181" fmla="*/ 6127044 h 6857999"/>
              <a:gd name="connsiteX182" fmla="*/ 476872 w 9354533"/>
              <a:gd name="connsiteY182" fmla="*/ 0 h 6857999"/>
              <a:gd name="connsiteX183" fmla="*/ 3050781 w 9354533"/>
              <a:gd name="connsiteY183" fmla="*/ 0 h 6857999"/>
              <a:gd name="connsiteX184" fmla="*/ 9354533 w 9354533"/>
              <a:gd name="connsiteY184" fmla="*/ 6324693 h 6857999"/>
              <a:gd name="connsiteX185" fmla="*/ 9354533 w 9354533"/>
              <a:gd name="connsiteY185" fmla="*/ 6857999 h 6857999"/>
              <a:gd name="connsiteX186" fmla="*/ 7312522 w 9354533"/>
              <a:gd name="connsiteY18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9354533" h="6857999">
                <a:moveTo>
                  <a:pt x="811424" y="6511811"/>
                </a:moveTo>
                <a:lnTo>
                  <a:pt x="855285" y="6511811"/>
                </a:lnTo>
                <a:lnTo>
                  <a:pt x="899145" y="6511811"/>
                </a:lnTo>
                <a:lnTo>
                  <a:pt x="940265" y="6514555"/>
                </a:lnTo>
                <a:lnTo>
                  <a:pt x="986866" y="6522788"/>
                </a:lnTo>
                <a:lnTo>
                  <a:pt x="1030726" y="6531020"/>
                </a:lnTo>
                <a:lnTo>
                  <a:pt x="1071846" y="6539252"/>
                </a:lnTo>
                <a:lnTo>
                  <a:pt x="1112965" y="6550230"/>
                </a:lnTo>
                <a:lnTo>
                  <a:pt x="1156826" y="6563951"/>
                </a:lnTo>
                <a:lnTo>
                  <a:pt x="1197945" y="6577672"/>
                </a:lnTo>
                <a:lnTo>
                  <a:pt x="1239064" y="6596881"/>
                </a:lnTo>
                <a:lnTo>
                  <a:pt x="1277443" y="6616091"/>
                </a:lnTo>
                <a:lnTo>
                  <a:pt x="1318562" y="6638044"/>
                </a:lnTo>
                <a:lnTo>
                  <a:pt x="1356942" y="6662741"/>
                </a:lnTo>
                <a:lnTo>
                  <a:pt x="1392576" y="6687440"/>
                </a:lnTo>
                <a:lnTo>
                  <a:pt x="1430955" y="6717627"/>
                </a:lnTo>
                <a:lnTo>
                  <a:pt x="1463850" y="6745068"/>
                </a:lnTo>
                <a:lnTo>
                  <a:pt x="1499488" y="6780744"/>
                </a:lnTo>
                <a:lnTo>
                  <a:pt x="1576429" y="6857999"/>
                </a:lnTo>
                <a:lnTo>
                  <a:pt x="141549" y="6857999"/>
                </a:lnTo>
                <a:lnTo>
                  <a:pt x="148030" y="6849348"/>
                </a:lnTo>
                <a:lnTo>
                  <a:pt x="180926" y="6810929"/>
                </a:lnTo>
                <a:lnTo>
                  <a:pt x="211081" y="6780744"/>
                </a:lnTo>
                <a:lnTo>
                  <a:pt x="246717" y="6745068"/>
                </a:lnTo>
                <a:lnTo>
                  <a:pt x="279611" y="6717627"/>
                </a:lnTo>
                <a:lnTo>
                  <a:pt x="317990" y="6687440"/>
                </a:lnTo>
                <a:lnTo>
                  <a:pt x="353629" y="6662741"/>
                </a:lnTo>
                <a:lnTo>
                  <a:pt x="392005" y="6638044"/>
                </a:lnTo>
                <a:lnTo>
                  <a:pt x="433124" y="6616091"/>
                </a:lnTo>
                <a:lnTo>
                  <a:pt x="471503" y="6596881"/>
                </a:lnTo>
                <a:lnTo>
                  <a:pt x="512622" y="6577672"/>
                </a:lnTo>
                <a:lnTo>
                  <a:pt x="553742" y="6563951"/>
                </a:lnTo>
                <a:lnTo>
                  <a:pt x="594861" y="6550230"/>
                </a:lnTo>
                <a:lnTo>
                  <a:pt x="638721" y="6539252"/>
                </a:lnTo>
                <a:lnTo>
                  <a:pt x="679841" y="6531020"/>
                </a:lnTo>
                <a:lnTo>
                  <a:pt x="723702" y="6522788"/>
                </a:lnTo>
                <a:lnTo>
                  <a:pt x="767562" y="6514555"/>
                </a:lnTo>
                <a:close/>
                <a:moveTo>
                  <a:pt x="863507" y="3786810"/>
                </a:moveTo>
                <a:lnTo>
                  <a:pt x="907368" y="3786810"/>
                </a:lnTo>
                <a:lnTo>
                  <a:pt x="948487" y="3786810"/>
                </a:lnTo>
                <a:lnTo>
                  <a:pt x="992347" y="3792299"/>
                </a:lnTo>
                <a:lnTo>
                  <a:pt x="1038951" y="3795043"/>
                </a:lnTo>
                <a:lnTo>
                  <a:pt x="1080070" y="3803275"/>
                </a:lnTo>
                <a:lnTo>
                  <a:pt x="1123931" y="3811507"/>
                </a:lnTo>
                <a:lnTo>
                  <a:pt x="1167791" y="3822484"/>
                </a:lnTo>
                <a:lnTo>
                  <a:pt x="1206170" y="3836206"/>
                </a:lnTo>
                <a:lnTo>
                  <a:pt x="1250030" y="3852671"/>
                </a:lnTo>
                <a:lnTo>
                  <a:pt x="1291149" y="3869136"/>
                </a:lnTo>
                <a:lnTo>
                  <a:pt x="1329528" y="3888346"/>
                </a:lnTo>
                <a:lnTo>
                  <a:pt x="1370648" y="3913043"/>
                </a:lnTo>
                <a:lnTo>
                  <a:pt x="1406283" y="3934997"/>
                </a:lnTo>
                <a:lnTo>
                  <a:pt x="1444661" y="3959695"/>
                </a:lnTo>
                <a:lnTo>
                  <a:pt x="1483041" y="3989881"/>
                </a:lnTo>
                <a:lnTo>
                  <a:pt x="1515936" y="4020067"/>
                </a:lnTo>
                <a:lnTo>
                  <a:pt x="1551573" y="4052999"/>
                </a:lnTo>
                <a:lnTo>
                  <a:pt x="4345134" y="6857999"/>
                </a:lnTo>
                <a:lnTo>
                  <a:pt x="1774225" y="6857999"/>
                </a:lnTo>
                <a:lnTo>
                  <a:pt x="263165" y="5342778"/>
                </a:lnTo>
                <a:lnTo>
                  <a:pt x="230270" y="5307103"/>
                </a:lnTo>
                <a:lnTo>
                  <a:pt x="202857" y="5274172"/>
                </a:lnTo>
                <a:lnTo>
                  <a:pt x="175444" y="5238497"/>
                </a:lnTo>
                <a:lnTo>
                  <a:pt x="148030" y="5200079"/>
                </a:lnTo>
                <a:lnTo>
                  <a:pt x="123358" y="5161661"/>
                </a:lnTo>
                <a:lnTo>
                  <a:pt x="104171" y="5123241"/>
                </a:lnTo>
                <a:lnTo>
                  <a:pt x="82239" y="5082077"/>
                </a:lnTo>
                <a:lnTo>
                  <a:pt x="65792" y="5040914"/>
                </a:lnTo>
                <a:lnTo>
                  <a:pt x="49345" y="4999752"/>
                </a:lnTo>
                <a:lnTo>
                  <a:pt x="35638" y="4955844"/>
                </a:lnTo>
                <a:lnTo>
                  <a:pt x="24672" y="4914681"/>
                </a:lnTo>
                <a:lnTo>
                  <a:pt x="13707" y="4870773"/>
                </a:lnTo>
                <a:lnTo>
                  <a:pt x="8225" y="4826865"/>
                </a:lnTo>
                <a:lnTo>
                  <a:pt x="2744" y="4785702"/>
                </a:lnTo>
                <a:lnTo>
                  <a:pt x="0" y="4741796"/>
                </a:lnTo>
                <a:lnTo>
                  <a:pt x="0" y="4697888"/>
                </a:lnTo>
                <a:lnTo>
                  <a:pt x="0" y="4653981"/>
                </a:lnTo>
                <a:lnTo>
                  <a:pt x="2744" y="4610073"/>
                </a:lnTo>
                <a:lnTo>
                  <a:pt x="8225" y="4566165"/>
                </a:lnTo>
                <a:lnTo>
                  <a:pt x="13707" y="4522259"/>
                </a:lnTo>
                <a:lnTo>
                  <a:pt x="24672" y="4481095"/>
                </a:lnTo>
                <a:lnTo>
                  <a:pt x="35638" y="4437188"/>
                </a:lnTo>
                <a:lnTo>
                  <a:pt x="49345" y="4393280"/>
                </a:lnTo>
                <a:lnTo>
                  <a:pt x="65792" y="4354861"/>
                </a:lnTo>
                <a:lnTo>
                  <a:pt x="82239" y="4313698"/>
                </a:lnTo>
                <a:lnTo>
                  <a:pt x="104171" y="4272536"/>
                </a:lnTo>
                <a:lnTo>
                  <a:pt x="123358" y="4234116"/>
                </a:lnTo>
                <a:lnTo>
                  <a:pt x="148030" y="4195697"/>
                </a:lnTo>
                <a:lnTo>
                  <a:pt x="175444" y="4160023"/>
                </a:lnTo>
                <a:lnTo>
                  <a:pt x="202857" y="4121603"/>
                </a:lnTo>
                <a:lnTo>
                  <a:pt x="230270" y="4085929"/>
                </a:lnTo>
                <a:lnTo>
                  <a:pt x="263165" y="4052999"/>
                </a:lnTo>
                <a:lnTo>
                  <a:pt x="296062" y="4020067"/>
                </a:lnTo>
                <a:lnTo>
                  <a:pt x="331697" y="3989881"/>
                </a:lnTo>
                <a:lnTo>
                  <a:pt x="370076" y="3959695"/>
                </a:lnTo>
                <a:lnTo>
                  <a:pt x="405711" y="3934997"/>
                </a:lnTo>
                <a:lnTo>
                  <a:pt x="444090" y="3913043"/>
                </a:lnTo>
                <a:lnTo>
                  <a:pt x="482469" y="3888346"/>
                </a:lnTo>
                <a:lnTo>
                  <a:pt x="523588" y="3869136"/>
                </a:lnTo>
                <a:lnTo>
                  <a:pt x="564708" y="3852671"/>
                </a:lnTo>
                <a:lnTo>
                  <a:pt x="605827" y="3836206"/>
                </a:lnTo>
                <a:lnTo>
                  <a:pt x="646947" y="3822484"/>
                </a:lnTo>
                <a:lnTo>
                  <a:pt x="688066" y="3811507"/>
                </a:lnTo>
                <a:lnTo>
                  <a:pt x="731926" y="3803275"/>
                </a:lnTo>
                <a:lnTo>
                  <a:pt x="775786" y="3795043"/>
                </a:lnTo>
                <a:lnTo>
                  <a:pt x="816907" y="3792299"/>
                </a:lnTo>
                <a:close/>
                <a:moveTo>
                  <a:pt x="975900" y="1075531"/>
                </a:moveTo>
                <a:lnTo>
                  <a:pt x="1019761" y="1078274"/>
                </a:lnTo>
                <a:lnTo>
                  <a:pt x="1063623" y="1081018"/>
                </a:lnTo>
                <a:lnTo>
                  <a:pt x="1107484" y="1083763"/>
                </a:lnTo>
                <a:lnTo>
                  <a:pt x="1151344" y="1091995"/>
                </a:lnTo>
                <a:lnTo>
                  <a:pt x="1192463" y="1102972"/>
                </a:lnTo>
                <a:lnTo>
                  <a:pt x="1236324" y="1113948"/>
                </a:lnTo>
                <a:lnTo>
                  <a:pt x="1274702" y="1127671"/>
                </a:lnTo>
                <a:lnTo>
                  <a:pt x="1318562" y="1141391"/>
                </a:lnTo>
                <a:lnTo>
                  <a:pt x="1359682" y="1160601"/>
                </a:lnTo>
                <a:lnTo>
                  <a:pt x="1398058" y="1179811"/>
                </a:lnTo>
                <a:lnTo>
                  <a:pt x="1439178" y="1201764"/>
                </a:lnTo>
                <a:lnTo>
                  <a:pt x="1477556" y="1226461"/>
                </a:lnTo>
                <a:lnTo>
                  <a:pt x="1513194" y="1251160"/>
                </a:lnTo>
                <a:lnTo>
                  <a:pt x="1551573" y="1278601"/>
                </a:lnTo>
                <a:lnTo>
                  <a:pt x="1584468" y="1311532"/>
                </a:lnTo>
                <a:lnTo>
                  <a:pt x="1620103" y="1341718"/>
                </a:lnTo>
                <a:lnTo>
                  <a:pt x="7115932" y="6857999"/>
                </a:lnTo>
                <a:lnTo>
                  <a:pt x="4543996" y="6857999"/>
                </a:lnTo>
                <a:lnTo>
                  <a:pt x="331697" y="2631498"/>
                </a:lnTo>
                <a:lnTo>
                  <a:pt x="301543" y="2601310"/>
                </a:lnTo>
                <a:lnTo>
                  <a:pt x="271390" y="2562893"/>
                </a:lnTo>
                <a:lnTo>
                  <a:pt x="243976" y="2527217"/>
                </a:lnTo>
                <a:lnTo>
                  <a:pt x="216563" y="2491543"/>
                </a:lnTo>
                <a:lnTo>
                  <a:pt x="191891" y="2450380"/>
                </a:lnTo>
                <a:lnTo>
                  <a:pt x="172702" y="2414705"/>
                </a:lnTo>
                <a:lnTo>
                  <a:pt x="150772" y="2373541"/>
                </a:lnTo>
                <a:lnTo>
                  <a:pt x="134324" y="2329634"/>
                </a:lnTo>
                <a:lnTo>
                  <a:pt x="117877" y="2291216"/>
                </a:lnTo>
                <a:lnTo>
                  <a:pt x="106912" y="2247308"/>
                </a:lnTo>
                <a:lnTo>
                  <a:pt x="93205" y="2203400"/>
                </a:lnTo>
                <a:lnTo>
                  <a:pt x="82239" y="2162238"/>
                </a:lnTo>
                <a:lnTo>
                  <a:pt x="76757" y="2118330"/>
                </a:lnTo>
                <a:lnTo>
                  <a:pt x="71275" y="2074424"/>
                </a:lnTo>
                <a:lnTo>
                  <a:pt x="68533" y="2030516"/>
                </a:lnTo>
                <a:lnTo>
                  <a:pt x="68533" y="1989352"/>
                </a:lnTo>
                <a:lnTo>
                  <a:pt x="68533" y="1942701"/>
                </a:lnTo>
                <a:lnTo>
                  <a:pt x="71275" y="1898793"/>
                </a:lnTo>
                <a:lnTo>
                  <a:pt x="76757" y="1857629"/>
                </a:lnTo>
                <a:lnTo>
                  <a:pt x="82239" y="1813723"/>
                </a:lnTo>
                <a:lnTo>
                  <a:pt x="93205" y="1769815"/>
                </a:lnTo>
                <a:lnTo>
                  <a:pt x="106912" y="1728652"/>
                </a:lnTo>
                <a:lnTo>
                  <a:pt x="117877" y="1684745"/>
                </a:lnTo>
                <a:lnTo>
                  <a:pt x="134324" y="1643581"/>
                </a:lnTo>
                <a:lnTo>
                  <a:pt x="150772" y="1605162"/>
                </a:lnTo>
                <a:lnTo>
                  <a:pt x="172702" y="1564000"/>
                </a:lnTo>
                <a:lnTo>
                  <a:pt x="191891" y="1522837"/>
                </a:lnTo>
                <a:lnTo>
                  <a:pt x="216563" y="1487162"/>
                </a:lnTo>
                <a:lnTo>
                  <a:pt x="243976" y="1448743"/>
                </a:lnTo>
                <a:lnTo>
                  <a:pt x="271390" y="1413068"/>
                </a:lnTo>
                <a:lnTo>
                  <a:pt x="301543" y="1377393"/>
                </a:lnTo>
                <a:lnTo>
                  <a:pt x="331697" y="1341718"/>
                </a:lnTo>
                <a:lnTo>
                  <a:pt x="367335" y="1311532"/>
                </a:lnTo>
                <a:lnTo>
                  <a:pt x="400229" y="1278601"/>
                </a:lnTo>
                <a:lnTo>
                  <a:pt x="438607" y="1251160"/>
                </a:lnTo>
                <a:lnTo>
                  <a:pt x="474243" y="1226461"/>
                </a:lnTo>
                <a:lnTo>
                  <a:pt x="512622" y="1201764"/>
                </a:lnTo>
                <a:lnTo>
                  <a:pt x="551001" y="1179811"/>
                </a:lnTo>
                <a:lnTo>
                  <a:pt x="592121" y="1160601"/>
                </a:lnTo>
                <a:lnTo>
                  <a:pt x="633240" y="1141391"/>
                </a:lnTo>
                <a:lnTo>
                  <a:pt x="674359" y="1127671"/>
                </a:lnTo>
                <a:lnTo>
                  <a:pt x="715479" y="1113948"/>
                </a:lnTo>
                <a:lnTo>
                  <a:pt x="759339" y="1102972"/>
                </a:lnTo>
                <a:lnTo>
                  <a:pt x="800459" y="1091995"/>
                </a:lnTo>
                <a:lnTo>
                  <a:pt x="844319" y="1083763"/>
                </a:lnTo>
                <a:lnTo>
                  <a:pt x="890920" y="1081018"/>
                </a:lnTo>
                <a:lnTo>
                  <a:pt x="932040" y="1078274"/>
                </a:lnTo>
                <a:close/>
                <a:moveTo>
                  <a:pt x="8785588" y="0"/>
                </a:moveTo>
                <a:lnTo>
                  <a:pt x="9354533" y="0"/>
                </a:lnTo>
                <a:lnTo>
                  <a:pt x="9354533" y="570519"/>
                </a:lnTo>
                <a:close/>
                <a:moveTo>
                  <a:pt x="6019529" y="0"/>
                </a:moveTo>
                <a:lnTo>
                  <a:pt x="8588708" y="0"/>
                </a:lnTo>
                <a:lnTo>
                  <a:pt x="9354533" y="768021"/>
                </a:lnTo>
                <a:lnTo>
                  <a:pt x="9354533" y="3347008"/>
                </a:lnTo>
                <a:close/>
                <a:moveTo>
                  <a:pt x="3248285" y="0"/>
                </a:moveTo>
                <a:lnTo>
                  <a:pt x="5819972" y="0"/>
                </a:lnTo>
                <a:lnTo>
                  <a:pt x="9354533" y="3545079"/>
                </a:lnTo>
                <a:lnTo>
                  <a:pt x="9354533" y="6127044"/>
                </a:lnTo>
                <a:close/>
                <a:moveTo>
                  <a:pt x="476872" y="0"/>
                </a:moveTo>
                <a:lnTo>
                  <a:pt x="3050781" y="0"/>
                </a:lnTo>
                <a:lnTo>
                  <a:pt x="9354533" y="6324693"/>
                </a:lnTo>
                <a:lnTo>
                  <a:pt x="9354533" y="6857999"/>
                </a:lnTo>
                <a:lnTo>
                  <a:pt x="7312522" y="6857999"/>
                </a:lnTo>
                <a:close/>
              </a:path>
            </a:pathLst>
          </a:custGeom>
          <a:gradFill flip="none" rotWithShape="1">
            <a:gsLst>
              <a:gs pos="19000">
                <a:schemeClr val="bg1">
                  <a:alpha val="0"/>
                </a:schemeClr>
              </a:gs>
              <a:gs pos="100000">
                <a:schemeClr val="accent2">
                  <a:alpha val="6000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1" name="Freeform: Shape 35">
            <a:extLst>
              <a:ext uri="{FF2B5EF4-FFF2-40B4-BE49-F238E27FC236}">
                <a16:creationId xmlns:a16="http://schemas.microsoft.com/office/drawing/2014/main" id="{DFD245D8-5FAA-681B-60E7-F6476A5016FB}"/>
              </a:ext>
            </a:extLst>
          </p:cNvPr>
          <p:cNvSpPr/>
          <p:nvPr/>
        </p:nvSpPr>
        <p:spPr>
          <a:xfrm>
            <a:off x="9315925" y="5402263"/>
            <a:ext cx="2584231" cy="1222070"/>
          </a:xfrm>
          <a:custGeom>
            <a:avLst/>
            <a:gdLst>
              <a:gd name="connsiteX0" fmla="*/ 1525169 w 2440693"/>
              <a:gd name="connsiteY0" fmla="*/ 0 h 1149657"/>
              <a:gd name="connsiteX1" fmla="*/ 2412927 w 2440693"/>
              <a:gd name="connsiteY1" fmla="*/ 271173 h 1149657"/>
              <a:gd name="connsiteX2" fmla="*/ 2440693 w 2440693"/>
              <a:gd name="connsiteY2" fmla="*/ 291936 h 1149657"/>
              <a:gd name="connsiteX3" fmla="*/ 2440693 w 2440693"/>
              <a:gd name="connsiteY3" fmla="*/ 857571 h 1149657"/>
              <a:gd name="connsiteX4" fmla="*/ 2148607 w 2440693"/>
              <a:gd name="connsiteY4" fmla="*/ 1149657 h 1149657"/>
              <a:gd name="connsiteX5" fmla="*/ 0 w 2440693"/>
              <a:gd name="connsiteY5" fmla="*/ 1149657 h 1149657"/>
              <a:gd name="connsiteX6" fmla="*/ 8747 w 2440693"/>
              <a:gd name="connsiteY6" fmla="*/ 1115642 h 1149657"/>
              <a:gd name="connsiteX7" fmla="*/ 1525169 w 2440693"/>
              <a:gd name="connsiteY7" fmla="*/ 0 h 11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0693" h="1149657">
                <a:moveTo>
                  <a:pt x="1525169" y="0"/>
                </a:moveTo>
                <a:cubicBezTo>
                  <a:pt x="1854015" y="0"/>
                  <a:pt x="2159512" y="99969"/>
                  <a:pt x="2412927" y="271173"/>
                </a:cubicBezTo>
                <a:lnTo>
                  <a:pt x="2440693" y="291936"/>
                </a:lnTo>
                <a:lnTo>
                  <a:pt x="2440693" y="857571"/>
                </a:lnTo>
                <a:cubicBezTo>
                  <a:pt x="2440693" y="1018886"/>
                  <a:pt x="2309922" y="1149657"/>
                  <a:pt x="2148607" y="1149657"/>
                </a:cubicBezTo>
                <a:lnTo>
                  <a:pt x="0" y="1149657"/>
                </a:lnTo>
                <a:lnTo>
                  <a:pt x="8747" y="1115642"/>
                </a:lnTo>
                <a:cubicBezTo>
                  <a:pt x="209781" y="469295"/>
                  <a:pt x="812670" y="0"/>
                  <a:pt x="1525169"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36">
            <a:extLst>
              <a:ext uri="{FF2B5EF4-FFF2-40B4-BE49-F238E27FC236}">
                <a16:creationId xmlns:a16="http://schemas.microsoft.com/office/drawing/2014/main" id="{5ACAF8E3-10D9-340E-D8C8-FAA92FA50856}"/>
              </a:ext>
            </a:extLst>
          </p:cNvPr>
          <p:cNvSpPr/>
          <p:nvPr/>
        </p:nvSpPr>
        <p:spPr>
          <a:xfrm>
            <a:off x="89613" y="972872"/>
            <a:ext cx="1000694" cy="3175614"/>
          </a:xfrm>
          <a:custGeom>
            <a:avLst/>
            <a:gdLst>
              <a:gd name="connsiteX0" fmla="*/ 0 w 1000694"/>
              <a:gd name="connsiteY0" fmla="*/ 0 h 2948702"/>
              <a:gd name="connsiteX1" fmla="*/ 30934 w 1000694"/>
              <a:gd name="connsiteY1" fmla="*/ 11322 h 2948702"/>
              <a:gd name="connsiteX2" fmla="*/ 1000694 w 1000694"/>
              <a:gd name="connsiteY2" fmla="*/ 1474351 h 2948702"/>
              <a:gd name="connsiteX3" fmla="*/ 30934 w 1000694"/>
              <a:gd name="connsiteY3" fmla="*/ 2937380 h 2948702"/>
              <a:gd name="connsiteX4" fmla="*/ 0 w 1000694"/>
              <a:gd name="connsiteY4" fmla="*/ 2948702 h 294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694" h="2948702">
                <a:moveTo>
                  <a:pt x="0" y="0"/>
                </a:moveTo>
                <a:lnTo>
                  <a:pt x="30934" y="11322"/>
                </a:lnTo>
                <a:cubicBezTo>
                  <a:pt x="600821" y="252364"/>
                  <a:pt x="1000694" y="816660"/>
                  <a:pt x="1000694" y="1474351"/>
                </a:cubicBezTo>
                <a:cubicBezTo>
                  <a:pt x="1000694" y="2132043"/>
                  <a:pt x="600821" y="2696338"/>
                  <a:pt x="30934" y="2937380"/>
                </a:cubicBezTo>
                <a:lnTo>
                  <a:pt x="0" y="2948702"/>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矩形 23">
            <a:extLst>
              <a:ext uri="{FF2B5EF4-FFF2-40B4-BE49-F238E27FC236}">
                <a16:creationId xmlns:a16="http://schemas.microsoft.com/office/drawing/2014/main" id="{456506DE-5F0F-D625-0647-654D0BC14C42}"/>
              </a:ext>
            </a:extLst>
          </p:cNvPr>
          <p:cNvSpPr/>
          <p:nvPr/>
        </p:nvSpPr>
        <p:spPr>
          <a:xfrm>
            <a:off x="5248275" y="1776058"/>
            <a:ext cx="1695450" cy="92371"/>
          </a:xfrm>
          <a:prstGeom prst="rect">
            <a:avLst/>
          </a:prstGeom>
          <a:gradFill>
            <a:gsLst>
              <a:gs pos="0">
                <a:schemeClr val="accent2"/>
              </a:gs>
              <a:gs pos="100000">
                <a:schemeClr val="accent1">
                  <a:lumMod val="60000"/>
                  <a:lumOff val="4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chemeClr val="accent1"/>
                  </a:gs>
                  <a:gs pos="100000">
                    <a:schemeClr val="accent2"/>
                  </a:gs>
                </a:gsLst>
                <a:lin ang="0" scaled="0"/>
              </a:gradFill>
              <a:cs typeface="OPPOSans M" panose="00020600040101010101" charset="-122"/>
            </a:endParaRPr>
          </a:p>
        </p:txBody>
      </p:sp>
      <p:sp>
        <p:nvSpPr>
          <p:cNvPr id="14" name="TextBox 13">
            <a:extLst>
              <a:ext uri="{FF2B5EF4-FFF2-40B4-BE49-F238E27FC236}">
                <a16:creationId xmlns:a16="http://schemas.microsoft.com/office/drawing/2014/main" id="{BA36C088-9904-A3FE-AEF0-B5C6A8B37E50}"/>
              </a:ext>
            </a:extLst>
          </p:cNvPr>
          <p:cNvSpPr txBox="1"/>
          <p:nvPr/>
        </p:nvSpPr>
        <p:spPr>
          <a:xfrm>
            <a:off x="953769" y="233667"/>
            <a:ext cx="10599174" cy="5909310"/>
          </a:xfrm>
          <a:prstGeom prst="rect">
            <a:avLst/>
          </a:prstGeom>
          <a:noFill/>
        </p:spPr>
        <p:txBody>
          <a:bodyPr wrap="square" lIns="91440" tIns="45720" rIns="91440" bIns="45720" rtlCol="0" anchor="t">
            <a:spAutoFit/>
          </a:bodyPr>
          <a:lstStyle/>
          <a:p>
            <a:r>
              <a:rPr lang="en-IN" b="1" u="sng" dirty="0">
                <a:solidFill>
                  <a:schemeClr val="bg1"/>
                </a:solidFill>
              </a:rPr>
              <a:t>Backend Implementation:</a:t>
            </a:r>
          </a:p>
          <a:p>
            <a:endParaRPr lang="en-IN" dirty="0">
              <a:solidFill>
                <a:schemeClr val="bg1"/>
              </a:solidFill>
            </a:endParaRPr>
          </a:p>
          <a:p>
            <a:r>
              <a:rPr lang="en-IN" dirty="0">
                <a:solidFill>
                  <a:schemeClr val="bg1"/>
                </a:solidFill>
              </a:rPr>
              <a:t>The backend is implemented in Python using FastAPI/Flask. It manages request handling, real-time landmark extraction, and ML inference.</a:t>
            </a:r>
          </a:p>
          <a:p>
            <a:endParaRPr lang="en-IN" dirty="0">
              <a:solidFill>
                <a:schemeClr val="bg1"/>
              </a:solidFill>
            </a:endParaRPr>
          </a:p>
          <a:p>
            <a:r>
              <a:rPr lang="en-IN" dirty="0">
                <a:solidFill>
                  <a:schemeClr val="bg1"/>
                </a:solidFill>
              </a:rPr>
              <a:t>Backend Modules </a:t>
            </a:r>
          </a:p>
          <a:p>
            <a:r>
              <a:rPr lang="en-IN" u="sng" dirty="0">
                <a:solidFill>
                  <a:schemeClr val="bg1"/>
                </a:solidFill>
              </a:rPr>
              <a:t>Frame Receiver</a:t>
            </a:r>
            <a:r>
              <a:rPr lang="en-IN" dirty="0">
                <a:solidFill>
                  <a:schemeClr val="bg1"/>
                </a:solidFill>
              </a:rPr>
              <a:t>: Accepts frames streamed from frontend, </a:t>
            </a:r>
            <a:r>
              <a:rPr lang="en-IN" u="sng" dirty="0">
                <a:solidFill>
                  <a:schemeClr val="bg1"/>
                </a:solidFill>
              </a:rPr>
              <a:t>Gaze Tracking Engine</a:t>
            </a:r>
            <a:r>
              <a:rPr lang="en-IN" dirty="0">
                <a:solidFill>
                  <a:schemeClr val="bg1"/>
                </a:solidFill>
              </a:rPr>
              <a:t>: Extracts landmarks using MediaPipe FaceMesh, </a:t>
            </a:r>
            <a:r>
              <a:rPr lang="en-IN" u="sng" dirty="0">
                <a:solidFill>
                  <a:schemeClr val="bg1"/>
                </a:solidFill>
              </a:rPr>
              <a:t>Behavioural Feature Extractor</a:t>
            </a:r>
            <a:r>
              <a:rPr lang="en-IN" dirty="0">
                <a:solidFill>
                  <a:schemeClr val="bg1"/>
                </a:solidFill>
              </a:rPr>
              <a:t>: Computes fixations, saccades, blinks, pursuit gain, </a:t>
            </a:r>
            <a:r>
              <a:rPr lang="en-IN" u="sng" dirty="0">
                <a:solidFill>
                  <a:schemeClr val="bg1"/>
                </a:solidFill>
              </a:rPr>
              <a:t>Model Inference Engine</a:t>
            </a:r>
            <a:r>
              <a:rPr lang="en-IN" dirty="0">
                <a:solidFill>
                  <a:schemeClr val="bg1"/>
                </a:solidFill>
              </a:rPr>
              <a:t>: Runs ensemble classifier on extracted features and </a:t>
            </a:r>
            <a:r>
              <a:rPr lang="en-IN" u="sng" dirty="0">
                <a:solidFill>
                  <a:schemeClr val="bg1"/>
                </a:solidFill>
              </a:rPr>
              <a:t>Report Generator</a:t>
            </a:r>
            <a:r>
              <a:rPr lang="en-IN" dirty="0">
                <a:solidFill>
                  <a:schemeClr val="bg1"/>
                </a:solidFill>
              </a:rPr>
              <a:t>: Produces structured output artifacts.</a:t>
            </a:r>
          </a:p>
          <a:p>
            <a:endParaRPr lang="en-US" u="sng" dirty="0">
              <a:solidFill>
                <a:schemeClr val="bg1"/>
              </a:solidFill>
              <a:ea typeface="+mn-lt"/>
              <a:cs typeface="+mn-lt"/>
            </a:endParaRPr>
          </a:p>
          <a:p>
            <a:r>
              <a:rPr lang="en-IN" u="sng" dirty="0">
                <a:solidFill>
                  <a:schemeClr val="bg1"/>
                </a:solidFill>
              </a:rPr>
              <a:t>Behavioural Feature Extraction:</a:t>
            </a:r>
          </a:p>
          <a:p>
            <a:endParaRPr lang="en-IN" dirty="0">
              <a:solidFill>
                <a:schemeClr val="bg1"/>
              </a:solidFill>
            </a:endParaRPr>
          </a:p>
          <a:p>
            <a:r>
              <a:rPr lang="en-IN" dirty="0">
                <a:solidFill>
                  <a:schemeClr val="bg1"/>
                </a:solidFill>
              </a:rPr>
              <a:t> The behavioural features computed by the system are essential for differentiating ASD and non-ASD patterns. The feature pipeline includes:</a:t>
            </a:r>
          </a:p>
          <a:p>
            <a:r>
              <a:rPr lang="en-IN" dirty="0">
                <a:solidFill>
                  <a:schemeClr val="bg1"/>
                </a:solidFill>
              </a:rPr>
              <a:t> </a:t>
            </a:r>
          </a:p>
          <a:p>
            <a:r>
              <a:rPr lang="en-IN" dirty="0">
                <a:solidFill>
                  <a:schemeClr val="bg1"/>
                </a:solidFill>
              </a:rPr>
              <a:t>• Fixation Metrics: Count, mean duration, stability. </a:t>
            </a:r>
          </a:p>
          <a:p>
            <a:r>
              <a:rPr lang="en-IN" dirty="0">
                <a:solidFill>
                  <a:schemeClr val="bg1"/>
                </a:solidFill>
              </a:rPr>
              <a:t>• Saccadic Metrics: Frequency, amplitude, velocity. </a:t>
            </a:r>
          </a:p>
          <a:p>
            <a:r>
              <a:rPr lang="en-IN" dirty="0">
                <a:solidFill>
                  <a:schemeClr val="bg1"/>
                </a:solidFill>
              </a:rPr>
              <a:t>• Blink Metrics: Blink count, blink intervals, blink irregularities. </a:t>
            </a:r>
          </a:p>
          <a:p>
            <a:r>
              <a:rPr lang="en-IN" dirty="0">
                <a:solidFill>
                  <a:schemeClr val="bg1"/>
                </a:solidFill>
              </a:rPr>
              <a:t>• Smooth Pursuit Metrics: Tracking accuracy, pursuit gain, lag error.</a:t>
            </a:r>
          </a:p>
          <a:p>
            <a:r>
              <a:rPr lang="en-IN" dirty="0">
                <a:solidFill>
                  <a:schemeClr val="bg1"/>
                </a:solidFill>
              </a:rPr>
              <a:t>• Gaze Variability Metrics: Gaze dispersion, jitter, cluster spread.</a:t>
            </a:r>
            <a:endParaRPr lang="en-US" dirty="0">
              <a:solidFill>
                <a:schemeClr val="bg1"/>
              </a:solidFill>
              <a:cs typeface="Poppins Medium"/>
            </a:endParaRPr>
          </a:p>
        </p:txBody>
      </p:sp>
    </p:spTree>
    <p:extLst>
      <p:ext uri="{BB962C8B-B14F-4D97-AF65-F5344CB8AC3E}">
        <p14:creationId xmlns:p14="http://schemas.microsoft.com/office/powerpoint/2010/main" val="3861139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100000">
              <a:schemeClr val="accent2"/>
            </a:gs>
            <a:gs pos="60500">
              <a:schemeClr val="accent3">
                <a:lumMod val="50000"/>
                <a:lumOff val="50000"/>
              </a:schemeClr>
            </a:gs>
            <a:gs pos="0">
              <a:schemeClr val="accent1"/>
            </a:gs>
          </a:gsLst>
          <a:lin ang="4200000" scaled="0"/>
        </a:gradFill>
        <a:effectLst/>
      </p:bgPr>
    </p:bg>
    <p:spTree>
      <p:nvGrpSpPr>
        <p:cNvPr id="1" name=""/>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3A8E8D1B-A2D5-ED3B-E3AC-5EACE5277D51}"/>
              </a:ext>
            </a:extLst>
          </p:cNvPr>
          <p:cNvSpPr/>
          <p:nvPr/>
        </p:nvSpPr>
        <p:spPr>
          <a:xfrm>
            <a:off x="1" y="1024257"/>
            <a:ext cx="1119335" cy="3034744"/>
          </a:xfrm>
          <a:custGeom>
            <a:avLst/>
            <a:gdLst>
              <a:gd name="connsiteX0" fmla="*/ 0 w 1119335"/>
              <a:gd name="connsiteY0" fmla="*/ 0 h 3034744"/>
              <a:gd name="connsiteX1" fmla="*/ 3693 w 1119335"/>
              <a:gd name="connsiteY1" fmla="*/ 950 h 3034744"/>
              <a:gd name="connsiteX2" fmla="*/ 1119335 w 1119335"/>
              <a:gd name="connsiteY2" fmla="*/ 1517372 h 3034744"/>
              <a:gd name="connsiteX3" fmla="*/ 3693 w 1119335"/>
              <a:gd name="connsiteY3" fmla="*/ 3033795 h 3034744"/>
              <a:gd name="connsiteX4" fmla="*/ 0 w 1119335"/>
              <a:gd name="connsiteY4" fmla="*/ 3034744 h 3034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35" h="3034744">
                <a:moveTo>
                  <a:pt x="0" y="0"/>
                </a:moveTo>
                <a:lnTo>
                  <a:pt x="3693" y="950"/>
                </a:lnTo>
                <a:cubicBezTo>
                  <a:pt x="650040" y="201984"/>
                  <a:pt x="1119335" y="804873"/>
                  <a:pt x="1119335" y="1517372"/>
                </a:cubicBezTo>
                <a:cubicBezTo>
                  <a:pt x="1119335" y="2229871"/>
                  <a:pt x="650040" y="2832760"/>
                  <a:pt x="3693" y="3033795"/>
                </a:cubicBezTo>
                <a:lnTo>
                  <a:pt x="0" y="3034744"/>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任意多边形: 形状 4">
            <a:extLst>
              <a:ext uri="{FF2B5EF4-FFF2-40B4-BE49-F238E27FC236}">
                <a16:creationId xmlns:a16="http://schemas.microsoft.com/office/drawing/2014/main" id="{F9ABEDE2-C533-7F90-19FC-E1BB989FBF5E}"/>
              </a:ext>
            </a:extLst>
          </p:cNvPr>
          <p:cNvSpPr/>
          <p:nvPr/>
        </p:nvSpPr>
        <p:spPr>
          <a:xfrm>
            <a:off x="9324824" y="5498794"/>
            <a:ext cx="2867177" cy="1359207"/>
          </a:xfrm>
          <a:custGeom>
            <a:avLst/>
            <a:gdLst>
              <a:gd name="connsiteX0" fmla="*/ 1569498 w 2867177"/>
              <a:gd name="connsiteY0" fmla="*/ 0 h 1359207"/>
              <a:gd name="connsiteX1" fmla="*/ 2794727 w 2867177"/>
              <a:gd name="connsiteY1" fmla="*/ 577814 h 1359207"/>
              <a:gd name="connsiteX2" fmla="*/ 2867177 w 2867177"/>
              <a:gd name="connsiteY2" fmla="*/ 674700 h 1359207"/>
              <a:gd name="connsiteX3" fmla="*/ 2867177 w 2867177"/>
              <a:gd name="connsiteY3" fmla="*/ 1359207 h 1359207"/>
              <a:gd name="connsiteX4" fmla="*/ 0 w 2867177"/>
              <a:gd name="connsiteY4" fmla="*/ 1359207 h 1359207"/>
              <a:gd name="connsiteX5" fmla="*/ 13950 w 2867177"/>
              <a:gd name="connsiteY5" fmla="*/ 1267809 h 1359207"/>
              <a:gd name="connsiteX6" fmla="*/ 1569498 w 2867177"/>
              <a:gd name="connsiteY6" fmla="*/ 0 h 135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177" h="1359207">
                <a:moveTo>
                  <a:pt x="1569498" y="0"/>
                </a:moveTo>
                <a:cubicBezTo>
                  <a:pt x="2062767" y="0"/>
                  <a:pt x="2503500" y="224929"/>
                  <a:pt x="2794727" y="577814"/>
                </a:cubicBezTo>
                <a:lnTo>
                  <a:pt x="2867177" y="674700"/>
                </a:lnTo>
                <a:lnTo>
                  <a:pt x="2867177" y="1359207"/>
                </a:lnTo>
                <a:lnTo>
                  <a:pt x="0" y="1359207"/>
                </a:lnTo>
                <a:lnTo>
                  <a:pt x="13950" y="1267809"/>
                </a:lnTo>
                <a:cubicBezTo>
                  <a:pt x="162007" y="544272"/>
                  <a:pt x="802191" y="0"/>
                  <a:pt x="1569498"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6" name="Group 32">
            <a:extLst>
              <a:ext uri="{FF2B5EF4-FFF2-40B4-BE49-F238E27FC236}">
                <a16:creationId xmlns:a16="http://schemas.microsoft.com/office/drawing/2014/main" id="{B3C7FA78-9E25-45AF-434E-A449727D64E3}"/>
              </a:ext>
            </a:extLst>
          </p:cNvPr>
          <p:cNvGrpSpPr/>
          <p:nvPr/>
        </p:nvGrpSpPr>
        <p:grpSpPr>
          <a:xfrm>
            <a:off x="8941188" y="1491640"/>
            <a:ext cx="2064994" cy="2064994"/>
            <a:chOff x="10640582" y="1220864"/>
            <a:chExt cx="2064994" cy="2064994"/>
          </a:xfrm>
        </p:grpSpPr>
        <p:sp>
          <p:nvSpPr>
            <p:cNvPr id="7" name="Circle: Hollow 38">
              <a:extLst>
                <a:ext uri="{FF2B5EF4-FFF2-40B4-BE49-F238E27FC236}">
                  <a16:creationId xmlns:a16="http://schemas.microsoft.com/office/drawing/2014/main" id="{4894D181-210D-D029-7113-FCBE6FF94A49}"/>
                </a:ext>
              </a:extLst>
            </p:cNvPr>
            <p:cNvSpPr/>
            <p:nvPr/>
          </p:nvSpPr>
          <p:spPr>
            <a:xfrm rot="20700000">
              <a:off x="10640582" y="1220864"/>
              <a:ext cx="2064994" cy="2064994"/>
            </a:xfrm>
            <a:prstGeom prst="donut">
              <a:avLst>
                <a:gd name="adj" fmla="val 37753"/>
              </a:avLst>
            </a:prstGeom>
            <a:gradFill>
              <a:gsLst>
                <a:gs pos="100000">
                  <a:schemeClr val="accent6"/>
                </a:gs>
                <a:gs pos="60000">
                  <a:schemeClr val="accent5"/>
                </a:gs>
                <a:gs pos="5000">
                  <a:schemeClr val="accent4"/>
                </a:gs>
              </a:gsLst>
              <a:path path="circle">
                <a:fillToRect l="100000" t="100000"/>
              </a:path>
            </a:gradFill>
            <a:ln>
              <a:noFill/>
            </a:ln>
            <a:effectLst>
              <a:outerShdw blurRad="774700" dist="546100" dir="2700000" algn="tl" rotWithShape="0">
                <a:prstClr val="black">
                  <a:alpha val="40000"/>
                </a:prstClr>
              </a:outerShdw>
              <a:softEdge rad="698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ircle: Hollow 39">
              <a:extLst>
                <a:ext uri="{FF2B5EF4-FFF2-40B4-BE49-F238E27FC236}">
                  <a16:creationId xmlns:a16="http://schemas.microsoft.com/office/drawing/2014/main" id="{F22E3845-7A33-B211-18E0-EF4DB5AB523D}"/>
                </a:ext>
              </a:extLst>
            </p:cNvPr>
            <p:cNvSpPr/>
            <p:nvPr/>
          </p:nvSpPr>
          <p:spPr>
            <a:xfrm rot="20700000">
              <a:off x="10864033" y="1444315"/>
              <a:ext cx="1618092" cy="1618092"/>
            </a:xfrm>
            <a:prstGeom prst="donut">
              <a:avLst/>
            </a:prstGeom>
            <a:solidFill>
              <a:schemeClr val="bg1"/>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ircle: Hollow 40">
              <a:extLst>
                <a:ext uri="{FF2B5EF4-FFF2-40B4-BE49-F238E27FC236}">
                  <a16:creationId xmlns:a16="http://schemas.microsoft.com/office/drawing/2014/main" id="{AC04B596-77BB-8278-D055-FA5D41B4C9C5}"/>
                </a:ext>
              </a:extLst>
            </p:cNvPr>
            <p:cNvSpPr/>
            <p:nvPr/>
          </p:nvSpPr>
          <p:spPr>
            <a:xfrm rot="20700000">
              <a:off x="10864033" y="1444315"/>
              <a:ext cx="1618092" cy="1618092"/>
            </a:xfrm>
            <a:prstGeom prst="donut">
              <a:avLst/>
            </a:prstGeom>
            <a:gradFill>
              <a:gsLst>
                <a:gs pos="100000">
                  <a:schemeClr val="accent6"/>
                </a:gs>
                <a:gs pos="60000">
                  <a:schemeClr val="accent5"/>
                </a:gs>
                <a:gs pos="5000">
                  <a:schemeClr val="accent4"/>
                </a:gs>
              </a:gsLst>
              <a:path path="circle">
                <a:fillToRect l="100000" t="100000"/>
              </a:path>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10" name="Rectangle: Rounded Corners 31">
            <a:extLst>
              <a:ext uri="{FF2B5EF4-FFF2-40B4-BE49-F238E27FC236}">
                <a16:creationId xmlns:a16="http://schemas.microsoft.com/office/drawing/2014/main" id="{14833BA7-C8D2-3CBF-C829-F02C99558FAF}"/>
              </a:ext>
            </a:extLst>
          </p:cNvPr>
          <p:cNvSpPr/>
          <p:nvPr/>
        </p:nvSpPr>
        <p:spPr>
          <a:xfrm>
            <a:off x="193780" y="342709"/>
            <a:ext cx="11707521" cy="6229541"/>
          </a:xfrm>
          <a:prstGeom prst="roundRect">
            <a:avLst>
              <a:gd name="adj" fmla="val 4883"/>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任意多边形: 形状 10">
            <a:extLst>
              <a:ext uri="{FF2B5EF4-FFF2-40B4-BE49-F238E27FC236}">
                <a16:creationId xmlns:a16="http://schemas.microsoft.com/office/drawing/2014/main" id="{0089EFA8-F610-DD6A-B3DB-49CF1FC7315F}"/>
              </a:ext>
            </a:extLst>
          </p:cNvPr>
          <p:cNvSpPr/>
          <p:nvPr/>
        </p:nvSpPr>
        <p:spPr>
          <a:xfrm>
            <a:off x="2837467" y="2"/>
            <a:ext cx="9354533" cy="6857999"/>
          </a:xfrm>
          <a:custGeom>
            <a:avLst/>
            <a:gdLst>
              <a:gd name="connsiteX0" fmla="*/ 811424 w 9354533"/>
              <a:gd name="connsiteY0" fmla="*/ 6511811 h 6857999"/>
              <a:gd name="connsiteX1" fmla="*/ 855285 w 9354533"/>
              <a:gd name="connsiteY1" fmla="*/ 6511811 h 6857999"/>
              <a:gd name="connsiteX2" fmla="*/ 899145 w 9354533"/>
              <a:gd name="connsiteY2" fmla="*/ 6511811 h 6857999"/>
              <a:gd name="connsiteX3" fmla="*/ 940265 w 9354533"/>
              <a:gd name="connsiteY3" fmla="*/ 6514555 h 6857999"/>
              <a:gd name="connsiteX4" fmla="*/ 986866 w 9354533"/>
              <a:gd name="connsiteY4" fmla="*/ 6522788 h 6857999"/>
              <a:gd name="connsiteX5" fmla="*/ 1030726 w 9354533"/>
              <a:gd name="connsiteY5" fmla="*/ 6531020 h 6857999"/>
              <a:gd name="connsiteX6" fmla="*/ 1071846 w 9354533"/>
              <a:gd name="connsiteY6" fmla="*/ 6539252 h 6857999"/>
              <a:gd name="connsiteX7" fmla="*/ 1112965 w 9354533"/>
              <a:gd name="connsiteY7" fmla="*/ 6550230 h 6857999"/>
              <a:gd name="connsiteX8" fmla="*/ 1156826 w 9354533"/>
              <a:gd name="connsiteY8" fmla="*/ 6563951 h 6857999"/>
              <a:gd name="connsiteX9" fmla="*/ 1197945 w 9354533"/>
              <a:gd name="connsiteY9" fmla="*/ 6577672 h 6857999"/>
              <a:gd name="connsiteX10" fmla="*/ 1239064 w 9354533"/>
              <a:gd name="connsiteY10" fmla="*/ 6596881 h 6857999"/>
              <a:gd name="connsiteX11" fmla="*/ 1277443 w 9354533"/>
              <a:gd name="connsiteY11" fmla="*/ 6616091 h 6857999"/>
              <a:gd name="connsiteX12" fmla="*/ 1318562 w 9354533"/>
              <a:gd name="connsiteY12" fmla="*/ 6638044 h 6857999"/>
              <a:gd name="connsiteX13" fmla="*/ 1356942 w 9354533"/>
              <a:gd name="connsiteY13" fmla="*/ 6662741 h 6857999"/>
              <a:gd name="connsiteX14" fmla="*/ 1392576 w 9354533"/>
              <a:gd name="connsiteY14" fmla="*/ 6687440 h 6857999"/>
              <a:gd name="connsiteX15" fmla="*/ 1430955 w 9354533"/>
              <a:gd name="connsiteY15" fmla="*/ 6717627 h 6857999"/>
              <a:gd name="connsiteX16" fmla="*/ 1463850 w 9354533"/>
              <a:gd name="connsiteY16" fmla="*/ 6745068 h 6857999"/>
              <a:gd name="connsiteX17" fmla="*/ 1499488 w 9354533"/>
              <a:gd name="connsiteY17" fmla="*/ 6780744 h 6857999"/>
              <a:gd name="connsiteX18" fmla="*/ 1576429 w 9354533"/>
              <a:gd name="connsiteY18" fmla="*/ 6857999 h 6857999"/>
              <a:gd name="connsiteX19" fmla="*/ 141549 w 9354533"/>
              <a:gd name="connsiteY19" fmla="*/ 6857999 h 6857999"/>
              <a:gd name="connsiteX20" fmla="*/ 148030 w 9354533"/>
              <a:gd name="connsiteY20" fmla="*/ 6849348 h 6857999"/>
              <a:gd name="connsiteX21" fmla="*/ 180926 w 9354533"/>
              <a:gd name="connsiteY21" fmla="*/ 6810929 h 6857999"/>
              <a:gd name="connsiteX22" fmla="*/ 211081 w 9354533"/>
              <a:gd name="connsiteY22" fmla="*/ 6780744 h 6857999"/>
              <a:gd name="connsiteX23" fmla="*/ 246717 w 9354533"/>
              <a:gd name="connsiteY23" fmla="*/ 6745068 h 6857999"/>
              <a:gd name="connsiteX24" fmla="*/ 279611 w 9354533"/>
              <a:gd name="connsiteY24" fmla="*/ 6717627 h 6857999"/>
              <a:gd name="connsiteX25" fmla="*/ 317990 w 9354533"/>
              <a:gd name="connsiteY25" fmla="*/ 6687440 h 6857999"/>
              <a:gd name="connsiteX26" fmla="*/ 353629 w 9354533"/>
              <a:gd name="connsiteY26" fmla="*/ 6662741 h 6857999"/>
              <a:gd name="connsiteX27" fmla="*/ 392005 w 9354533"/>
              <a:gd name="connsiteY27" fmla="*/ 6638044 h 6857999"/>
              <a:gd name="connsiteX28" fmla="*/ 433124 w 9354533"/>
              <a:gd name="connsiteY28" fmla="*/ 6616091 h 6857999"/>
              <a:gd name="connsiteX29" fmla="*/ 471503 w 9354533"/>
              <a:gd name="connsiteY29" fmla="*/ 6596881 h 6857999"/>
              <a:gd name="connsiteX30" fmla="*/ 512622 w 9354533"/>
              <a:gd name="connsiteY30" fmla="*/ 6577672 h 6857999"/>
              <a:gd name="connsiteX31" fmla="*/ 553742 w 9354533"/>
              <a:gd name="connsiteY31" fmla="*/ 6563951 h 6857999"/>
              <a:gd name="connsiteX32" fmla="*/ 594861 w 9354533"/>
              <a:gd name="connsiteY32" fmla="*/ 6550230 h 6857999"/>
              <a:gd name="connsiteX33" fmla="*/ 638721 w 9354533"/>
              <a:gd name="connsiteY33" fmla="*/ 6539252 h 6857999"/>
              <a:gd name="connsiteX34" fmla="*/ 679841 w 9354533"/>
              <a:gd name="connsiteY34" fmla="*/ 6531020 h 6857999"/>
              <a:gd name="connsiteX35" fmla="*/ 723702 w 9354533"/>
              <a:gd name="connsiteY35" fmla="*/ 6522788 h 6857999"/>
              <a:gd name="connsiteX36" fmla="*/ 767562 w 9354533"/>
              <a:gd name="connsiteY36" fmla="*/ 6514555 h 6857999"/>
              <a:gd name="connsiteX37" fmla="*/ 863507 w 9354533"/>
              <a:gd name="connsiteY37" fmla="*/ 3786810 h 6857999"/>
              <a:gd name="connsiteX38" fmla="*/ 907368 w 9354533"/>
              <a:gd name="connsiteY38" fmla="*/ 3786810 h 6857999"/>
              <a:gd name="connsiteX39" fmla="*/ 948487 w 9354533"/>
              <a:gd name="connsiteY39" fmla="*/ 3786810 h 6857999"/>
              <a:gd name="connsiteX40" fmla="*/ 992347 w 9354533"/>
              <a:gd name="connsiteY40" fmla="*/ 3792299 h 6857999"/>
              <a:gd name="connsiteX41" fmla="*/ 1038951 w 9354533"/>
              <a:gd name="connsiteY41" fmla="*/ 3795043 h 6857999"/>
              <a:gd name="connsiteX42" fmla="*/ 1080070 w 9354533"/>
              <a:gd name="connsiteY42" fmla="*/ 3803275 h 6857999"/>
              <a:gd name="connsiteX43" fmla="*/ 1123931 w 9354533"/>
              <a:gd name="connsiteY43" fmla="*/ 3811507 h 6857999"/>
              <a:gd name="connsiteX44" fmla="*/ 1167791 w 9354533"/>
              <a:gd name="connsiteY44" fmla="*/ 3822484 h 6857999"/>
              <a:gd name="connsiteX45" fmla="*/ 1206170 w 9354533"/>
              <a:gd name="connsiteY45" fmla="*/ 3836206 h 6857999"/>
              <a:gd name="connsiteX46" fmla="*/ 1250030 w 9354533"/>
              <a:gd name="connsiteY46" fmla="*/ 3852671 h 6857999"/>
              <a:gd name="connsiteX47" fmla="*/ 1291149 w 9354533"/>
              <a:gd name="connsiteY47" fmla="*/ 3869136 h 6857999"/>
              <a:gd name="connsiteX48" fmla="*/ 1329528 w 9354533"/>
              <a:gd name="connsiteY48" fmla="*/ 3888346 h 6857999"/>
              <a:gd name="connsiteX49" fmla="*/ 1370648 w 9354533"/>
              <a:gd name="connsiteY49" fmla="*/ 3913043 h 6857999"/>
              <a:gd name="connsiteX50" fmla="*/ 1406283 w 9354533"/>
              <a:gd name="connsiteY50" fmla="*/ 3934997 h 6857999"/>
              <a:gd name="connsiteX51" fmla="*/ 1444661 w 9354533"/>
              <a:gd name="connsiteY51" fmla="*/ 3959695 h 6857999"/>
              <a:gd name="connsiteX52" fmla="*/ 1483041 w 9354533"/>
              <a:gd name="connsiteY52" fmla="*/ 3989881 h 6857999"/>
              <a:gd name="connsiteX53" fmla="*/ 1515936 w 9354533"/>
              <a:gd name="connsiteY53" fmla="*/ 4020067 h 6857999"/>
              <a:gd name="connsiteX54" fmla="*/ 1551573 w 9354533"/>
              <a:gd name="connsiteY54" fmla="*/ 4052999 h 6857999"/>
              <a:gd name="connsiteX55" fmla="*/ 4345134 w 9354533"/>
              <a:gd name="connsiteY55" fmla="*/ 6857999 h 6857999"/>
              <a:gd name="connsiteX56" fmla="*/ 1774225 w 9354533"/>
              <a:gd name="connsiteY56" fmla="*/ 6857999 h 6857999"/>
              <a:gd name="connsiteX57" fmla="*/ 263165 w 9354533"/>
              <a:gd name="connsiteY57" fmla="*/ 5342778 h 6857999"/>
              <a:gd name="connsiteX58" fmla="*/ 230270 w 9354533"/>
              <a:gd name="connsiteY58" fmla="*/ 5307103 h 6857999"/>
              <a:gd name="connsiteX59" fmla="*/ 202857 w 9354533"/>
              <a:gd name="connsiteY59" fmla="*/ 5274172 h 6857999"/>
              <a:gd name="connsiteX60" fmla="*/ 175444 w 9354533"/>
              <a:gd name="connsiteY60" fmla="*/ 5238497 h 6857999"/>
              <a:gd name="connsiteX61" fmla="*/ 148030 w 9354533"/>
              <a:gd name="connsiteY61" fmla="*/ 5200079 h 6857999"/>
              <a:gd name="connsiteX62" fmla="*/ 123358 w 9354533"/>
              <a:gd name="connsiteY62" fmla="*/ 5161661 h 6857999"/>
              <a:gd name="connsiteX63" fmla="*/ 104171 w 9354533"/>
              <a:gd name="connsiteY63" fmla="*/ 5123241 h 6857999"/>
              <a:gd name="connsiteX64" fmla="*/ 82239 w 9354533"/>
              <a:gd name="connsiteY64" fmla="*/ 5082077 h 6857999"/>
              <a:gd name="connsiteX65" fmla="*/ 65792 w 9354533"/>
              <a:gd name="connsiteY65" fmla="*/ 5040914 h 6857999"/>
              <a:gd name="connsiteX66" fmla="*/ 49345 w 9354533"/>
              <a:gd name="connsiteY66" fmla="*/ 4999752 h 6857999"/>
              <a:gd name="connsiteX67" fmla="*/ 35638 w 9354533"/>
              <a:gd name="connsiteY67" fmla="*/ 4955844 h 6857999"/>
              <a:gd name="connsiteX68" fmla="*/ 24672 w 9354533"/>
              <a:gd name="connsiteY68" fmla="*/ 4914681 h 6857999"/>
              <a:gd name="connsiteX69" fmla="*/ 13707 w 9354533"/>
              <a:gd name="connsiteY69" fmla="*/ 4870773 h 6857999"/>
              <a:gd name="connsiteX70" fmla="*/ 8225 w 9354533"/>
              <a:gd name="connsiteY70" fmla="*/ 4826865 h 6857999"/>
              <a:gd name="connsiteX71" fmla="*/ 2744 w 9354533"/>
              <a:gd name="connsiteY71" fmla="*/ 4785702 h 6857999"/>
              <a:gd name="connsiteX72" fmla="*/ 0 w 9354533"/>
              <a:gd name="connsiteY72" fmla="*/ 4741796 h 6857999"/>
              <a:gd name="connsiteX73" fmla="*/ 0 w 9354533"/>
              <a:gd name="connsiteY73" fmla="*/ 4697888 h 6857999"/>
              <a:gd name="connsiteX74" fmla="*/ 0 w 9354533"/>
              <a:gd name="connsiteY74" fmla="*/ 4653981 h 6857999"/>
              <a:gd name="connsiteX75" fmla="*/ 2744 w 9354533"/>
              <a:gd name="connsiteY75" fmla="*/ 4610073 h 6857999"/>
              <a:gd name="connsiteX76" fmla="*/ 8225 w 9354533"/>
              <a:gd name="connsiteY76" fmla="*/ 4566165 h 6857999"/>
              <a:gd name="connsiteX77" fmla="*/ 13707 w 9354533"/>
              <a:gd name="connsiteY77" fmla="*/ 4522259 h 6857999"/>
              <a:gd name="connsiteX78" fmla="*/ 24672 w 9354533"/>
              <a:gd name="connsiteY78" fmla="*/ 4481095 h 6857999"/>
              <a:gd name="connsiteX79" fmla="*/ 35638 w 9354533"/>
              <a:gd name="connsiteY79" fmla="*/ 4437188 h 6857999"/>
              <a:gd name="connsiteX80" fmla="*/ 49345 w 9354533"/>
              <a:gd name="connsiteY80" fmla="*/ 4393280 h 6857999"/>
              <a:gd name="connsiteX81" fmla="*/ 65792 w 9354533"/>
              <a:gd name="connsiteY81" fmla="*/ 4354861 h 6857999"/>
              <a:gd name="connsiteX82" fmla="*/ 82239 w 9354533"/>
              <a:gd name="connsiteY82" fmla="*/ 4313698 h 6857999"/>
              <a:gd name="connsiteX83" fmla="*/ 104171 w 9354533"/>
              <a:gd name="connsiteY83" fmla="*/ 4272536 h 6857999"/>
              <a:gd name="connsiteX84" fmla="*/ 123358 w 9354533"/>
              <a:gd name="connsiteY84" fmla="*/ 4234116 h 6857999"/>
              <a:gd name="connsiteX85" fmla="*/ 148030 w 9354533"/>
              <a:gd name="connsiteY85" fmla="*/ 4195697 h 6857999"/>
              <a:gd name="connsiteX86" fmla="*/ 175444 w 9354533"/>
              <a:gd name="connsiteY86" fmla="*/ 4160023 h 6857999"/>
              <a:gd name="connsiteX87" fmla="*/ 202857 w 9354533"/>
              <a:gd name="connsiteY87" fmla="*/ 4121603 h 6857999"/>
              <a:gd name="connsiteX88" fmla="*/ 230270 w 9354533"/>
              <a:gd name="connsiteY88" fmla="*/ 4085929 h 6857999"/>
              <a:gd name="connsiteX89" fmla="*/ 263165 w 9354533"/>
              <a:gd name="connsiteY89" fmla="*/ 4052999 h 6857999"/>
              <a:gd name="connsiteX90" fmla="*/ 296062 w 9354533"/>
              <a:gd name="connsiteY90" fmla="*/ 4020067 h 6857999"/>
              <a:gd name="connsiteX91" fmla="*/ 331697 w 9354533"/>
              <a:gd name="connsiteY91" fmla="*/ 3989881 h 6857999"/>
              <a:gd name="connsiteX92" fmla="*/ 370076 w 9354533"/>
              <a:gd name="connsiteY92" fmla="*/ 3959695 h 6857999"/>
              <a:gd name="connsiteX93" fmla="*/ 405711 w 9354533"/>
              <a:gd name="connsiteY93" fmla="*/ 3934997 h 6857999"/>
              <a:gd name="connsiteX94" fmla="*/ 444090 w 9354533"/>
              <a:gd name="connsiteY94" fmla="*/ 3913043 h 6857999"/>
              <a:gd name="connsiteX95" fmla="*/ 482469 w 9354533"/>
              <a:gd name="connsiteY95" fmla="*/ 3888346 h 6857999"/>
              <a:gd name="connsiteX96" fmla="*/ 523588 w 9354533"/>
              <a:gd name="connsiteY96" fmla="*/ 3869136 h 6857999"/>
              <a:gd name="connsiteX97" fmla="*/ 564708 w 9354533"/>
              <a:gd name="connsiteY97" fmla="*/ 3852671 h 6857999"/>
              <a:gd name="connsiteX98" fmla="*/ 605827 w 9354533"/>
              <a:gd name="connsiteY98" fmla="*/ 3836206 h 6857999"/>
              <a:gd name="connsiteX99" fmla="*/ 646947 w 9354533"/>
              <a:gd name="connsiteY99" fmla="*/ 3822484 h 6857999"/>
              <a:gd name="connsiteX100" fmla="*/ 688066 w 9354533"/>
              <a:gd name="connsiteY100" fmla="*/ 3811507 h 6857999"/>
              <a:gd name="connsiteX101" fmla="*/ 731926 w 9354533"/>
              <a:gd name="connsiteY101" fmla="*/ 3803275 h 6857999"/>
              <a:gd name="connsiteX102" fmla="*/ 775786 w 9354533"/>
              <a:gd name="connsiteY102" fmla="*/ 3795043 h 6857999"/>
              <a:gd name="connsiteX103" fmla="*/ 816907 w 9354533"/>
              <a:gd name="connsiteY103" fmla="*/ 3792299 h 6857999"/>
              <a:gd name="connsiteX104" fmla="*/ 975900 w 9354533"/>
              <a:gd name="connsiteY104" fmla="*/ 1075531 h 6857999"/>
              <a:gd name="connsiteX105" fmla="*/ 1019761 w 9354533"/>
              <a:gd name="connsiteY105" fmla="*/ 1078274 h 6857999"/>
              <a:gd name="connsiteX106" fmla="*/ 1063623 w 9354533"/>
              <a:gd name="connsiteY106" fmla="*/ 1081018 h 6857999"/>
              <a:gd name="connsiteX107" fmla="*/ 1107484 w 9354533"/>
              <a:gd name="connsiteY107" fmla="*/ 1083763 h 6857999"/>
              <a:gd name="connsiteX108" fmla="*/ 1151344 w 9354533"/>
              <a:gd name="connsiteY108" fmla="*/ 1091995 h 6857999"/>
              <a:gd name="connsiteX109" fmla="*/ 1192463 w 9354533"/>
              <a:gd name="connsiteY109" fmla="*/ 1102972 h 6857999"/>
              <a:gd name="connsiteX110" fmla="*/ 1236324 w 9354533"/>
              <a:gd name="connsiteY110" fmla="*/ 1113948 h 6857999"/>
              <a:gd name="connsiteX111" fmla="*/ 1274702 w 9354533"/>
              <a:gd name="connsiteY111" fmla="*/ 1127671 h 6857999"/>
              <a:gd name="connsiteX112" fmla="*/ 1318562 w 9354533"/>
              <a:gd name="connsiteY112" fmla="*/ 1141391 h 6857999"/>
              <a:gd name="connsiteX113" fmla="*/ 1359682 w 9354533"/>
              <a:gd name="connsiteY113" fmla="*/ 1160601 h 6857999"/>
              <a:gd name="connsiteX114" fmla="*/ 1398058 w 9354533"/>
              <a:gd name="connsiteY114" fmla="*/ 1179811 h 6857999"/>
              <a:gd name="connsiteX115" fmla="*/ 1439178 w 9354533"/>
              <a:gd name="connsiteY115" fmla="*/ 1201764 h 6857999"/>
              <a:gd name="connsiteX116" fmla="*/ 1477556 w 9354533"/>
              <a:gd name="connsiteY116" fmla="*/ 1226461 h 6857999"/>
              <a:gd name="connsiteX117" fmla="*/ 1513194 w 9354533"/>
              <a:gd name="connsiteY117" fmla="*/ 1251160 h 6857999"/>
              <a:gd name="connsiteX118" fmla="*/ 1551573 w 9354533"/>
              <a:gd name="connsiteY118" fmla="*/ 1278601 h 6857999"/>
              <a:gd name="connsiteX119" fmla="*/ 1584468 w 9354533"/>
              <a:gd name="connsiteY119" fmla="*/ 1311532 h 6857999"/>
              <a:gd name="connsiteX120" fmla="*/ 1620103 w 9354533"/>
              <a:gd name="connsiteY120" fmla="*/ 1341718 h 6857999"/>
              <a:gd name="connsiteX121" fmla="*/ 7115932 w 9354533"/>
              <a:gd name="connsiteY121" fmla="*/ 6857999 h 6857999"/>
              <a:gd name="connsiteX122" fmla="*/ 4543996 w 9354533"/>
              <a:gd name="connsiteY122" fmla="*/ 6857999 h 6857999"/>
              <a:gd name="connsiteX123" fmla="*/ 331697 w 9354533"/>
              <a:gd name="connsiteY123" fmla="*/ 2631498 h 6857999"/>
              <a:gd name="connsiteX124" fmla="*/ 301543 w 9354533"/>
              <a:gd name="connsiteY124" fmla="*/ 2601310 h 6857999"/>
              <a:gd name="connsiteX125" fmla="*/ 271390 w 9354533"/>
              <a:gd name="connsiteY125" fmla="*/ 2562893 h 6857999"/>
              <a:gd name="connsiteX126" fmla="*/ 243976 w 9354533"/>
              <a:gd name="connsiteY126" fmla="*/ 2527217 h 6857999"/>
              <a:gd name="connsiteX127" fmla="*/ 216563 w 9354533"/>
              <a:gd name="connsiteY127" fmla="*/ 2491543 h 6857999"/>
              <a:gd name="connsiteX128" fmla="*/ 191891 w 9354533"/>
              <a:gd name="connsiteY128" fmla="*/ 2450380 h 6857999"/>
              <a:gd name="connsiteX129" fmla="*/ 172702 w 9354533"/>
              <a:gd name="connsiteY129" fmla="*/ 2414705 h 6857999"/>
              <a:gd name="connsiteX130" fmla="*/ 150772 w 9354533"/>
              <a:gd name="connsiteY130" fmla="*/ 2373541 h 6857999"/>
              <a:gd name="connsiteX131" fmla="*/ 134324 w 9354533"/>
              <a:gd name="connsiteY131" fmla="*/ 2329634 h 6857999"/>
              <a:gd name="connsiteX132" fmla="*/ 117877 w 9354533"/>
              <a:gd name="connsiteY132" fmla="*/ 2291216 h 6857999"/>
              <a:gd name="connsiteX133" fmla="*/ 106912 w 9354533"/>
              <a:gd name="connsiteY133" fmla="*/ 2247308 h 6857999"/>
              <a:gd name="connsiteX134" fmla="*/ 93205 w 9354533"/>
              <a:gd name="connsiteY134" fmla="*/ 2203400 h 6857999"/>
              <a:gd name="connsiteX135" fmla="*/ 82239 w 9354533"/>
              <a:gd name="connsiteY135" fmla="*/ 2162238 h 6857999"/>
              <a:gd name="connsiteX136" fmla="*/ 76757 w 9354533"/>
              <a:gd name="connsiteY136" fmla="*/ 2118330 h 6857999"/>
              <a:gd name="connsiteX137" fmla="*/ 71275 w 9354533"/>
              <a:gd name="connsiteY137" fmla="*/ 2074424 h 6857999"/>
              <a:gd name="connsiteX138" fmla="*/ 68533 w 9354533"/>
              <a:gd name="connsiteY138" fmla="*/ 2030516 h 6857999"/>
              <a:gd name="connsiteX139" fmla="*/ 68533 w 9354533"/>
              <a:gd name="connsiteY139" fmla="*/ 1989352 h 6857999"/>
              <a:gd name="connsiteX140" fmla="*/ 68533 w 9354533"/>
              <a:gd name="connsiteY140" fmla="*/ 1942701 h 6857999"/>
              <a:gd name="connsiteX141" fmla="*/ 71275 w 9354533"/>
              <a:gd name="connsiteY141" fmla="*/ 1898793 h 6857999"/>
              <a:gd name="connsiteX142" fmla="*/ 76757 w 9354533"/>
              <a:gd name="connsiteY142" fmla="*/ 1857629 h 6857999"/>
              <a:gd name="connsiteX143" fmla="*/ 82239 w 9354533"/>
              <a:gd name="connsiteY143" fmla="*/ 1813723 h 6857999"/>
              <a:gd name="connsiteX144" fmla="*/ 93205 w 9354533"/>
              <a:gd name="connsiteY144" fmla="*/ 1769815 h 6857999"/>
              <a:gd name="connsiteX145" fmla="*/ 106912 w 9354533"/>
              <a:gd name="connsiteY145" fmla="*/ 1728652 h 6857999"/>
              <a:gd name="connsiteX146" fmla="*/ 117877 w 9354533"/>
              <a:gd name="connsiteY146" fmla="*/ 1684745 h 6857999"/>
              <a:gd name="connsiteX147" fmla="*/ 134324 w 9354533"/>
              <a:gd name="connsiteY147" fmla="*/ 1643581 h 6857999"/>
              <a:gd name="connsiteX148" fmla="*/ 150772 w 9354533"/>
              <a:gd name="connsiteY148" fmla="*/ 1605162 h 6857999"/>
              <a:gd name="connsiteX149" fmla="*/ 172702 w 9354533"/>
              <a:gd name="connsiteY149" fmla="*/ 1564000 h 6857999"/>
              <a:gd name="connsiteX150" fmla="*/ 191891 w 9354533"/>
              <a:gd name="connsiteY150" fmla="*/ 1522837 h 6857999"/>
              <a:gd name="connsiteX151" fmla="*/ 216563 w 9354533"/>
              <a:gd name="connsiteY151" fmla="*/ 1487162 h 6857999"/>
              <a:gd name="connsiteX152" fmla="*/ 243976 w 9354533"/>
              <a:gd name="connsiteY152" fmla="*/ 1448743 h 6857999"/>
              <a:gd name="connsiteX153" fmla="*/ 271390 w 9354533"/>
              <a:gd name="connsiteY153" fmla="*/ 1413068 h 6857999"/>
              <a:gd name="connsiteX154" fmla="*/ 301543 w 9354533"/>
              <a:gd name="connsiteY154" fmla="*/ 1377393 h 6857999"/>
              <a:gd name="connsiteX155" fmla="*/ 331697 w 9354533"/>
              <a:gd name="connsiteY155" fmla="*/ 1341718 h 6857999"/>
              <a:gd name="connsiteX156" fmla="*/ 367335 w 9354533"/>
              <a:gd name="connsiteY156" fmla="*/ 1311532 h 6857999"/>
              <a:gd name="connsiteX157" fmla="*/ 400229 w 9354533"/>
              <a:gd name="connsiteY157" fmla="*/ 1278601 h 6857999"/>
              <a:gd name="connsiteX158" fmla="*/ 438607 w 9354533"/>
              <a:gd name="connsiteY158" fmla="*/ 1251160 h 6857999"/>
              <a:gd name="connsiteX159" fmla="*/ 474243 w 9354533"/>
              <a:gd name="connsiteY159" fmla="*/ 1226461 h 6857999"/>
              <a:gd name="connsiteX160" fmla="*/ 512622 w 9354533"/>
              <a:gd name="connsiteY160" fmla="*/ 1201764 h 6857999"/>
              <a:gd name="connsiteX161" fmla="*/ 551001 w 9354533"/>
              <a:gd name="connsiteY161" fmla="*/ 1179811 h 6857999"/>
              <a:gd name="connsiteX162" fmla="*/ 592121 w 9354533"/>
              <a:gd name="connsiteY162" fmla="*/ 1160601 h 6857999"/>
              <a:gd name="connsiteX163" fmla="*/ 633240 w 9354533"/>
              <a:gd name="connsiteY163" fmla="*/ 1141391 h 6857999"/>
              <a:gd name="connsiteX164" fmla="*/ 674359 w 9354533"/>
              <a:gd name="connsiteY164" fmla="*/ 1127671 h 6857999"/>
              <a:gd name="connsiteX165" fmla="*/ 715479 w 9354533"/>
              <a:gd name="connsiteY165" fmla="*/ 1113948 h 6857999"/>
              <a:gd name="connsiteX166" fmla="*/ 759339 w 9354533"/>
              <a:gd name="connsiteY166" fmla="*/ 1102972 h 6857999"/>
              <a:gd name="connsiteX167" fmla="*/ 800459 w 9354533"/>
              <a:gd name="connsiteY167" fmla="*/ 1091995 h 6857999"/>
              <a:gd name="connsiteX168" fmla="*/ 844319 w 9354533"/>
              <a:gd name="connsiteY168" fmla="*/ 1083763 h 6857999"/>
              <a:gd name="connsiteX169" fmla="*/ 890920 w 9354533"/>
              <a:gd name="connsiteY169" fmla="*/ 1081018 h 6857999"/>
              <a:gd name="connsiteX170" fmla="*/ 932040 w 9354533"/>
              <a:gd name="connsiteY170" fmla="*/ 1078274 h 6857999"/>
              <a:gd name="connsiteX171" fmla="*/ 8785588 w 9354533"/>
              <a:gd name="connsiteY171" fmla="*/ 0 h 6857999"/>
              <a:gd name="connsiteX172" fmla="*/ 9354533 w 9354533"/>
              <a:gd name="connsiteY172" fmla="*/ 0 h 6857999"/>
              <a:gd name="connsiteX173" fmla="*/ 9354533 w 9354533"/>
              <a:gd name="connsiteY173" fmla="*/ 570519 h 6857999"/>
              <a:gd name="connsiteX174" fmla="*/ 6019529 w 9354533"/>
              <a:gd name="connsiteY174" fmla="*/ 0 h 6857999"/>
              <a:gd name="connsiteX175" fmla="*/ 8588708 w 9354533"/>
              <a:gd name="connsiteY175" fmla="*/ 0 h 6857999"/>
              <a:gd name="connsiteX176" fmla="*/ 9354533 w 9354533"/>
              <a:gd name="connsiteY176" fmla="*/ 768021 h 6857999"/>
              <a:gd name="connsiteX177" fmla="*/ 9354533 w 9354533"/>
              <a:gd name="connsiteY177" fmla="*/ 3347008 h 6857999"/>
              <a:gd name="connsiteX178" fmla="*/ 3248285 w 9354533"/>
              <a:gd name="connsiteY178" fmla="*/ 0 h 6857999"/>
              <a:gd name="connsiteX179" fmla="*/ 5819972 w 9354533"/>
              <a:gd name="connsiteY179" fmla="*/ 0 h 6857999"/>
              <a:gd name="connsiteX180" fmla="*/ 9354533 w 9354533"/>
              <a:gd name="connsiteY180" fmla="*/ 3545079 h 6857999"/>
              <a:gd name="connsiteX181" fmla="*/ 9354533 w 9354533"/>
              <a:gd name="connsiteY181" fmla="*/ 6127044 h 6857999"/>
              <a:gd name="connsiteX182" fmla="*/ 476872 w 9354533"/>
              <a:gd name="connsiteY182" fmla="*/ 0 h 6857999"/>
              <a:gd name="connsiteX183" fmla="*/ 3050781 w 9354533"/>
              <a:gd name="connsiteY183" fmla="*/ 0 h 6857999"/>
              <a:gd name="connsiteX184" fmla="*/ 9354533 w 9354533"/>
              <a:gd name="connsiteY184" fmla="*/ 6324693 h 6857999"/>
              <a:gd name="connsiteX185" fmla="*/ 9354533 w 9354533"/>
              <a:gd name="connsiteY185" fmla="*/ 6857999 h 6857999"/>
              <a:gd name="connsiteX186" fmla="*/ 7312522 w 9354533"/>
              <a:gd name="connsiteY18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9354533" h="6857999">
                <a:moveTo>
                  <a:pt x="811424" y="6511811"/>
                </a:moveTo>
                <a:lnTo>
                  <a:pt x="855285" y="6511811"/>
                </a:lnTo>
                <a:lnTo>
                  <a:pt x="899145" y="6511811"/>
                </a:lnTo>
                <a:lnTo>
                  <a:pt x="940265" y="6514555"/>
                </a:lnTo>
                <a:lnTo>
                  <a:pt x="986866" y="6522788"/>
                </a:lnTo>
                <a:lnTo>
                  <a:pt x="1030726" y="6531020"/>
                </a:lnTo>
                <a:lnTo>
                  <a:pt x="1071846" y="6539252"/>
                </a:lnTo>
                <a:lnTo>
                  <a:pt x="1112965" y="6550230"/>
                </a:lnTo>
                <a:lnTo>
                  <a:pt x="1156826" y="6563951"/>
                </a:lnTo>
                <a:lnTo>
                  <a:pt x="1197945" y="6577672"/>
                </a:lnTo>
                <a:lnTo>
                  <a:pt x="1239064" y="6596881"/>
                </a:lnTo>
                <a:lnTo>
                  <a:pt x="1277443" y="6616091"/>
                </a:lnTo>
                <a:lnTo>
                  <a:pt x="1318562" y="6638044"/>
                </a:lnTo>
                <a:lnTo>
                  <a:pt x="1356942" y="6662741"/>
                </a:lnTo>
                <a:lnTo>
                  <a:pt x="1392576" y="6687440"/>
                </a:lnTo>
                <a:lnTo>
                  <a:pt x="1430955" y="6717627"/>
                </a:lnTo>
                <a:lnTo>
                  <a:pt x="1463850" y="6745068"/>
                </a:lnTo>
                <a:lnTo>
                  <a:pt x="1499488" y="6780744"/>
                </a:lnTo>
                <a:lnTo>
                  <a:pt x="1576429" y="6857999"/>
                </a:lnTo>
                <a:lnTo>
                  <a:pt x="141549" y="6857999"/>
                </a:lnTo>
                <a:lnTo>
                  <a:pt x="148030" y="6849348"/>
                </a:lnTo>
                <a:lnTo>
                  <a:pt x="180926" y="6810929"/>
                </a:lnTo>
                <a:lnTo>
                  <a:pt x="211081" y="6780744"/>
                </a:lnTo>
                <a:lnTo>
                  <a:pt x="246717" y="6745068"/>
                </a:lnTo>
                <a:lnTo>
                  <a:pt x="279611" y="6717627"/>
                </a:lnTo>
                <a:lnTo>
                  <a:pt x="317990" y="6687440"/>
                </a:lnTo>
                <a:lnTo>
                  <a:pt x="353629" y="6662741"/>
                </a:lnTo>
                <a:lnTo>
                  <a:pt x="392005" y="6638044"/>
                </a:lnTo>
                <a:lnTo>
                  <a:pt x="433124" y="6616091"/>
                </a:lnTo>
                <a:lnTo>
                  <a:pt x="471503" y="6596881"/>
                </a:lnTo>
                <a:lnTo>
                  <a:pt x="512622" y="6577672"/>
                </a:lnTo>
                <a:lnTo>
                  <a:pt x="553742" y="6563951"/>
                </a:lnTo>
                <a:lnTo>
                  <a:pt x="594861" y="6550230"/>
                </a:lnTo>
                <a:lnTo>
                  <a:pt x="638721" y="6539252"/>
                </a:lnTo>
                <a:lnTo>
                  <a:pt x="679841" y="6531020"/>
                </a:lnTo>
                <a:lnTo>
                  <a:pt x="723702" y="6522788"/>
                </a:lnTo>
                <a:lnTo>
                  <a:pt x="767562" y="6514555"/>
                </a:lnTo>
                <a:close/>
                <a:moveTo>
                  <a:pt x="863507" y="3786810"/>
                </a:moveTo>
                <a:lnTo>
                  <a:pt x="907368" y="3786810"/>
                </a:lnTo>
                <a:lnTo>
                  <a:pt x="948487" y="3786810"/>
                </a:lnTo>
                <a:lnTo>
                  <a:pt x="992347" y="3792299"/>
                </a:lnTo>
                <a:lnTo>
                  <a:pt x="1038951" y="3795043"/>
                </a:lnTo>
                <a:lnTo>
                  <a:pt x="1080070" y="3803275"/>
                </a:lnTo>
                <a:lnTo>
                  <a:pt x="1123931" y="3811507"/>
                </a:lnTo>
                <a:lnTo>
                  <a:pt x="1167791" y="3822484"/>
                </a:lnTo>
                <a:lnTo>
                  <a:pt x="1206170" y="3836206"/>
                </a:lnTo>
                <a:lnTo>
                  <a:pt x="1250030" y="3852671"/>
                </a:lnTo>
                <a:lnTo>
                  <a:pt x="1291149" y="3869136"/>
                </a:lnTo>
                <a:lnTo>
                  <a:pt x="1329528" y="3888346"/>
                </a:lnTo>
                <a:lnTo>
                  <a:pt x="1370648" y="3913043"/>
                </a:lnTo>
                <a:lnTo>
                  <a:pt x="1406283" y="3934997"/>
                </a:lnTo>
                <a:lnTo>
                  <a:pt x="1444661" y="3959695"/>
                </a:lnTo>
                <a:lnTo>
                  <a:pt x="1483041" y="3989881"/>
                </a:lnTo>
                <a:lnTo>
                  <a:pt x="1515936" y="4020067"/>
                </a:lnTo>
                <a:lnTo>
                  <a:pt x="1551573" y="4052999"/>
                </a:lnTo>
                <a:lnTo>
                  <a:pt x="4345134" y="6857999"/>
                </a:lnTo>
                <a:lnTo>
                  <a:pt x="1774225" y="6857999"/>
                </a:lnTo>
                <a:lnTo>
                  <a:pt x="263165" y="5342778"/>
                </a:lnTo>
                <a:lnTo>
                  <a:pt x="230270" y="5307103"/>
                </a:lnTo>
                <a:lnTo>
                  <a:pt x="202857" y="5274172"/>
                </a:lnTo>
                <a:lnTo>
                  <a:pt x="175444" y="5238497"/>
                </a:lnTo>
                <a:lnTo>
                  <a:pt x="148030" y="5200079"/>
                </a:lnTo>
                <a:lnTo>
                  <a:pt x="123358" y="5161661"/>
                </a:lnTo>
                <a:lnTo>
                  <a:pt x="104171" y="5123241"/>
                </a:lnTo>
                <a:lnTo>
                  <a:pt x="82239" y="5082077"/>
                </a:lnTo>
                <a:lnTo>
                  <a:pt x="65792" y="5040914"/>
                </a:lnTo>
                <a:lnTo>
                  <a:pt x="49345" y="4999752"/>
                </a:lnTo>
                <a:lnTo>
                  <a:pt x="35638" y="4955844"/>
                </a:lnTo>
                <a:lnTo>
                  <a:pt x="24672" y="4914681"/>
                </a:lnTo>
                <a:lnTo>
                  <a:pt x="13707" y="4870773"/>
                </a:lnTo>
                <a:lnTo>
                  <a:pt x="8225" y="4826865"/>
                </a:lnTo>
                <a:lnTo>
                  <a:pt x="2744" y="4785702"/>
                </a:lnTo>
                <a:lnTo>
                  <a:pt x="0" y="4741796"/>
                </a:lnTo>
                <a:lnTo>
                  <a:pt x="0" y="4697888"/>
                </a:lnTo>
                <a:lnTo>
                  <a:pt x="0" y="4653981"/>
                </a:lnTo>
                <a:lnTo>
                  <a:pt x="2744" y="4610073"/>
                </a:lnTo>
                <a:lnTo>
                  <a:pt x="8225" y="4566165"/>
                </a:lnTo>
                <a:lnTo>
                  <a:pt x="13707" y="4522259"/>
                </a:lnTo>
                <a:lnTo>
                  <a:pt x="24672" y="4481095"/>
                </a:lnTo>
                <a:lnTo>
                  <a:pt x="35638" y="4437188"/>
                </a:lnTo>
                <a:lnTo>
                  <a:pt x="49345" y="4393280"/>
                </a:lnTo>
                <a:lnTo>
                  <a:pt x="65792" y="4354861"/>
                </a:lnTo>
                <a:lnTo>
                  <a:pt x="82239" y="4313698"/>
                </a:lnTo>
                <a:lnTo>
                  <a:pt x="104171" y="4272536"/>
                </a:lnTo>
                <a:lnTo>
                  <a:pt x="123358" y="4234116"/>
                </a:lnTo>
                <a:lnTo>
                  <a:pt x="148030" y="4195697"/>
                </a:lnTo>
                <a:lnTo>
                  <a:pt x="175444" y="4160023"/>
                </a:lnTo>
                <a:lnTo>
                  <a:pt x="202857" y="4121603"/>
                </a:lnTo>
                <a:lnTo>
                  <a:pt x="230270" y="4085929"/>
                </a:lnTo>
                <a:lnTo>
                  <a:pt x="263165" y="4052999"/>
                </a:lnTo>
                <a:lnTo>
                  <a:pt x="296062" y="4020067"/>
                </a:lnTo>
                <a:lnTo>
                  <a:pt x="331697" y="3989881"/>
                </a:lnTo>
                <a:lnTo>
                  <a:pt x="370076" y="3959695"/>
                </a:lnTo>
                <a:lnTo>
                  <a:pt x="405711" y="3934997"/>
                </a:lnTo>
                <a:lnTo>
                  <a:pt x="444090" y="3913043"/>
                </a:lnTo>
                <a:lnTo>
                  <a:pt x="482469" y="3888346"/>
                </a:lnTo>
                <a:lnTo>
                  <a:pt x="523588" y="3869136"/>
                </a:lnTo>
                <a:lnTo>
                  <a:pt x="564708" y="3852671"/>
                </a:lnTo>
                <a:lnTo>
                  <a:pt x="605827" y="3836206"/>
                </a:lnTo>
                <a:lnTo>
                  <a:pt x="646947" y="3822484"/>
                </a:lnTo>
                <a:lnTo>
                  <a:pt x="688066" y="3811507"/>
                </a:lnTo>
                <a:lnTo>
                  <a:pt x="731926" y="3803275"/>
                </a:lnTo>
                <a:lnTo>
                  <a:pt x="775786" y="3795043"/>
                </a:lnTo>
                <a:lnTo>
                  <a:pt x="816907" y="3792299"/>
                </a:lnTo>
                <a:close/>
                <a:moveTo>
                  <a:pt x="975900" y="1075531"/>
                </a:moveTo>
                <a:lnTo>
                  <a:pt x="1019761" y="1078274"/>
                </a:lnTo>
                <a:lnTo>
                  <a:pt x="1063623" y="1081018"/>
                </a:lnTo>
                <a:lnTo>
                  <a:pt x="1107484" y="1083763"/>
                </a:lnTo>
                <a:lnTo>
                  <a:pt x="1151344" y="1091995"/>
                </a:lnTo>
                <a:lnTo>
                  <a:pt x="1192463" y="1102972"/>
                </a:lnTo>
                <a:lnTo>
                  <a:pt x="1236324" y="1113948"/>
                </a:lnTo>
                <a:lnTo>
                  <a:pt x="1274702" y="1127671"/>
                </a:lnTo>
                <a:lnTo>
                  <a:pt x="1318562" y="1141391"/>
                </a:lnTo>
                <a:lnTo>
                  <a:pt x="1359682" y="1160601"/>
                </a:lnTo>
                <a:lnTo>
                  <a:pt x="1398058" y="1179811"/>
                </a:lnTo>
                <a:lnTo>
                  <a:pt x="1439178" y="1201764"/>
                </a:lnTo>
                <a:lnTo>
                  <a:pt x="1477556" y="1226461"/>
                </a:lnTo>
                <a:lnTo>
                  <a:pt x="1513194" y="1251160"/>
                </a:lnTo>
                <a:lnTo>
                  <a:pt x="1551573" y="1278601"/>
                </a:lnTo>
                <a:lnTo>
                  <a:pt x="1584468" y="1311532"/>
                </a:lnTo>
                <a:lnTo>
                  <a:pt x="1620103" y="1341718"/>
                </a:lnTo>
                <a:lnTo>
                  <a:pt x="7115932" y="6857999"/>
                </a:lnTo>
                <a:lnTo>
                  <a:pt x="4543996" y="6857999"/>
                </a:lnTo>
                <a:lnTo>
                  <a:pt x="331697" y="2631498"/>
                </a:lnTo>
                <a:lnTo>
                  <a:pt x="301543" y="2601310"/>
                </a:lnTo>
                <a:lnTo>
                  <a:pt x="271390" y="2562893"/>
                </a:lnTo>
                <a:lnTo>
                  <a:pt x="243976" y="2527217"/>
                </a:lnTo>
                <a:lnTo>
                  <a:pt x="216563" y="2491543"/>
                </a:lnTo>
                <a:lnTo>
                  <a:pt x="191891" y="2450380"/>
                </a:lnTo>
                <a:lnTo>
                  <a:pt x="172702" y="2414705"/>
                </a:lnTo>
                <a:lnTo>
                  <a:pt x="150772" y="2373541"/>
                </a:lnTo>
                <a:lnTo>
                  <a:pt x="134324" y="2329634"/>
                </a:lnTo>
                <a:lnTo>
                  <a:pt x="117877" y="2291216"/>
                </a:lnTo>
                <a:lnTo>
                  <a:pt x="106912" y="2247308"/>
                </a:lnTo>
                <a:lnTo>
                  <a:pt x="93205" y="2203400"/>
                </a:lnTo>
                <a:lnTo>
                  <a:pt x="82239" y="2162238"/>
                </a:lnTo>
                <a:lnTo>
                  <a:pt x="76757" y="2118330"/>
                </a:lnTo>
                <a:lnTo>
                  <a:pt x="71275" y="2074424"/>
                </a:lnTo>
                <a:lnTo>
                  <a:pt x="68533" y="2030516"/>
                </a:lnTo>
                <a:lnTo>
                  <a:pt x="68533" y="1989352"/>
                </a:lnTo>
                <a:lnTo>
                  <a:pt x="68533" y="1942701"/>
                </a:lnTo>
                <a:lnTo>
                  <a:pt x="71275" y="1898793"/>
                </a:lnTo>
                <a:lnTo>
                  <a:pt x="76757" y="1857629"/>
                </a:lnTo>
                <a:lnTo>
                  <a:pt x="82239" y="1813723"/>
                </a:lnTo>
                <a:lnTo>
                  <a:pt x="93205" y="1769815"/>
                </a:lnTo>
                <a:lnTo>
                  <a:pt x="106912" y="1728652"/>
                </a:lnTo>
                <a:lnTo>
                  <a:pt x="117877" y="1684745"/>
                </a:lnTo>
                <a:lnTo>
                  <a:pt x="134324" y="1643581"/>
                </a:lnTo>
                <a:lnTo>
                  <a:pt x="150772" y="1605162"/>
                </a:lnTo>
                <a:lnTo>
                  <a:pt x="172702" y="1564000"/>
                </a:lnTo>
                <a:lnTo>
                  <a:pt x="191891" y="1522837"/>
                </a:lnTo>
                <a:lnTo>
                  <a:pt x="216563" y="1487162"/>
                </a:lnTo>
                <a:lnTo>
                  <a:pt x="243976" y="1448743"/>
                </a:lnTo>
                <a:lnTo>
                  <a:pt x="271390" y="1413068"/>
                </a:lnTo>
                <a:lnTo>
                  <a:pt x="301543" y="1377393"/>
                </a:lnTo>
                <a:lnTo>
                  <a:pt x="331697" y="1341718"/>
                </a:lnTo>
                <a:lnTo>
                  <a:pt x="367335" y="1311532"/>
                </a:lnTo>
                <a:lnTo>
                  <a:pt x="400229" y="1278601"/>
                </a:lnTo>
                <a:lnTo>
                  <a:pt x="438607" y="1251160"/>
                </a:lnTo>
                <a:lnTo>
                  <a:pt x="474243" y="1226461"/>
                </a:lnTo>
                <a:lnTo>
                  <a:pt x="512622" y="1201764"/>
                </a:lnTo>
                <a:lnTo>
                  <a:pt x="551001" y="1179811"/>
                </a:lnTo>
                <a:lnTo>
                  <a:pt x="592121" y="1160601"/>
                </a:lnTo>
                <a:lnTo>
                  <a:pt x="633240" y="1141391"/>
                </a:lnTo>
                <a:lnTo>
                  <a:pt x="674359" y="1127671"/>
                </a:lnTo>
                <a:lnTo>
                  <a:pt x="715479" y="1113948"/>
                </a:lnTo>
                <a:lnTo>
                  <a:pt x="759339" y="1102972"/>
                </a:lnTo>
                <a:lnTo>
                  <a:pt x="800459" y="1091995"/>
                </a:lnTo>
                <a:lnTo>
                  <a:pt x="844319" y="1083763"/>
                </a:lnTo>
                <a:lnTo>
                  <a:pt x="890920" y="1081018"/>
                </a:lnTo>
                <a:lnTo>
                  <a:pt x="932040" y="1078274"/>
                </a:lnTo>
                <a:close/>
                <a:moveTo>
                  <a:pt x="8785588" y="0"/>
                </a:moveTo>
                <a:lnTo>
                  <a:pt x="9354533" y="0"/>
                </a:lnTo>
                <a:lnTo>
                  <a:pt x="9354533" y="570519"/>
                </a:lnTo>
                <a:close/>
                <a:moveTo>
                  <a:pt x="6019529" y="0"/>
                </a:moveTo>
                <a:lnTo>
                  <a:pt x="8588708" y="0"/>
                </a:lnTo>
                <a:lnTo>
                  <a:pt x="9354533" y="768021"/>
                </a:lnTo>
                <a:lnTo>
                  <a:pt x="9354533" y="3347008"/>
                </a:lnTo>
                <a:close/>
                <a:moveTo>
                  <a:pt x="3248285" y="0"/>
                </a:moveTo>
                <a:lnTo>
                  <a:pt x="5819972" y="0"/>
                </a:lnTo>
                <a:lnTo>
                  <a:pt x="9354533" y="3545079"/>
                </a:lnTo>
                <a:lnTo>
                  <a:pt x="9354533" y="6127044"/>
                </a:lnTo>
                <a:close/>
                <a:moveTo>
                  <a:pt x="476872" y="0"/>
                </a:moveTo>
                <a:lnTo>
                  <a:pt x="3050781" y="0"/>
                </a:lnTo>
                <a:lnTo>
                  <a:pt x="9354533" y="6324693"/>
                </a:lnTo>
                <a:lnTo>
                  <a:pt x="9354533" y="6857999"/>
                </a:lnTo>
                <a:lnTo>
                  <a:pt x="7312522" y="6857999"/>
                </a:lnTo>
                <a:close/>
              </a:path>
            </a:pathLst>
          </a:custGeom>
          <a:gradFill flip="none" rotWithShape="1">
            <a:gsLst>
              <a:gs pos="19000">
                <a:schemeClr val="bg1">
                  <a:alpha val="0"/>
                </a:schemeClr>
              </a:gs>
              <a:gs pos="100000">
                <a:schemeClr val="accent2">
                  <a:alpha val="6000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3" name="Freeform: Shape 35">
            <a:extLst>
              <a:ext uri="{FF2B5EF4-FFF2-40B4-BE49-F238E27FC236}">
                <a16:creationId xmlns:a16="http://schemas.microsoft.com/office/drawing/2014/main" id="{C5130552-3AEA-E31C-23ED-7CE7F7883C77}"/>
              </a:ext>
            </a:extLst>
          </p:cNvPr>
          <p:cNvSpPr/>
          <p:nvPr/>
        </p:nvSpPr>
        <p:spPr>
          <a:xfrm>
            <a:off x="9315925" y="5383213"/>
            <a:ext cx="2584231" cy="1222070"/>
          </a:xfrm>
          <a:custGeom>
            <a:avLst/>
            <a:gdLst>
              <a:gd name="connsiteX0" fmla="*/ 1525169 w 2440693"/>
              <a:gd name="connsiteY0" fmla="*/ 0 h 1149657"/>
              <a:gd name="connsiteX1" fmla="*/ 2412927 w 2440693"/>
              <a:gd name="connsiteY1" fmla="*/ 271173 h 1149657"/>
              <a:gd name="connsiteX2" fmla="*/ 2440693 w 2440693"/>
              <a:gd name="connsiteY2" fmla="*/ 291936 h 1149657"/>
              <a:gd name="connsiteX3" fmla="*/ 2440693 w 2440693"/>
              <a:gd name="connsiteY3" fmla="*/ 857571 h 1149657"/>
              <a:gd name="connsiteX4" fmla="*/ 2148607 w 2440693"/>
              <a:gd name="connsiteY4" fmla="*/ 1149657 h 1149657"/>
              <a:gd name="connsiteX5" fmla="*/ 0 w 2440693"/>
              <a:gd name="connsiteY5" fmla="*/ 1149657 h 1149657"/>
              <a:gd name="connsiteX6" fmla="*/ 8747 w 2440693"/>
              <a:gd name="connsiteY6" fmla="*/ 1115642 h 1149657"/>
              <a:gd name="connsiteX7" fmla="*/ 1525169 w 2440693"/>
              <a:gd name="connsiteY7" fmla="*/ 0 h 11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0693" h="1149657">
                <a:moveTo>
                  <a:pt x="1525169" y="0"/>
                </a:moveTo>
                <a:cubicBezTo>
                  <a:pt x="1854015" y="0"/>
                  <a:pt x="2159512" y="99969"/>
                  <a:pt x="2412927" y="271173"/>
                </a:cubicBezTo>
                <a:lnTo>
                  <a:pt x="2440693" y="291936"/>
                </a:lnTo>
                <a:lnTo>
                  <a:pt x="2440693" y="857571"/>
                </a:lnTo>
                <a:cubicBezTo>
                  <a:pt x="2440693" y="1018886"/>
                  <a:pt x="2309922" y="1149657"/>
                  <a:pt x="2148607" y="1149657"/>
                </a:cubicBezTo>
                <a:lnTo>
                  <a:pt x="0" y="1149657"/>
                </a:lnTo>
                <a:lnTo>
                  <a:pt x="8747" y="1115642"/>
                </a:lnTo>
                <a:cubicBezTo>
                  <a:pt x="209781" y="469295"/>
                  <a:pt x="812670" y="0"/>
                  <a:pt x="1525169"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36">
            <a:extLst>
              <a:ext uri="{FF2B5EF4-FFF2-40B4-BE49-F238E27FC236}">
                <a16:creationId xmlns:a16="http://schemas.microsoft.com/office/drawing/2014/main" id="{0DD4848A-F495-D58F-8B43-6B37977ABED6}"/>
              </a:ext>
            </a:extLst>
          </p:cNvPr>
          <p:cNvSpPr/>
          <p:nvPr/>
        </p:nvSpPr>
        <p:spPr>
          <a:xfrm>
            <a:off x="89613" y="953822"/>
            <a:ext cx="1000694" cy="3175614"/>
          </a:xfrm>
          <a:custGeom>
            <a:avLst/>
            <a:gdLst>
              <a:gd name="connsiteX0" fmla="*/ 0 w 1000694"/>
              <a:gd name="connsiteY0" fmla="*/ 0 h 2948702"/>
              <a:gd name="connsiteX1" fmla="*/ 30934 w 1000694"/>
              <a:gd name="connsiteY1" fmla="*/ 11322 h 2948702"/>
              <a:gd name="connsiteX2" fmla="*/ 1000694 w 1000694"/>
              <a:gd name="connsiteY2" fmla="*/ 1474351 h 2948702"/>
              <a:gd name="connsiteX3" fmla="*/ 30934 w 1000694"/>
              <a:gd name="connsiteY3" fmla="*/ 2937380 h 2948702"/>
              <a:gd name="connsiteX4" fmla="*/ 0 w 1000694"/>
              <a:gd name="connsiteY4" fmla="*/ 2948702 h 294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694" h="2948702">
                <a:moveTo>
                  <a:pt x="0" y="0"/>
                </a:moveTo>
                <a:lnTo>
                  <a:pt x="30934" y="11322"/>
                </a:lnTo>
                <a:cubicBezTo>
                  <a:pt x="600821" y="252364"/>
                  <a:pt x="1000694" y="816660"/>
                  <a:pt x="1000694" y="1474351"/>
                </a:cubicBezTo>
                <a:cubicBezTo>
                  <a:pt x="1000694" y="2132043"/>
                  <a:pt x="600821" y="2696338"/>
                  <a:pt x="30934" y="2937380"/>
                </a:cubicBezTo>
                <a:lnTo>
                  <a:pt x="0" y="2948702"/>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TextBox 22">
            <a:extLst>
              <a:ext uri="{FF2B5EF4-FFF2-40B4-BE49-F238E27FC236}">
                <a16:creationId xmlns:a16="http://schemas.microsoft.com/office/drawing/2014/main" id="{53ABE86D-3CB9-D159-A2AB-BA6413B70BE3}"/>
              </a:ext>
            </a:extLst>
          </p:cNvPr>
          <p:cNvSpPr txBox="1"/>
          <p:nvPr/>
        </p:nvSpPr>
        <p:spPr>
          <a:xfrm>
            <a:off x="587864" y="326244"/>
            <a:ext cx="4050670" cy="707886"/>
          </a:xfrm>
          <a:prstGeom prst="rect">
            <a:avLst/>
          </a:prstGeom>
          <a:noFill/>
        </p:spPr>
        <p:txBody>
          <a:bodyPr wrap="square" lIns="91440" tIns="45720" rIns="91440" bIns="45720" rtlCol="0" anchor="t">
            <a:spAutoFit/>
          </a:bodyPr>
          <a:lstStyle/>
          <a:p>
            <a:r>
              <a:rPr lang="en-US" sz="4000">
                <a:solidFill>
                  <a:schemeClr val="bg1"/>
                </a:solidFill>
                <a:latin typeface="+mj-lt"/>
                <a:cs typeface="Poppins SemiBold"/>
              </a:rPr>
              <a:t>RESULTS</a:t>
            </a:r>
            <a:endParaRPr lang="en-US" sz="4000">
              <a:solidFill>
                <a:schemeClr val="bg1"/>
              </a:solidFill>
              <a:latin typeface="+mj-lt"/>
              <a:cs typeface="Poppins SemiBold" panose="00000700000000000000" pitchFamily="2" charset="0"/>
            </a:endParaRPr>
          </a:p>
        </p:txBody>
      </p:sp>
      <p:pic>
        <p:nvPicPr>
          <p:cNvPr id="27" name="Picture 26">
            <a:extLst>
              <a:ext uri="{FF2B5EF4-FFF2-40B4-BE49-F238E27FC236}">
                <a16:creationId xmlns:a16="http://schemas.microsoft.com/office/drawing/2014/main" id="{D3FA70DB-D510-1136-5CAC-0513C3454F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916" y="1804446"/>
            <a:ext cx="6053836" cy="4790849"/>
          </a:xfrm>
          <a:prstGeom prst="rect">
            <a:avLst/>
          </a:prstGeom>
        </p:spPr>
      </p:pic>
      <p:pic>
        <p:nvPicPr>
          <p:cNvPr id="29" name="Picture 28">
            <a:extLst>
              <a:ext uri="{FF2B5EF4-FFF2-40B4-BE49-F238E27FC236}">
                <a16:creationId xmlns:a16="http://schemas.microsoft.com/office/drawing/2014/main" id="{953858CB-0148-C399-3A68-35C7B26457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4890" y="609537"/>
            <a:ext cx="3681082" cy="2785182"/>
          </a:xfrm>
          <a:prstGeom prst="rect">
            <a:avLst/>
          </a:prstGeom>
        </p:spPr>
      </p:pic>
    </p:spTree>
    <p:extLst>
      <p:ext uri="{BB962C8B-B14F-4D97-AF65-F5344CB8AC3E}">
        <p14:creationId xmlns:p14="http://schemas.microsoft.com/office/powerpoint/2010/main" val="3942399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100000">
              <a:schemeClr val="accent2"/>
            </a:gs>
            <a:gs pos="60500">
              <a:schemeClr val="accent3">
                <a:lumMod val="50000"/>
                <a:lumOff val="50000"/>
              </a:schemeClr>
            </a:gs>
            <a:gs pos="0">
              <a:schemeClr val="accent1"/>
            </a:gs>
          </a:gsLst>
          <a:lin ang="4200000" scaled="0"/>
        </a:gradFill>
        <a:effectLst/>
      </p:bgPr>
    </p:bg>
    <p:spTree>
      <p:nvGrpSpPr>
        <p:cNvPr id="1" name="">
          <a:extLst>
            <a:ext uri="{FF2B5EF4-FFF2-40B4-BE49-F238E27FC236}">
              <a16:creationId xmlns:a16="http://schemas.microsoft.com/office/drawing/2014/main" id="{87DE69C6-3428-EE08-0FF7-88AB39B90965}"/>
            </a:ext>
          </a:extLst>
        </p:cNvPr>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C5708F4D-9CF2-45B0-2162-77EDAD02B7F3}"/>
              </a:ext>
            </a:extLst>
          </p:cNvPr>
          <p:cNvSpPr/>
          <p:nvPr/>
        </p:nvSpPr>
        <p:spPr>
          <a:xfrm>
            <a:off x="1" y="1024257"/>
            <a:ext cx="1119335" cy="3034744"/>
          </a:xfrm>
          <a:custGeom>
            <a:avLst/>
            <a:gdLst>
              <a:gd name="connsiteX0" fmla="*/ 0 w 1119335"/>
              <a:gd name="connsiteY0" fmla="*/ 0 h 3034744"/>
              <a:gd name="connsiteX1" fmla="*/ 3693 w 1119335"/>
              <a:gd name="connsiteY1" fmla="*/ 950 h 3034744"/>
              <a:gd name="connsiteX2" fmla="*/ 1119335 w 1119335"/>
              <a:gd name="connsiteY2" fmla="*/ 1517372 h 3034744"/>
              <a:gd name="connsiteX3" fmla="*/ 3693 w 1119335"/>
              <a:gd name="connsiteY3" fmla="*/ 3033795 h 3034744"/>
              <a:gd name="connsiteX4" fmla="*/ 0 w 1119335"/>
              <a:gd name="connsiteY4" fmla="*/ 3034744 h 3034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35" h="3034744">
                <a:moveTo>
                  <a:pt x="0" y="0"/>
                </a:moveTo>
                <a:lnTo>
                  <a:pt x="3693" y="950"/>
                </a:lnTo>
                <a:cubicBezTo>
                  <a:pt x="650040" y="201984"/>
                  <a:pt x="1119335" y="804873"/>
                  <a:pt x="1119335" y="1517372"/>
                </a:cubicBezTo>
                <a:cubicBezTo>
                  <a:pt x="1119335" y="2229871"/>
                  <a:pt x="650040" y="2832760"/>
                  <a:pt x="3693" y="3033795"/>
                </a:cubicBezTo>
                <a:lnTo>
                  <a:pt x="0" y="3034744"/>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任意多边形: 形状 4">
            <a:extLst>
              <a:ext uri="{FF2B5EF4-FFF2-40B4-BE49-F238E27FC236}">
                <a16:creationId xmlns:a16="http://schemas.microsoft.com/office/drawing/2014/main" id="{89241374-BC2B-85D9-A11E-2541738F93A5}"/>
              </a:ext>
            </a:extLst>
          </p:cNvPr>
          <p:cNvSpPr/>
          <p:nvPr/>
        </p:nvSpPr>
        <p:spPr>
          <a:xfrm>
            <a:off x="9324824" y="5498794"/>
            <a:ext cx="2867177" cy="1359207"/>
          </a:xfrm>
          <a:custGeom>
            <a:avLst/>
            <a:gdLst>
              <a:gd name="connsiteX0" fmla="*/ 1569498 w 2867177"/>
              <a:gd name="connsiteY0" fmla="*/ 0 h 1359207"/>
              <a:gd name="connsiteX1" fmla="*/ 2794727 w 2867177"/>
              <a:gd name="connsiteY1" fmla="*/ 577814 h 1359207"/>
              <a:gd name="connsiteX2" fmla="*/ 2867177 w 2867177"/>
              <a:gd name="connsiteY2" fmla="*/ 674700 h 1359207"/>
              <a:gd name="connsiteX3" fmla="*/ 2867177 w 2867177"/>
              <a:gd name="connsiteY3" fmla="*/ 1359207 h 1359207"/>
              <a:gd name="connsiteX4" fmla="*/ 0 w 2867177"/>
              <a:gd name="connsiteY4" fmla="*/ 1359207 h 1359207"/>
              <a:gd name="connsiteX5" fmla="*/ 13950 w 2867177"/>
              <a:gd name="connsiteY5" fmla="*/ 1267809 h 1359207"/>
              <a:gd name="connsiteX6" fmla="*/ 1569498 w 2867177"/>
              <a:gd name="connsiteY6" fmla="*/ 0 h 135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177" h="1359207">
                <a:moveTo>
                  <a:pt x="1569498" y="0"/>
                </a:moveTo>
                <a:cubicBezTo>
                  <a:pt x="2062767" y="0"/>
                  <a:pt x="2503500" y="224929"/>
                  <a:pt x="2794727" y="577814"/>
                </a:cubicBezTo>
                <a:lnTo>
                  <a:pt x="2867177" y="674700"/>
                </a:lnTo>
                <a:lnTo>
                  <a:pt x="2867177" y="1359207"/>
                </a:lnTo>
                <a:lnTo>
                  <a:pt x="0" y="1359207"/>
                </a:lnTo>
                <a:lnTo>
                  <a:pt x="13950" y="1267809"/>
                </a:lnTo>
                <a:cubicBezTo>
                  <a:pt x="162007" y="544272"/>
                  <a:pt x="802191" y="0"/>
                  <a:pt x="1569498"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6" name="Group 32">
            <a:extLst>
              <a:ext uri="{FF2B5EF4-FFF2-40B4-BE49-F238E27FC236}">
                <a16:creationId xmlns:a16="http://schemas.microsoft.com/office/drawing/2014/main" id="{37D40DD2-D9D5-609D-AC24-E0578E406676}"/>
              </a:ext>
            </a:extLst>
          </p:cNvPr>
          <p:cNvGrpSpPr/>
          <p:nvPr/>
        </p:nvGrpSpPr>
        <p:grpSpPr>
          <a:xfrm>
            <a:off x="8941188" y="1491640"/>
            <a:ext cx="2064994" cy="2064994"/>
            <a:chOff x="10640582" y="1220864"/>
            <a:chExt cx="2064994" cy="2064994"/>
          </a:xfrm>
        </p:grpSpPr>
        <p:sp>
          <p:nvSpPr>
            <p:cNvPr id="7" name="Circle: Hollow 38">
              <a:extLst>
                <a:ext uri="{FF2B5EF4-FFF2-40B4-BE49-F238E27FC236}">
                  <a16:creationId xmlns:a16="http://schemas.microsoft.com/office/drawing/2014/main" id="{0490D175-AFF0-3E7A-3195-04D1F596993D}"/>
                </a:ext>
              </a:extLst>
            </p:cNvPr>
            <p:cNvSpPr/>
            <p:nvPr/>
          </p:nvSpPr>
          <p:spPr>
            <a:xfrm rot="20700000">
              <a:off x="10640582" y="1220864"/>
              <a:ext cx="2064994" cy="2064994"/>
            </a:xfrm>
            <a:prstGeom prst="donut">
              <a:avLst>
                <a:gd name="adj" fmla="val 37753"/>
              </a:avLst>
            </a:prstGeom>
            <a:gradFill>
              <a:gsLst>
                <a:gs pos="100000">
                  <a:schemeClr val="accent6"/>
                </a:gs>
                <a:gs pos="60000">
                  <a:schemeClr val="accent5"/>
                </a:gs>
                <a:gs pos="5000">
                  <a:schemeClr val="accent4"/>
                </a:gs>
              </a:gsLst>
              <a:path path="circle">
                <a:fillToRect l="100000" t="100000"/>
              </a:path>
            </a:gradFill>
            <a:ln>
              <a:noFill/>
            </a:ln>
            <a:effectLst>
              <a:outerShdw blurRad="774700" dist="546100" dir="2700000" algn="tl" rotWithShape="0">
                <a:prstClr val="black">
                  <a:alpha val="40000"/>
                </a:prstClr>
              </a:outerShdw>
              <a:softEdge rad="698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ircle: Hollow 39">
              <a:extLst>
                <a:ext uri="{FF2B5EF4-FFF2-40B4-BE49-F238E27FC236}">
                  <a16:creationId xmlns:a16="http://schemas.microsoft.com/office/drawing/2014/main" id="{D0BD2F80-72C1-433F-3AE2-E514AFCE907C}"/>
                </a:ext>
              </a:extLst>
            </p:cNvPr>
            <p:cNvSpPr/>
            <p:nvPr/>
          </p:nvSpPr>
          <p:spPr>
            <a:xfrm rot="20700000">
              <a:off x="10864033" y="1444315"/>
              <a:ext cx="1618092" cy="1618092"/>
            </a:xfrm>
            <a:prstGeom prst="donut">
              <a:avLst/>
            </a:prstGeom>
            <a:solidFill>
              <a:schemeClr val="bg1"/>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ircle: Hollow 40">
              <a:extLst>
                <a:ext uri="{FF2B5EF4-FFF2-40B4-BE49-F238E27FC236}">
                  <a16:creationId xmlns:a16="http://schemas.microsoft.com/office/drawing/2014/main" id="{4ECC6B7B-D111-1DED-AB81-097E78382B00}"/>
                </a:ext>
              </a:extLst>
            </p:cNvPr>
            <p:cNvSpPr/>
            <p:nvPr/>
          </p:nvSpPr>
          <p:spPr>
            <a:xfrm rot="20700000">
              <a:off x="10864033" y="1444315"/>
              <a:ext cx="1618092" cy="1618092"/>
            </a:xfrm>
            <a:prstGeom prst="donut">
              <a:avLst/>
            </a:prstGeom>
            <a:gradFill>
              <a:gsLst>
                <a:gs pos="100000">
                  <a:schemeClr val="accent6"/>
                </a:gs>
                <a:gs pos="60000">
                  <a:schemeClr val="accent5"/>
                </a:gs>
                <a:gs pos="5000">
                  <a:schemeClr val="accent4"/>
                </a:gs>
              </a:gsLst>
              <a:path path="circle">
                <a:fillToRect l="100000" t="100000"/>
              </a:path>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10" name="Rectangle: Rounded Corners 31">
            <a:extLst>
              <a:ext uri="{FF2B5EF4-FFF2-40B4-BE49-F238E27FC236}">
                <a16:creationId xmlns:a16="http://schemas.microsoft.com/office/drawing/2014/main" id="{0951D46D-29CE-D0DE-C4B9-5C42065ACA2D}"/>
              </a:ext>
            </a:extLst>
          </p:cNvPr>
          <p:cNvSpPr/>
          <p:nvPr/>
        </p:nvSpPr>
        <p:spPr>
          <a:xfrm>
            <a:off x="193780" y="342709"/>
            <a:ext cx="11707521" cy="6229541"/>
          </a:xfrm>
          <a:prstGeom prst="roundRect">
            <a:avLst>
              <a:gd name="adj" fmla="val 4883"/>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任意多边形: 形状 10">
            <a:extLst>
              <a:ext uri="{FF2B5EF4-FFF2-40B4-BE49-F238E27FC236}">
                <a16:creationId xmlns:a16="http://schemas.microsoft.com/office/drawing/2014/main" id="{365B8220-4E8C-4694-D80F-27DFBEFF5065}"/>
              </a:ext>
            </a:extLst>
          </p:cNvPr>
          <p:cNvSpPr/>
          <p:nvPr/>
        </p:nvSpPr>
        <p:spPr>
          <a:xfrm>
            <a:off x="2837467" y="2"/>
            <a:ext cx="9354533" cy="6857999"/>
          </a:xfrm>
          <a:custGeom>
            <a:avLst/>
            <a:gdLst>
              <a:gd name="connsiteX0" fmla="*/ 811424 w 9354533"/>
              <a:gd name="connsiteY0" fmla="*/ 6511811 h 6857999"/>
              <a:gd name="connsiteX1" fmla="*/ 855285 w 9354533"/>
              <a:gd name="connsiteY1" fmla="*/ 6511811 h 6857999"/>
              <a:gd name="connsiteX2" fmla="*/ 899145 w 9354533"/>
              <a:gd name="connsiteY2" fmla="*/ 6511811 h 6857999"/>
              <a:gd name="connsiteX3" fmla="*/ 940265 w 9354533"/>
              <a:gd name="connsiteY3" fmla="*/ 6514555 h 6857999"/>
              <a:gd name="connsiteX4" fmla="*/ 986866 w 9354533"/>
              <a:gd name="connsiteY4" fmla="*/ 6522788 h 6857999"/>
              <a:gd name="connsiteX5" fmla="*/ 1030726 w 9354533"/>
              <a:gd name="connsiteY5" fmla="*/ 6531020 h 6857999"/>
              <a:gd name="connsiteX6" fmla="*/ 1071846 w 9354533"/>
              <a:gd name="connsiteY6" fmla="*/ 6539252 h 6857999"/>
              <a:gd name="connsiteX7" fmla="*/ 1112965 w 9354533"/>
              <a:gd name="connsiteY7" fmla="*/ 6550230 h 6857999"/>
              <a:gd name="connsiteX8" fmla="*/ 1156826 w 9354533"/>
              <a:gd name="connsiteY8" fmla="*/ 6563951 h 6857999"/>
              <a:gd name="connsiteX9" fmla="*/ 1197945 w 9354533"/>
              <a:gd name="connsiteY9" fmla="*/ 6577672 h 6857999"/>
              <a:gd name="connsiteX10" fmla="*/ 1239064 w 9354533"/>
              <a:gd name="connsiteY10" fmla="*/ 6596881 h 6857999"/>
              <a:gd name="connsiteX11" fmla="*/ 1277443 w 9354533"/>
              <a:gd name="connsiteY11" fmla="*/ 6616091 h 6857999"/>
              <a:gd name="connsiteX12" fmla="*/ 1318562 w 9354533"/>
              <a:gd name="connsiteY12" fmla="*/ 6638044 h 6857999"/>
              <a:gd name="connsiteX13" fmla="*/ 1356942 w 9354533"/>
              <a:gd name="connsiteY13" fmla="*/ 6662741 h 6857999"/>
              <a:gd name="connsiteX14" fmla="*/ 1392576 w 9354533"/>
              <a:gd name="connsiteY14" fmla="*/ 6687440 h 6857999"/>
              <a:gd name="connsiteX15" fmla="*/ 1430955 w 9354533"/>
              <a:gd name="connsiteY15" fmla="*/ 6717627 h 6857999"/>
              <a:gd name="connsiteX16" fmla="*/ 1463850 w 9354533"/>
              <a:gd name="connsiteY16" fmla="*/ 6745068 h 6857999"/>
              <a:gd name="connsiteX17" fmla="*/ 1499488 w 9354533"/>
              <a:gd name="connsiteY17" fmla="*/ 6780744 h 6857999"/>
              <a:gd name="connsiteX18" fmla="*/ 1576429 w 9354533"/>
              <a:gd name="connsiteY18" fmla="*/ 6857999 h 6857999"/>
              <a:gd name="connsiteX19" fmla="*/ 141549 w 9354533"/>
              <a:gd name="connsiteY19" fmla="*/ 6857999 h 6857999"/>
              <a:gd name="connsiteX20" fmla="*/ 148030 w 9354533"/>
              <a:gd name="connsiteY20" fmla="*/ 6849348 h 6857999"/>
              <a:gd name="connsiteX21" fmla="*/ 180926 w 9354533"/>
              <a:gd name="connsiteY21" fmla="*/ 6810929 h 6857999"/>
              <a:gd name="connsiteX22" fmla="*/ 211081 w 9354533"/>
              <a:gd name="connsiteY22" fmla="*/ 6780744 h 6857999"/>
              <a:gd name="connsiteX23" fmla="*/ 246717 w 9354533"/>
              <a:gd name="connsiteY23" fmla="*/ 6745068 h 6857999"/>
              <a:gd name="connsiteX24" fmla="*/ 279611 w 9354533"/>
              <a:gd name="connsiteY24" fmla="*/ 6717627 h 6857999"/>
              <a:gd name="connsiteX25" fmla="*/ 317990 w 9354533"/>
              <a:gd name="connsiteY25" fmla="*/ 6687440 h 6857999"/>
              <a:gd name="connsiteX26" fmla="*/ 353629 w 9354533"/>
              <a:gd name="connsiteY26" fmla="*/ 6662741 h 6857999"/>
              <a:gd name="connsiteX27" fmla="*/ 392005 w 9354533"/>
              <a:gd name="connsiteY27" fmla="*/ 6638044 h 6857999"/>
              <a:gd name="connsiteX28" fmla="*/ 433124 w 9354533"/>
              <a:gd name="connsiteY28" fmla="*/ 6616091 h 6857999"/>
              <a:gd name="connsiteX29" fmla="*/ 471503 w 9354533"/>
              <a:gd name="connsiteY29" fmla="*/ 6596881 h 6857999"/>
              <a:gd name="connsiteX30" fmla="*/ 512622 w 9354533"/>
              <a:gd name="connsiteY30" fmla="*/ 6577672 h 6857999"/>
              <a:gd name="connsiteX31" fmla="*/ 553742 w 9354533"/>
              <a:gd name="connsiteY31" fmla="*/ 6563951 h 6857999"/>
              <a:gd name="connsiteX32" fmla="*/ 594861 w 9354533"/>
              <a:gd name="connsiteY32" fmla="*/ 6550230 h 6857999"/>
              <a:gd name="connsiteX33" fmla="*/ 638721 w 9354533"/>
              <a:gd name="connsiteY33" fmla="*/ 6539252 h 6857999"/>
              <a:gd name="connsiteX34" fmla="*/ 679841 w 9354533"/>
              <a:gd name="connsiteY34" fmla="*/ 6531020 h 6857999"/>
              <a:gd name="connsiteX35" fmla="*/ 723702 w 9354533"/>
              <a:gd name="connsiteY35" fmla="*/ 6522788 h 6857999"/>
              <a:gd name="connsiteX36" fmla="*/ 767562 w 9354533"/>
              <a:gd name="connsiteY36" fmla="*/ 6514555 h 6857999"/>
              <a:gd name="connsiteX37" fmla="*/ 863507 w 9354533"/>
              <a:gd name="connsiteY37" fmla="*/ 3786810 h 6857999"/>
              <a:gd name="connsiteX38" fmla="*/ 907368 w 9354533"/>
              <a:gd name="connsiteY38" fmla="*/ 3786810 h 6857999"/>
              <a:gd name="connsiteX39" fmla="*/ 948487 w 9354533"/>
              <a:gd name="connsiteY39" fmla="*/ 3786810 h 6857999"/>
              <a:gd name="connsiteX40" fmla="*/ 992347 w 9354533"/>
              <a:gd name="connsiteY40" fmla="*/ 3792299 h 6857999"/>
              <a:gd name="connsiteX41" fmla="*/ 1038951 w 9354533"/>
              <a:gd name="connsiteY41" fmla="*/ 3795043 h 6857999"/>
              <a:gd name="connsiteX42" fmla="*/ 1080070 w 9354533"/>
              <a:gd name="connsiteY42" fmla="*/ 3803275 h 6857999"/>
              <a:gd name="connsiteX43" fmla="*/ 1123931 w 9354533"/>
              <a:gd name="connsiteY43" fmla="*/ 3811507 h 6857999"/>
              <a:gd name="connsiteX44" fmla="*/ 1167791 w 9354533"/>
              <a:gd name="connsiteY44" fmla="*/ 3822484 h 6857999"/>
              <a:gd name="connsiteX45" fmla="*/ 1206170 w 9354533"/>
              <a:gd name="connsiteY45" fmla="*/ 3836206 h 6857999"/>
              <a:gd name="connsiteX46" fmla="*/ 1250030 w 9354533"/>
              <a:gd name="connsiteY46" fmla="*/ 3852671 h 6857999"/>
              <a:gd name="connsiteX47" fmla="*/ 1291149 w 9354533"/>
              <a:gd name="connsiteY47" fmla="*/ 3869136 h 6857999"/>
              <a:gd name="connsiteX48" fmla="*/ 1329528 w 9354533"/>
              <a:gd name="connsiteY48" fmla="*/ 3888346 h 6857999"/>
              <a:gd name="connsiteX49" fmla="*/ 1370648 w 9354533"/>
              <a:gd name="connsiteY49" fmla="*/ 3913043 h 6857999"/>
              <a:gd name="connsiteX50" fmla="*/ 1406283 w 9354533"/>
              <a:gd name="connsiteY50" fmla="*/ 3934997 h 6857999"/>
              <a:gd name="connsiteX51" fmla="*/ 1444661 w 9354533"/>
              <a:gd name="connsiteY51" fmla="*/ 3959695 h 6857999"/>
              <a:gd name="connsiteX52" fmla="*/ 1483041 w 9354533"/>
              <a:gd name="connsiteY52" fmla="*/ 3989881 h 6857999"/>
              <a:gd name="connsiteX53" fmla="*/ 1515936 w 9354533"/>
              <a:gd name="connsiteY53" fmla="*/ 4020067 h 6857999"/>
              <a:gd name="connsiteX54" fmla="*/ 1551573 w 9354533"/>
              <a:gd name="connsiteY54" fmla="*/ 4052999 h 6857999"/>
              <a:gd name="connsiteX55" fmla="*/ 4345134 w 9354533"/>
              <a:gd name="connsiteY55" fmla="*/ 6857999 h 6857999"/>
              <a:gd name="connsiteX56" fmla="*/ 1774225 w 9354533"/>
              <a:gd name="connsiteY56" fmla="*/ 6857999 h 6857999"/>
              <a:gd name="connsiteX57" fmla="*/ 263165 w 9354533"/>
              <a:gd name="connsiteY57" fmla="*/ 5342778 h 6857999"/>
              <a:gd name="connsiteX58" fmla="*/ 230270 w 9354533"/>
              <a:gd name="connsiteY58" fmla="*/ 5307103 h 6857999"/>
              <a:gd name="connsiteX59" fmla="*/ 202857 w 9354533"/>
              <a:gd name="connsiteY59" fmla="*/ 5274172 h 6857999"/>
              <a:gd name="connsiteX60" fmla="*/ 175444 w 9354533"/>
              <a:gd name="connsiteY60" fmla="*/ 5238497 h 6857999"/>
              <a:gd name="connsiteX61" fmla="*/ 148030 w 9354533"/>
              <a:gd name="connsiteY61" fmla="*/ 5200079 h 6857999"/>
              <a:gd name="connsiteX62" fmla="*/ 123358 w 9354533"/>
              <a:gd name="connsiteY62" fmla="*/ 5161661 h 6857999"/>
              <a:gd name="connsiteX63" fmla="*/ 104171 w 9354533"/>
              <a:gd name="connsiteY63" fmla="*/ 5123241 h 6857999"/>
              <a:gd name="connsiteX64" fmla="*/ 82239 w 9354533"/>
              <a:gd name="connsiteY64" fmla="*/ 5082077 h 6857999"/>
              <a:gd name="connsiteX65" fmla="*/ 65792 w 9354533"/>
              <a:gd name="connsiteY65" fmla="*/ 5040914 h 6857999"/>
              <a:gd name="connsiteX66" fmla="*/ 49345 w 9354533"/>
              <a:gd name="connsiteY66" fmla="*/ 4999752 h 6857999"/>
              <a:gd name="connsiteX67" fmla="*/ 35638 w 9354533"/>
              <a:gd name="connsiteY67" fmla="*/ 4955844 h 6857999"/>
              <a:gd name="connsiteX68" fmla="*/ 24672 w 9354533"/>
              <a:gd name="connsiteY68" fmla="*/ 4914681 h 6857999"/>
              <a:gd name="connsiteX69" fmla="*/ 13707 w 9354533"/>
              <a:gd name="connsiteY69" fmla="*/ 4870773 h 6857999"/>
              <a:gd name="connsiteX70" fmla="*/ 8225 w 9354533"/>
              <a:gd name="connsiteY70" fmla="*/ 4826865 h 6857999"/>
              <a:gd name="connsiteX71" fmla="*/ 2744 w 9354533"/>
              <a:gd name="connsiteY71" fmla="*/ 4785702 h 6857999"/>
              <a:gd name="connsiteX72" fmla="*/ 0 w 9354533"/>
              <a:gd name="connsiteY72" fmla="*/ 4741796 h 6857999"/>
              <a:gd name="connsiteX73" fmla="*/ 0 w 9354533"/>
              <a:gd name="connsiteY73" fmla="*/ 4697888 h 6857999"/>
              <a:gd name="connsiteX74" fmla="*/ 0 w 9354533"/>
              <a:gd name="connsiteY74" fmla="*/ 4653981 h 6857999"/>
              <a:gd name="connsiteX75" fmla="*/ 2744 w 9354533"/>
              <a:gd name="connsiteY75" fmla="*/ 4610073 h 6857999"/>
              <a:gd name="connsiteX76" fmla="*/ 8225 w 9354533"/>
              <a:gd name="connsiteY76" fmla="*/ 4566165 h 6857999"/>
              <a:gd name="connsiteX77" fmla="*/ 13707 w 9354533"/>
              <a:gd name="connsiteY77" fmla="*/ 4522259 h 6857999"/>
              <a:gd name="connsiteX78" fmla="*/ 24672 w 9354533"/>
              <a:gd name="connsiteY78" fmla="*/ 4481095 h 6857999"/>
              <a:gd name="connsiteX79" fmla="*/ 35638 w 9354533"/>
              <a:gd name="connsiteY79" fmla="*/ 4437188 h 6857999"/>
              <a:gd name="connsiteX80" fmla="*/ 49345 w 9354533"/>
              <a:gd name="connsiteY80" fmla="*/ 4393280 h 6857999"/>
              <a:gd name="connsiteX81" fmla="*/ 65792 w 9354533"/>
              <a:gd name="connsiteY81" fmla="*/ 4354861 h 6857999"/>
              <a:gd name="connsiteX82" fmla="*/ 82239 w 9354533"/>
              <a:gd name="connsiteY82" fmla="*/ 4313698 h 6857999"/>
              <a:gd name="connsiteX83" fmla="*/ 104171 w 9354533"/>
              <a:gd name="connsiteY83" fmla="*/ 4272536 h 6857999"/>
              <a:gd name="connsiteX84" fmla="*/ 123358 w 9354533"/>
              <a:gd name="connsiteY84" fmla="*/ 4234116 h 6857999"/>
              <a:gd name="connsiteX85" fmla="*/ 148030 w 9354533"/>
              <a:gd name="connsiteY85" fmla="*/ 4195697 h 6857999"/>
              <a:gd name="connsiteX86" fmla="*/ 175444 w 9354533"/>
              <a:gd name="connsiteY86" fmla="*/ 4160023 h 6857999"/>
              <a:gd name="connsiteX87" fmla="*/ 202857 w 9354533"/>
              <a:gd name="connsiteY87" fmla="*/ 4121603 h 6857999"/>
              <a:gd name="connsiteX88" fmla="*/ 230270 w 9354533"/>
              <a:gd name="connsiteY88" fmla="*/ 4085929 h 6857999"/>
              <a:gd name="connsiteX89" fmla="*/ 263165 w 9354533"/>
              <a:gd name="connsiteY89" fmla="*/ 4052999 h 6857999"/>
              <a:gd name="connsiteX90" fmla="*/ 296062 w 9354533"/>
              <a:gd name="connsiteY90" fmla="*/ 4020067 h 6857999"/>
              <a:gd name="connsiteX91" fmla="*/ 331697 w 9354533"/>
              <a:gd name="connsiteY91" fmla="*/ 3989881 h 6857999"/>
              <a:gd name="connsiteX92" fmla="*/ 370076 w 9354533"/>
              <a:gd name="connsiteY92" fmla="*/ 3959695 h 6857999"/>
              <a:gd name="connsiteX93" fmla="*/ 405711 w 9354533"/>
              <a:gd name="connsiteY93" fmla="*/ 3934997 h 6857999"/>
              <a:gd name="connsiteX94" fmla="*/ 444090 w 9354533"/>
              <a:gd name="connsiteY94" fmla="*/ 3913043 h 6857999"/>
              <a:gd name="connsiteX95" fmla="*/ 482469 w 9354533"/>
              <a:gd name="connsiteY95" fmla="*/ 3888346 h 6857999"/>
              <a:gd name="connsiteX96" fmla="*/ 523588 w 9354533"/>
              <a:gd name="connsiteY96" fmla="*/ 3869136 h 6857999"/>
              <a:gd name="connsiteX97" fmla="*/ 564708 w 9354533"/>
              <a:gd name="connsiteY97" fmla="*/ 3852671 h 6857999"/>
              <a:gd name="connsiteX98" fmla="*/ 605827 w 9354533"/>
              <a:gd name="connsiteY98" fmla="*/ 3836206 h 6857999"/>
              <a:gd name="connsiteX99" fmla="*/ 646947 w 9354533"/>
              <a:gd name="connsiteY99" fmla="*/ 3822484 h 6857999"/>
              <a:gd name="connsiteX100" fmla="*/ 688066 w 9354533"/>
              <a:gd name="connsiteY100" fmla="*/ 3811507 h 6857999"/>
              <a:gd name="connsiteX101" fmla="*/ 731926 w 9354533"/>
              <a:gd name="connsiteY101" fmla="*/ 3803275 h 6857999"/>
              <a:gd name="connsiteX102" fmla="*/ 775786 w 9354533"/>
              <a:gd name="connsiteY102" fmla="*/ 3795043 h 6857999"/>
              <a:gd name="connsiteX103" fmla="*/ 816907 w 9354533"/>
              <a:gd name="connsiteY103" fmla="*/ 3792299 h 6857999"/>
              <a:gd name="connsiteX104" fmla="*/ 975900 w 9354533"/>
              <a:gd name="connsiteY104" fmla="*/ 1075531 h 6857999"/>
              <a:gd name="connsiteX105" fmla="*/ 1019761 w 9354533"/>
              <a:gd name="connsiteY105" fmla="*/ 1078274 h 6857999"/>
              <a:gd name="connsiteX106" fmla="*/ 1063623 w 9354533"/>
              <a:gd name="connsiteY106" fmla="*/ 1081018 h 6857999"/>
              <a:gd name="connsiteX107" fmla="*/ 1107484 w 9354533"/>
              <a:gd name="connsiteY107" fmla="*/ 1083763 h 6857999"/>
              <a:gd name="connsiteX108" fmla="*/ 1151344 w 9354533"/>
              <a:gd name="connsiteY108" fmla="*/ 1091995 h 6857999"/>
              <a:gd name="connsiteX109" fmla="*/ 1192463 w 9354533"/>
              <a:gd name="connsiteY109" fmla="*/ 1102972 h 6857999"/>
              <a:gd name="connsiteX110" fmla="*/ 1236324 w 9354533"/>
              <a:gd name="connsiteY110" fmla="*/ 1113948 h 6857999"/>
              <a:gd name="connsiteX111" fmla="*/ 1274702 w 9354533"/>
              <a:gd name="connsiteY111" fmla="*/ 1127671 h 6857999"/>
              <a:gd name="connsiteX112" fmla="*/ 1318562 w 9354533"/>
              <a:gd name="connsiteY112" fmla="*/ 1141391 h 6857999"/>
              <a:gd name="connsiteX113" fmla="*/ 1359682 w 9354533"/>
              <a:gd name="connsiteY113" fmla="*/ 1160601 h 6857999"/>
              <a:gd name="connsiteX114" fmla="*/ 1398058 w 9354533"/>
              <a:gd name="connsiteY114" fmla="*/ 1179811 h 6857999"/>
              <a:gd name="connsiteX115" fmla="*/ 1439178 w 9354533"/>
              <a:gd name="connsiteY115" fmla="*/ 1201764 h 6857999"/>
              <a:gd name="connsiteX116" fmla="*/ 1477556 w 9354533"/>
              <a:gd name="connsiteY116" fmla="*/ 1226461 h 6857999"/>
              <a:gd name="connsiteX117" fmla="*/ 1513194 w 9354533"/>
              <a:gd name="connsiteY117" fmla="*/ 1251160 h 6857999"/>
              <a:gd name="connsiteX118" fmla="*/ 1551573 w 9354533"/>
              <a:gd name="connsiteY118" fmla="*/ 1278601 h 6857999"/>
              <a:gd name="connsiteX119" fmla="*/ 1584468 w 9354533"/>
              <a:gd name="connsiteY119" fmla="*/ 1311532 h 6857999"/>
              <a:gd name="connsiteX120" fmla="*/ 1620103 w 9354533"/>
              <a:gd name="connsiteY120" fmla="*/ 1341718 h 6857999"/>
              <a:gd name="connsiteX121" fmla="*/ 7115932 w 9354533"/>
              <a:gd name="connsiteY121" fmla="*/ 6857999 h 6857999"/>
              <a:gd name="connsiteX122" fmla="*/ 4543996 w 9354533"/>
              <a:gd name="connsiteY122" fmla="*/ 6857999 h 6857999"/>
              <a:gd name="connsiteX123" fmla="*/ 331697 w 9354533"/>
              <a:gd name="connsiteY123" fmla="*/ 2631498 h 6857999"/>
              <a:gd name="connsiteX124" fmla="*/ 301543 w 9354533"/>
              <a:gd name="connsiteY124" fmla="*/ 2601310 h 6857999"/>
              <a:gd name="connsiteX125" fmla="*/ 271390 w 9354533"/>
              <a:gd name="connsiteY125" fmla="*/ 2562893 h 6857999"/>
              <a:gd name="connsiteX126" fmla="*/ 243976 w 9354533"/>
              <a:gd name="connsiteY126" fmla="*/ 2527217 h 6857999"/>
              <a:gd name="connsiteX127" fmla="*/ 216563 w 9354533"/>
              <a:gd name="connsiteY127" fmla="*/ 2491543 h 6857999"/>
              <a:gd name="connsiteX128" fmla="*/ 191891 w 9354533"/>
              <a:gd name="connsiteY128" fmla="*/ 2450380 h 6857999"/>
              <a:gd name="connsiteX129" fmla="*/ 172702 w 9354533"/>
              <a:gd name="connsiteY129" fmla="*/ 2414705 h 6857999"/>
              <a:gd name="connsiteX130" fmla="*/ 150772 w 9354533"/>
              <a:gd name="connsiteY130" fmla="*/ 2373541 h 6857999"/>
              <a:gd name="connsiteX131" fmla="*/ 134324 w 9354533"/>
              <a:gd name="connsiteY131" fmla="*/ 2329634 h 6857999"/>
              <a:gd name="connsiteX132" fmla="*/ 117877 w 9354533"/>
              <a:gd name="connsiteY132" fmla="*/ 2291216 h 6857999"/>
              <a:gd name="connsiteX133" fmla="*/ 106912 w 9354533"/>
              <a:gd name="connsiteY133" fmla="*/ 2247308 h 6857999"/>
              <a:gd name="connsiteX134" fmla="*/ 93205 w 9354533"/>
              <a:gd name="connsiteY134" fmla="*/ 2203400 h 6857999"/>
              <a:gd name="connsiteX135" fmla="*/ 82239 w 9354533"/>
              <a:gd name="connsiteY135" fmla="*/ 2162238 h 6857999"/>
              <a:gd name="connsiteX136" fmla="*/ 76757 w 9354533"/>
              <a:gd name="connsiteY136" fmla="*/ 2118330 h 6857999"/>
              <a:gd name="connsiteX137" fmla="*/ 71275 w 9354533"/>
              <a:gd name="connsiteY137" fmla="*/ 2074424 h 6857999"/>
              <a:gd name="connsiteX138" fmla="*/ 68533 w 9354533"/>
              <a:gd name="connsiteY138" fmla="*/ 2030516 h 6857999"/>
              <a:gd name="connsiteX139" fmla="*/ 68533 w 9354533"/>
              <a:gd name="connsiteY139" fmla="*/ 1989352 h 6857999"/>
              <a:gd name="connsiteX140" fmla="*/ 68533 w 9354533"/>
              <a:gd name="connsiteY140" fmla="*/ 1942701 h 6857999"/>
              <a:gd name="connsiteX141" fmla="*/ 71275 w 9354533"/>
              <a:gd name="connsiteY141" fmla="*/ 1898793 h 6857999"/>
              <a:gd name="connsiteX142" fmla="*/ 76757 w 9354533"/>
              <a:gd name="connsiteY142" fmla="*/ 1857629 h 6857999"/>
              <a:gd name="connsiteX143" fmla="*/ 82239 w 9354533"/>
              <a:gd name="connsiteY143" fmla="*/ 1813723 h 6857999"/>
              <a:gd name="connsiteX144" fmla="*/ 93205 w 9354533"/>
              <a:gd name="connsiteY144" fmla="*/ 1769815 h 6857999"/>
              <a:gd name="connsiteX145" fmla="*/ 106912 w 9354533"/>
              <a:gd name="connsiteY145" fmla="*/ 1728652 h 6857999"/>
              <a:gd name="connsiteX146" fmla="*/ 117877 w 9354533"/>
              <a:gd name="connsiteY146" fmla="*/ 1684745 h 6857999"/>
              <a:gd name="connsiteX147" fmla="*/ 134324 w 9354533"/>
              <a:gd name="connsiteY147" fmla="*/ 1643581 h 6857999"/>
              <a:gd name="connsiteX148" fmla="*/ 150772 w 9354533"/>
              <a:gd name="connsiteY148" fmla="*/ 1605162 h 6857999"/>
              <a:gd name="connsiteX149" fmla="*/ 172702 w 9354533"/>
              <a:gd name="connsiteY149" fmla="*/ 1564000 h 6857999"/>
              <a:gd name="connsiteX150" fmla="*/ 191891 w 9354533"/>
              <a:gd name="connsiteY150" fmla="*/ 1522837 h 6857999"/>
              <a:gd name="connsiteX151" fmla="*/ 216563 w 9354533"/>
              <a:gd name="connsiteY151" fmla="*/ 1487162 h 6857999"/>
              <a:gd name="connsiteX152" fmla="*/ 243976 w 9354533"/>
              <a:gd name="connsiteY152" fmla="*/ 1448743 h 6857999"/>
              <a:gd name="connsiteX153" fmla="*/ 271390 w 9354533"/>
              <a:gd name="connsiteY153" fmla="*/ 1413068 h 6857999"/>
              <a:gd name="connsiteX154" fmla="*/ 301543 w 9354533"/>
              <a:gd name="connsiteY154" fmla="*/ 1377393 h 6857999"/>
              <a:gd name="connsiteX155" fmla="*/ 331697 w 9354533"/>
              <a:gd name="connsiteY155" fmla="*/ 1341718 h 6857999"/>
              <a:gd name="connsiteX156" fmla="*/ 367335 w 9354533"/>
              <a:gd name="connsiteY156" fmla="*/ 1311532 h 6857999"/>
              <a:gd name="connsiteX157" fmla="*/ 400229 w 9354533"/>
              <a:gd name="connsiteY157" fmla="*/ 1278601 h 6857999"/>
              <a:gd name="connsiteX158" fmla="*/ 438607 w 9354533"/>
              <a:gd name="connsiteY158" fmla="*/ 1251160 h 6857999"/>
              <a:gd name="connsiteX159" fmla="*/ 474243 w 9354533"/>
              <a:gd name="connsiteY159" fmla="*/ 1226461 h 6857999"/>
              <a:gd name="connsiteX160" fmla="*/ 512622 w 9354533"/>
              <a:gd name="connsiteY160" fmla="*/ 1201764 h 6857999"/>
              <a:gd name="connsiteX161" fmla="*/ 551001 w 9354533"/>
              <a:gd name="connsiteY161" fmla="*/ 1179811 h 6857999"/>
              <a:gd name="connsiteX162" fmla="*/ 592121 w 9354533"/>
              <a:gd name="connsiteY162" fmla="*/ 1160601 h 6857999"/>
              <a:gd name="connsiteX163" fmla="*/ 633240 w 9354533"/>
              <a:gd name="connsiteY163" fmla="*/ 1141391 h 6857999"/>
              <a:gd name="connsiteX164" fmla="*/ 674359 w 9354533"/>
              <a:gd name="connsiteY164" fmla="*/ 1127671 h 6857999"/>
              <a:gd name="connsiteX165" fmla="*/ 715479 w 9354533"/>
              <a:gd name="connsiteY165" fmla="*/ 1113948 h 6857999"/>
              <a:gd name="connsiteX166" fmla="*/ 759339 w 9354533"/>
              <a:gd name="connsiteY166" fmla="*/ 1102972 h 6857999"/>
              <a:gd name="connsiteX167" fmla="*/ 800459 w 9354533"/>
              <a:gd name="connsiteY167" fmla="*/ 1091995 h 6857999"/>
              <a:gd name="connsiteX168" fmla="*/ 844319 w 9354533"/>
              <a:gd name="connsiteY168" fmla="*/ 1083763 h 6857999"/>
              <a:gd name="connsiteX169" fmla="*/ 890920 w 9354533"/>
              <a:gd name="connsiteY169" fmla="*/ 1081018 h 6857999"/>
              <a:gd name="connsiteX170" fmla="*/ 932040 w 9354533"/>
              <a:gd name="connsiteY170" fmla="*/ 1078274 h 6857999"/>
              <a:gd name="connsiteX171" fmla="*/ 8785588 w 9354533"/>
              <a:gd name="connsiteY171" fmla="*/ 0 h 6857999"/>
              <a:gd name="connsiteX172" fmla="*/ 9354533 w 9354533"/>
              <a:gd name="connsiteY172" fmla="*/ 0 h 6857999"/>
              <a:gd name="connsiteX173" fmla="*/ 9354533 w 9354533"/>
              <a:gd name="connsiteY173" fmla="*/ 570519 h 6857999"/>
              <a:gd name="connsiteX174" fmla="*/ 6019529 w 9354533"/>
              <a:gd name="connsiteY174" fmla="*/ 0 h 6857999"/>
              <a:gd name="connsiteX175" fmla="*/ 8588708 w 9354533"/>
              <a:gd name="connsiteY175" fmla="*/ 0 h 6857999"/>
              <a:gd name="connsiteX176" fmla="*/ 9354533 w 9354533"/>
              <a:gd name="connsiteY176" fmla="*/ 768021 h 6857999"/>
              <a:gd name="connsiteX177" fmla="*/ 9354533 w 9354533"/>
              <a:gd name="connsiteY177" fmla="*/ 3347008 h 6857999"/>
              <a:gd name="connsiteX178" fmla="*/ 3248285 w 9354533"/>
              <a:gd name="connsiteY178" fmla="*/ 0 h 6857999"/>
              <a:gd name="connsiteX179" fmla="*/ 5819972 w 9354533"/>
              <a:gd name="connsiteY179" fmla="*/ 0 h 6857999"/>
              <a:gd name="connsiteX180" fmla="*/ 9354533 w 9354533"/>
              <a:gd name="connsiteY180" fmla="*/ 3545079 h 6857999"/>
              <a:gd name="connsiteX181" fmla="*/ 9354533 w 9354533"/>
              <a:gd name="connsiteY181" fmla="*/ 6127044 h 6857999"/>
              <a:gd name="connsiteX182" fmla="*/ 476872 w 9354533"/>
              <a:gd name="connsiteY182" fmla="*/ 0 h 6857999"/>
              <a:gd name="connsiteX183" fmla="*/ 3050781 w 9354533"/>
              <a:gd name="connsiteY183" fmla="*/ 0 h 6857999"/>
              <a:gd name="connsiteX184" fmla="*/ 9354533 w 9354533"/>
              <a:gd name="connsiteY184" fmla="*/ 6324693 h 6857999"/>
              <a:gd name="connsiteX185" fmla="*/ 9354533 w 9354533"/>
              <a:gd name="connsiteY185" fmla="*/ 6857999 h 6857999"/>
              <a:gd name="connsiteX186" fmla="*/ 7312522 w 9354533"/>
              <a:gd name="connsiteY18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9354533" h="6857999">
                <a:moveTo>
                  <a:pt x="811424" y="6511811"/>
                </a:moveTo>
                <a:lnTo>
                  <a:pt x="855285" y="6511811"/>
                </a:lnTo>
                <a:lnTo>
                  <a:pt x="899145" y="6511811"/>
                </a:lnTo>
                <a:lnTo>
                  <a:pt x="940265" y="6514555"/>
                </a:lnTo>
                <a:lnTo>
                  <a:pt x="986866" y="6522788"/>
                </a:lnTo>
                <a:lnTo>
                  <a:pt x="1030726" y="6531020"/>
                </a:lnTo>
                <a:lnTo>
                  <a:pt x="1071846" y="6539252"/>
                </a:lnTo>
                <a:lnTo>
                  <a:pt x="1112965" y="6550230"/>
                </a:lnTo>
                <a:lnTo>
                  <a:pt x="1156826" y="6563951"/>
                </a:lnTo>
                <a:lnTo>
                  <a:pt x="1197945" y="6577672"/>
                </a:lnTo>
                <a:lnTo>
                  <a:pt x="1239064" y="6596881"/>
                </a:lnTo>
                <a:lnTo>
                  <a:pt x="1277443" y="6616091"/>
                </a:lnTo>
                <a:lnTo>
                  <a:pt x="1318562" y="6638044"/>
                </a:lnTo>
                <a:lnTo>
                  <a:pt x="1356942" y="6662741"/>
                </a:lnTo>
                <a:lnTo>
                  <a:pt x="1392576" y="6687440"/>
                </a:lnTo>
                <a:lnTo>
                  <a:pt x="1430955" y="6717627"/>
                </a:lnTo>
                <a:lnTo>
                  <a:pt x="1463850" y="6745068"/>
                </a:lnTo>
                <a:lnTo>
                  <a:pt x="1499488" y="6780744"/>
                </a:lnTo>
                <a:lnTo>
                  <a:pt x="1576429" y="6857999"/>
                </a:lnTo>
                <a:lnTo>
                  <a:pt x="141549" y="6857999"/>
                </a:lnTo>
                <a:lnTo>
                  <a:pt x="148030" y="6849348"/>
                </a:lnTo>
                <a:lnTo>
                  <a:pt x="180926" y="6810929"/>
                </a:lnTo>
                <a:lnTo>
                  <a:pt x="211081" y="6780744"/>
                </a:lnTo>
                <a:lnTo>
                  <a:pt x="246717" y="6745068"/>
                </a:lnTo>
                <a:lnTo>
                  <a:pt x="279611" y="6717627"/>
                </a:lnTo>
                <a:lnTo>
                  <a:pt x="317990" y="6687440"/>
                </a:lnTo>
                <a:lnTo>
                  <a:pt x="353629" y="6662741"/>
                </a:lnTo>
                <a:lnTo>
                  <a:pt x="392005" y="6638044"/>
                </a:lnTo>
                <a:lnTo>
                  <a:pt x="433124" y="6616091"/>
                </a:lnTo>
                <a:lnTo>
                  <a:pt x="471503" y="6596881"/>
                </a:lnTo>
                <a:lnTo>
                  <a:pt x="512622" y="6577672"/>
                </a:lnTo>
                <a:lnTo>
                  <a:pt x="553742" y="6563951"/>
                </a:lnTo>
                <a:lnTo>
                  <a:pt x="594861" y="6550230"/>
                </a:lnTo>
                <a:lnTo>
                  <a:pt x="638721" y="6539252"/>
                </a:lnTo>
                <a:lnTo>
                  <a:pt x="679841" y="6531020"/>
                </a:lnTo>
                <a:lnTo>
                  <a:pt x="723702" y="6522788"/>
                </a:lnTo>
                <a:lnTo>
                  <a:pt x="767562" y="6514555"/>
                </a:lnTo>
                <a:close/>
                <a:moveTo>
                  <a:pt x="863507" y="3786810"/>
                </a:moveTo>
                <a:lnTo>
                  <a:pt x="907368" y="3786810"/>
                </a:lnTo>
                <a:lnTo>
                  <a:pt x="948487" y="3786810"/>
                </a:lnTo>
                <a:lnTo>
                  <a:pt x="992347" y="3792299"/>
                </a:lnTo>
                <a:lnTo>
                  <a:pt x="1038951" y="3795043"/>
                </a:lnTo>
                <a:lnTo>
                  <a:pt x="1080070" y="3803275"/>
                </a:lnTo>
                <a:lnTo>
                  <a:pt x="1123931" y="3811507"/>
                </a:lnTo>
                <a:lnTo>
                  <a:pt x="1167791" y="3822484"/>
                </a:lnTo>
                <a:lnTo>
                  <a:pt x="1206170" y="3836206"/>
                </a:lnTo>
                <a:lnTo>
                  <a:pt x="1250030" y="3852671"/>
                </a:lnTo>
                <a:lnTo>
                  <a:pt x="1291149" y="3869136"/>
                </a:lnTo>
                <a:lnTo>
                  <a:pt x="1329528" y="3888346"/>
                </a:lnTo>
                <a:lnTo>
                  <a:pt x="1370648" y="3913043"/>
                </a:lnTo>
                <a:lnTo>
                  <a:pt x="1406283" y="3934997"/>
                </a:lnTo>
                <a:lnTo>
                  <a:pt x="1444661" y="3959695"/>
                </a:lnTo>
                <a:lnTo>
                  <a:pt x="1483041" y="3989881"/>
                </a:lnTo>
                <a:lnTo>
                  <a:pt x="1515936" y="4020067"/>
                </a:lnTo>
                <a:lnTo>
                  <a:pt x="1551573" y="4052999"/>
                </a:lnTo>
                <a:lnTo>
                  <a:pt x="4345134" y="6857999"/>
                </a:lnTo>
                <a:lnTo>
                  <a:pt x="1774225" y="6857999"/>
                </a:lnTo>
                <a:lnTo>
                  <a:pt x="263165" y="5342778"/>
                </a:lnTo>
                <a:lnTo>
                  <a:pt x="230270" y="5307103"/>
                </a:lnTo>
                <a:lnTo>
                  <a:pt x="202857" y="5274172"/>
                </a:lnTo>
                <a:lnTo>
                  <a:pt x="175444" y="5238497"/>
                </a:lnTo>
                <a:lnTo>
                  <a:pt x="148030" y="5200079"/>
                </a:lnTo>
                <a:lnTo>
                  <a:pt x="123358" y="5161661"/>
                </a:lnTo>
                <a:lnTo>
                  <a:pt x="104171" y="5123241"/>
                </a:lnTo>
                <a:lnTo>
                  <a:pt x="82239" y="5082077"/>
                </a:lnTo>
                <a:lnTo>
                  <a:pt x="65792" y="5040914"/>
                </a:lnTo>
                <a:lnTo>
                  <a:pt x="49345" y="4999752"/>
                </a:lnTo>
                <a:lnTo>
                  <a:pt x="35638" y="4955844"/>
                </a:lnTo>
                <a:lnTo>
                  <a:pt x="24672" y="4914681"/>
                </a:lnTo>
                <a:lnTo>
                  <a:pt x="13707" y="4870773"/>
                </a:lnTo>
                <a:lnTo>
                  <a:pt x="8225" y="4826865"/>
                </a:lnTo>
                <a:lnTo>
                  <a:pt x="2744" y="4785702"/>
                </a:lnTo>
                <a:lnTo>
                  <a:pt x="0" y="4741796"/>
                </a:lnTo>
                <a:lnTo>
                  <a:pt x="0" y="4697888"/>
                </a:lnTo>
                <a:lnTo>
                  <a:pt x="0" y="4653981"/>
                </a:lnTo>
                <a:lnTo>
                  <a:pt x="2744" y="4610073"/>
                </a:lnTo>
                <a:lnTo>
                  <a:pt x="8225" y="4566165"/>
                </a:lnTo>
                <a:lnTo>
                  <a:pt x="13707" y="4522259"/>
                </a:lnTo>
                <a:lnTo>
                  <a:pt x="24672" y="4481095"/>
                </a:lnTo>
                <a:lnTo>
                  <a:pt x="35638" y="4437188"/>
                </a:lnTo>
                <a:lnTo>
                  <a:pt x="49345" y="4393280"/>
                </a:lnTo>
                <a:lnTo>
                  <a:pt x="65792" y="4354861"/>
                </a:lnTo>
                <a:lnTo>
                  <a:pt x="82239" y="4313698"/>
                </a:lnTo>
                <a:lnTo>
                  <a:pt x="104171" y="4272536"/>
                </a:lnTo>
                <a:lnTo>
                  <a:pt x="123358" y="4234116"/>
                </a:lnTo>
                <a:lnTo>
                  <a:pt x="148030" y="4195697"/>
                </a:lnTo>
                <a:lnTo>
                  <a:pt x="175444" y="4160023"/>
                </a:lnTo>
                <a:lnTo>
                  <a:pt x="202857" y="4121603"/>
                </a:lnTo>
                <a:lnTo>
                  <a:pt x="230270" y="4085929"/>
                </a:lnTo>
                <a:lnTo>
                  <a:pt x="263165" y="4052999"/>
                </a:lnTo>
                <a:lnTo>
                  <a:pt x="296062" y="4020067"/>
                </a:lnTo>
                <a:lnTo>
                  <a:pt x="331697" y="3989881"/>
                </a:lnTo>
                <a:lnTo>
                  <a:pt x="370076" y="3959695"/>
                </a:lnTo>
                <a:lnTo>
                  <a:pt x="405711" y="3934997"/>
                </a:lnTo>
                <a:lnTo>
                  <a:pt x="444090" y="3913043"/>
                </a:lnTo>
                <a:lnTo>
                  <a:pt x="482469" y="3888346"/>
                </a:lnTo>
                <a:lnTo>
                  <a:pt x="523588" y="3869136"/>
                </a:lnTo>
                <a:lnTo>
                  <a:pt x="564708" y="3852671"/>
                </a:lnTo>
                <a:lnTo>
                  <a:pt x="605827" y="3836206"/>
                </a:lnTo>
                <a:lnTo>
                  <a:pt x="646947" y="3822484"/>
                </a:lnTo>
                <a:lnTo>
                  <a:pt x="688066" y="3811507"/>
                </a:lnTo>
                <a:lnTo>
                  <a:pt x="731926" y="3803275"/>
                </a:lnTo>
                <a:lnTo>
                  <a:pt x="775786" y="3795043"/>
                </a:lnTo>
                <a:lnTo>
                  <a:pt x="816907" y="3792299"/>
                </a:lnTo>
                <a:close/>
                <a:moveTo>
                  <a:pt x="975900" y="1075531"/>
                </a:moveTo>
                <a:lnTo>
                  <a:pt x="1019761" y="1078274"/>
                </a:lnTo>
                <a:lnTo>
                  <a:pt x="1063623" y="1081018"/>
                </a:lnTo>
                <a:lnTo>
                  <a:pt x="1107484" y="1083763"/>
                </a:lnTo>
                <a:lnTo>
                  <a:pt x="1151344" y="1091995"/>
                </a:lnTo>
                <a:lnTo>
                  <a:pt x="1192463" y="1102972"/>
                </a:lnTo>
                <a:lnTo>
                  <a:pt x="1236324" y="1113948"/>
                </a:lnTo>
                <a:lnTo>
                  <a:pt x="1274702" y="1127671"/>
                </a:lnTo>
                <a:lnTo>
                  <a:pt x="1318562" y="1141391"/>
                </a:lnTo>
                <a:lnTo>
                  <a:pt x="1359682" y="1160601"/>
                </a:lnTo>
                <a:lnTo>
                  <a:pt x="1398058" y="1179811"/>
                </a:lnTo>
                <a:lnTo>
                  <a:pt x="1439178" y="1201764"/>
                </a:lnTo>
                <a:lnTo>
                  <a:pt x="1477556" y="1226461"/>
                </a:lnTo>
                <a:lnTo>
                  <a:pt x="1513194" y="1251160"/>
                </a:lnTo>
                <a:lnTo>
                  <a:pt x="1551573" y="1278601"/>
                </a:lnTo>
                <a:lnTo>
                  <a:pt x="1584468" y="1311532"/>
                </a:lnTo>
                <a:lnTo>
                  <a:pt x="1620103" y="1341718"/>
                </a:lnTo>
                <a:lnTo>
                  <a:pt x="7115932" y="6857999"/>
                </a:lnTo>
                <a:lnTo>
                  <a:pt x="4543996" y="6857999"/>
                </a:lnTo>
                <a:lnTo>
                  <a:pt x="331697" y="2631498"/>
                </a:lnTo>
                <a:lnTo>
                  <a:pt x="301543" y="2601310"/>
                </a:lnTo>
                <a:lnTo>
                  <a:pt x="271390" y="2562893"/>
                </a:lnTo>
                <a:lnTo>
                  <a:pt x="243976" y="2527217"/>
                </a:lnTo>
                <a:lnTo>
                  <a:pt x="216563" y="2491543"/>
                </a:lnTo>
                <a:lnTo>
                  <a:pt x="191891" y="2450380"/>
                </a:lnTo>
                <a:lnTo>
                  <a:pt x="172702" y="2414705"/>
                </a:lnTo>
                <a:lnTo>
                  <a:pt x="150772" y="2373541"/>
                </a:lnTo>
                <a:lnTo>
                  <a:pt x="134324" y="2329634"/>
                </a:lnTo>
                <a:lnTo>
                  <a:pt x="117877" y="2291216"/>
                </a:lnTo>
                <a:lnTo>
                  <a:pt x="106912" y="2247308"/>
                </a:lnTo>
                <a:lnTo>
                  <a:pt x="93205" y="2203400"/>
                </a:lnTo>
                <a:lnTo>
                  <a:pt x="82239" y="2162238"/>
                </a:lnTo>
                <a:lnTo>
                  <a:pt x="76757" y="2118330"/>
                </a:lnTo>
                <a:lnTo>
                  <a:pt x="71275" y="2074424"/>
                </a:lnTo>
                <a:lnTo>
                  <a:pt x="68533" y="2030516"/>
                </a:lnTo>
                <a:lnTo>
                  <a:pt x="68533" y="1989352"/>
                </a:lnTo>
                <a:lnTo>
                  <a:pt x="68533" y="1942701"/>
                </a:lnTo>
                <a:lnTo>
                  <a:pt x="71275" y="1898793"/>
                </a:lnTo>
                <a:lnTo>
                  <a:pt x="76757" y="1857629"/>
                </a:lnTo>
                <a:lnTo>
                  <a:pt x="82239" y="1813723"/>
                </a:lnTo>
                <a:lnTo>
                  <a:pt x="93205" y="1769815"/>
                </a:lnTo>
                <a:lnTo>
                  <a:pt x="106912" y="1728652"/>
                </a:lnTo>
                <a:lnTo>
                  <a:pt x="117877" y="1684745"/>
                </a:lnTo>
                <a:lnTo>
                  <a:pt x="134324" y="1643581"/>
                </a:lnTo>
                <a:lnTo>
                  <a:pt x="150772" y="1605162"/>
                </a:lnTo>
                <a:lnTo>
                  <a:pt x="172702" y="1564000"/>
                </a:lnTo>
                <a:lnTo>
                  <a:pt x="191891" y="1522837"/>
                </a:lnTo>
                <a:lnTo>
                  <a:pt x="216563" y="1487162"/>
                </a:lnTo>
                <a:lnTo>
                  <a:pt x="243976" y="1448743"/>
                </a:lnTo>
                <a:lnTo>
                  <a:pt x="271390" y="1413068"/>
                </a:lnTo>
                <a:lnTo>
                  <a:pt x="301543" y="1377393"/>
                </a:lnTo>
                <a:lnTo>
                  <a:pt x="331697" y="1341718"/>
                </a:lnTo>
                <a:lnTo>
                  <a:pt x="367335" y="1311532"/>
                </a:lnTo>
                <a:lnTo>
                  <a:pt x="400229" y="1278601"/>
                </a:lnTo>
                <a:lnTo>
                  <a:pt x="438607" y="1251160"/>
                </a:lnTo>
                <a:lnTo>
                  <a:pt x="474243" y="1226461"/>
                </a:lnTo>
                <a:lnTo>
                  <a:pt x="512622" y="1201764"/>
                </a:lnTo>
                <a:lnTo>
                  <a:pt x="551001" y="1179811"/>
                </a:lnTo>
                <a:lnTo>
                  <a:pt x="592121" y="1160601"/>
                </a:lnTo>
                <a:lnTo>
                  <a:pt x="633240" y="1141391"/>
                </a:lnTo>
                <a:lnTo>
                  <a:pt x="674359" y="1127671"/>
                </a:lnTo>
                <a:lnTo>
                  <a:pt x="715479" y="1113948"/>
                </a:lnTo>
                <a:lnTo>
                  <a:pt x="759339" y="1102972"/>
                </a:lnTo>
                <a:lnTo>
                  <a:pt x="800459" y="1091995"/>
                </a:lnTo>
                <a:lnTo>
                  <a:pt x="844319" y="1083763"/>
                </a:lnTo>
                <a:lnTo>
                  <a:pt x="890920" y="1081018"/>
                </a:lnTo>
                <a:lnTo>
                  <a:pt x="932040" y="1078274"/>
                </a:lnTo>
                <a:close/>
                <a:moveTo>
                  <a:pt x="8785588" y="0"/>
                </a:moveTo>
                <a:lnTo>
                  <a:pt x="9354533" y="0"/>
                </a:lnTo>
                <a:lnTo>
                  <a:pt x="9354533" y="570519"/>
                </a:lnTo>
                <a:close/>
                <a:moveTo>
                  <a:pt x="6019529" y="0"/>
                </a:moveTo>
                <a:lnTo>
                  <a:pt x="8588708" y="0"/>
                </a:lnTo>
                <a:lnTo>
                  <a:pt x="9354533" y="768021"/>
                </a:lnTo>
                <a:lnTo>
                  <a:pt x="9354533" y="3347008"/>
                </a:lnTo>
                <a:close/>
                <a:moveTo>
                  <a:pt x="3248285" y="0"/>
                </a:moveTo>
                <a:lnTo>
                  <a:pt x="5819972" y="0"/>
                </a:lnTo>
                <a:lnTo>
                  <a:pt x="9354533" y="3545079"/>
                </a:lnTo>
                <a:lnTo>
                  <a:pt x="9354533" y="6127044"/>
                </a:lnTo>
                <a:close/>
                <a:moveTo>
                  <a:pt x="476872" y="0"/>
                </a:moveTo>
                <a:lnTo>
                  <a:pt x="3050781" y="0"/>
                </a:lnTo>
                <a:lnTo>
                  <a:pt x="9354533" y="6324693"/>
                </a:lnTo>
                <a:lnTo>
                  <a:pt x="9354533" y="6857999"/>
                </a:lnTo>
                <a:lnTo>
                  <a:pt x="7312522" y="6857999"/>
                </a:lnTo>
                <a:close/>
              </a:path>
            </a:pathLst>
          </a:custGeom>
          <a:gradFill flip="none" rotWithShape="1">
            <a:gsLst>
              <a:gs pos="19000">
                <a:schemeClr val="bg1">
                  <a:alpha val="0"/>
                </a:schemeClr>
              </a:gs>
              <a:gs pos="100000">
                <a:schemeClr val="accent2">
                  <a:alpha val="6000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3" name="Freeform: Shape 35">
            <a:extLst>
              <a:ext uri="{FF2B5EF4-FFF2-40B4-BE49-F238E27FC236}">
                <a16:creationId xmlns:a16="http://schemas.microsoft.com/office/drawing/2014/main" id="{BC2E9C2F-90A6-C21E-1593-881EE8670A32}"/>
              </a:ext>
            </a:extLst>
          </p:cNvPr>
          <p:cNvSpPr/>
          <p:nvPr/>
        </p:nvSpPr>
        <p:spPr>
          <a:xfrm>
            <a:off x="9315925" y="5383213"/>
            <a:ext cx="2584231" cy="1222070"/>
          </a:xfrm>
          <a:custGeom>
            <a:avLst/>
            <a:gdLst>
              <a:gd name="connsiteX0" fmla="*/ 1525169 w 2440693"/>
              <a:gd name="connsiteY0" fmla="*/ 0 h 1149657"/>
              <a:gd name="connsiteX1" fmla="*/ 2412927 w 2440693"/>
              <a:gd name="connsiteY1" fmla="*/ 271173 h 1149657"/>
              <a:gd name="connsiteX2" fmla="*/ 2440693 w 2440693"/>
              <a:gd name="connsiteY2" fmla="*/ 291936 h 1149657"/>
              <a:gd name="connsiteX3" fmla="*/ 2440693 w 2440693"/>
              <a:gd name="connsiteY3" fmla="*/ 857571 h 1149657"/>
              <a:gd name="connsiteX4" fmla="*/ 2148607 w 2440693"/>
              <a:gd name="connsiteY4" fmla="*/ 1149657 h 1149657"/>
              <a:gd name="connsiteX5" fmla="*/ 0 w 2440693"/>
              <a:gd name="connsiteY5" fmla="*/ 1149657 h 1149657"/>
              <a:gd name="connsiteX6" fmla="*/ 8747 w 2440693"/>
              <a:gd name="connsiteY6" fmla="*/ 1115642 h 1149657"/>
              <a:gd name="connsiteX7" fmla="*/ 1525169 w 2440693"/>
              <a:gd name="connsiteY7" fmla="*/ 0 h 11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0693" h="1149657">
                <a:moveTo>
                  <a:pt x="1525169" y="0"/>
                </a:moveTo>
                <a:cubicBezTo>
                  <a:pt x="1854015" y="0"/>
                  <a:pt x="2159512" y="99969"/>
                  <a:pt x="2412927" y="271173"/>
                </a:cubicBezTo>
                <a:lnTo>
                  <a:pt x="2440693" y="291936"/>
                </a:lnTo>
                <a:lnTo>
                  <a:pt x="2440693" y="857571"/>
                </a:lnTo>
                <a:cubicBezTo>
                  <a:pt x="2440693" y="1018886"/>
                  <a:pt x="2309922" y="1149657"/>
                  <a:pt x="2148607" y="1149657"/>
                </a:cubicBezTo>
                <a:lnTo>
                  <a:pt x="0" y="1149657"/>
                </a:lnTo>
                <a:lnTo>
                  <a:pt x="8747" y="1115642"/>
                </a:lnTo>
                <a:cubicBezTo>
                  <a:pt x="209781" y="469295"/>
                  <a:pt x="812670" y="0"/>
                  <a:pt x="1525169"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36">
            <a:extLst>
              <a:ext uri="{FF2B5EF4-FFF2-40B4-BE49-F238E27FC236}">
                <a16:creationId xmlns:a16="http://schemas.microsoft.com/office/drawing/2014/main" id="{9CD97FE2-9780-5A08-1908-184B0B59520C}"/>
              </a:ext>
            </a:extLst>
          </p:cNvPr>
          <p:cNvSpPr/>
          <p:nvPr/>
        </p:nvSpPr>
        <p:spPr>
          <a:xfrm>
            <a:off x="89613" y="953822"/>
            <a:ext cx="1000694" cy="3175614"/>
          </a:xfrm>
          <a:custGeom>
            <a:avLst/>
            <a:gdLst>
              <a:gd name="connsiteX0" fmla="*/ 0 w 1000694"/>
              <a:gd name="connsiteY0" fmla="*/ 0 h 2948702"/>
              <a:gd name="connsiteX1" fmla="*/ 30934 w 1000694"/>
              <a:gd name="connsiteY1" fmla="*/ 11322 h 2948702"/>
              <a:gd name="connsiteX2" fmla="*/ 1000694 w 1000694"/>
              <a:gd name="connsiteY2" fmla="*/ 1474351 h 2948702"/>
              <a:gd name="connsiteX3" fmla="*/ 30934 w 1000694"/>
              <a:gd name="connsiteY3" fmla="*/ 2937380 h 2948702"/>
              <a:gd name="connsiteX4" fmla="*/ 0 w 1000694"/>
              <a:gd name="connsiteY4" fmla="*/ 2948702 h 294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694" h="2948702">
                <a:moveTo>
                  <a:pt x="0" y="0"/>
                </a:moveTo>
                <a:lnTo>
                  <a:pt x="30934" y="11322"/>
                </a:lnTo>
                <a:cubicBezTo>
                  <a:pt x="600821" y="252364"/>
                  <a:pt x="1000694" y="816660"/>
                  <a:pt x="1000694" y="1474351"/>
                </a:cubicBezTo>
                <a:cubicBezTo>
                  <a:pt x="1000694" y="2132043"/>
                  <a:pt x="600821" y="2696338"/>
                  <a:pt x="30934" y="2937380"/>
                </a:cubicBezTo>
                <a:lnTo>
                  <a:pt x="0" y="2948702"/>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TextBox 22">
            <a:extLst>
              <a:ext uri="{FF2B5EF4-FFF2-40B4-BE49-F238E27FC236}">
                <a16:creationId xmlns:a16="http://schemas.microsoft.com/office/drawing/2014/main" id="{22B632DD-027E-A39F-33B9-0C1BB251C2ED}"/>
              </a:ext>
            </a:extLst>
          </p:cNvPr>
          <p:cNvSpPr txBox="1"/>
          <p:nvPr/>
        </p:nvSpPr>
        <p:spPr>
          <a:xfrm>
            <a:off x="589960" y="145018"/>
            <a:ext cx="4050670" cy="707886"/>
          </a:xfrm>
          <a:prstGeom prst="rect">
            <a:avLst/>
          </a:prstGeom>
          <a:noFill/>
        </p:spPr>
        <p:txBody>
          <a:bodyPr wrap="square" lIns="91440" tIns="45720" rIns="91440" bIns="45720" rtlCol="0" anchor="t">
            <a:spAutoFit/>
          </a:bodyPr>
          <a:lstStyle/>
          <a:p>
            <a:r>
              <a:rPr lang="en-US" sz="4000" dirty="0">
                <a:solidFill>
                  <a:schemeClr val="bg1"/>
                </a:solidFill>
                <a:latin typeface="+mj-lt"/>
                <a:cs typeface="Poppins SemiBold"/>
              </a:rPr>
              <a:t>RESULTS</a:t>
            </a:r>
            <a:endParaRPr lang="en-US" sz="4000" dirty="0">
              <a:solidFill>
                <a:schemeClr val="bg1"/>
              </a:solidFill>
              <a:latin typeface="+mj-lt"/>
              <a:cs typeface="Poppins SemiBold" panose="00000700000000000000" pitchFamily="2" charset="0"/>
            </a:endParaRPr>
          </a:p>
        </p:txBody>
      </p:sp>
      <p:pic>
        <p:nvPicPr>
          <p:cNvPr id="22" name="Picture 21">
            <a:extLst>
              <a:ext uri="{FF2B5EF4-FFF2-40B4-BE49-F238E27FC236}">
                <a16:creationId xmlns:a16="http://schemas.microsoft.com/office/drawing/2014/main" id="{FFA1E67E-CA26-7267-C312-A9879A624F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769" y="1039611"/>
            <a:ext cx="9801317" cy="5473898"/>
          </a:xfrm>
          <a:prstGeom prst="rect">
            <a:avLst/>
          </a:prstGeom>
        </p:spPr>
      </p:pic>
    </p:spTree>
    <p:extLst>
      <p:ext uri="{BB962C8B-B14F-4D97-AF65-F5344CB8AC3E}">
        <p14:creationId xmlns:p14="http://schemas.microsoft.com/office/powerpoint/2010/main" val="964612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100000">
              <a:schemeClr val="accent2"/>
            </a:gs>
            <a:gs pos="60500">
              <a:schemeClr val="accent3">
                <a:lumMod val="50000"/>
                <a:lumOff val="50000"/>
              </a:schemeClr>
            </a:gs>
            <a:gs pos="0">
              <a:schemeClr val="accent1"/>
            </a:gs>
          </a:gsLst>
          <a:lin ang="4200000" scaled="0"/>
        </a:gradFill>
        <a:effectLst/>
      </p:bgPr>
    </p:bg>
    <p:spTree>
      <p:nvGrpSpPr>
        <p:cNvPr id="1" name="">
          <a:extLst>
            <a:ext uri="{FF2B5EF4-FFF2-40B4-BE49-F238E27FC236}">
              <a16:creationId xmlns:a16="http://schemas.microsoft.com/office/drawing/2014/main" id="{981FF7F7-6034-0848-1673-32C29A53229F}"/>
            </a:ext>
          </a:extLst>
        </p:cNvPr>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2333F5CA-1B24-C4C8-610C-7B988083B590}"/>
              </a:ext>
            </a:extLst>
          </p:cNvPr>
          <p:cNvSpPr/>
          <p:nvPr/>
        </p:nvSpPr>
        <p:spPr>
          <a:xfrm>
            <a:off x="1" y="1024257"/>
            <a:ext cx="1119335" cy="3034744"/>
          </a:xfrm>
          <a:custGeom>
            <a:avLst/>
            <a:gdLst>
              <a:gd name="connsiteX0" fmla="*/ 0 w 1119335"/>
              <a:gd name="connsiteY0" fmla="*/ 0 h 3034744"/>
              <a:gd name="connsiteX1" fmla="*/ 3693 w 1119335"/>
              <a:gd name="connsiteY1" fmla="*/ 950 h 3034744"/>
              <a:gd name="connsiteX2" fmla="*/ 1119335 w 1119335"/>
              <a:gd name="connsiteY2" fmla="*/ 1517372 h 3034744"/>
              <a:gd name="connsiteX3" fmla="*/ 3693 w 1119335"/>
              <a:gd name="connsiteY3" fmla="*/ 3033795 h 3034744"/>
              <a:gd name="connsiteX4" fmla="*/ 0 w 1119335"/>
              <a:gd name="connsiteY4" fmla="*/ 3034744 h 3034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35" h="3034744">
                <a:moveTo>
                  <a:pt x="0" y="0"/>
                </a:moveTo>
                <a:lnTo>
                  <a:pt x="3693" y="950"/>
                </a:lnTo>
                <a:cubicBezTo>
                  <a:pt x="650040" y="201984"/>
                  <a:pt x="1119335" y="804873"/>
                  <a:pt x="1119335" y="1517372"/>
                </a:cubicBezTo>
                <a:cubicBezTo>
                  <a:pt x="1119335" y="2229871"/>
                  <a:pt x="650040" y="2832760"/>
                  <a:pt x="3693" y="3033795"/>
                </a:cubicBezTo>
                <a:lnTo>
                  <a:pt x="0" y="3034744"/>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任意多边形: 形状 4">
            <a:extLst>
              <a:ext uri="{FF2B5EF4-FFF2-40B4-BE49-F238E27FC236}">
                <a16:creationId xmlns:a16="http://schemas.microsoft.com/office/drawing/2014/main" id="{7D1A4C5D-B18C-1117-160B-EF285E94CFE6}"/>
              </a:ext>
            </a:extLst>
          </p:cNvPr>
          <p:cNvSpPr/>
          <p:nvPr/>
        </p:nvSpPr>
        <p:spPr>
          <a:xfrm>
            <a:off x="9324824" y="5498794"/>
            <a:ext cx="2867177" cy="1359207"/>
          </a:xfrm>
          <a:custGeom>
            <a:avLst/>
            <a:gdLst>
              <a:gd name="connsiteX0" fmla="*/ 1569498 w 2867177"/>
              <a:gd name="connsiteY0" fmla="*/ 0 h 1359207"/>
              <a:gd name="connsiteX1" fmla="*/ 2794727 w 2867177"/>
              <a:gd name="connsiteY1" fmla="*/ 577814 h 1359207"/>
              <a:gd name="connsiteX2" fmla="*/ 2867177 w 2867177"/>
              <a:gd name="connsiteY2" fmla="*/ 674700 h 1359207"/>
              <a:gd name="connsiteX3" fmla="*/ 2867177 w 2867177"/>
              <a:gd name="connsiteY3" fmla="*/ 1359207 h 1359207"/>
              <a:gd name="connsiteX4" fmla="*/ 0 w 2867177"/>
              <a:gd name="connsiteY4" fmla="*/ 1359207 h 1359207"/>
              <a:gd name="connsiteX5" fmla="*/ 13950 w 2867177"/>
              <a:gd name="connsiteY5" fmla="*/ 1267809 h 1359207"/>
              <a:gd name="connsiteX6" fmla="*/ 1569498 w 2867177"/>
              <a:gd name="connsiteY6" fmla="*/ 0 h 135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177" h="1359207">
                <a:moveTo>
                  <a:pt x="1569498" y="0"/>
                </a:moveTo>
                <a:cubicBezTo>
                  <a:pt x="2062767" y="0"/>
                  <a:pt x="2503500" y="224929"/>
                  <a:pt x="2794727" y="577814"/>
                </a:cubicBezTo>
                <a:lnTo>
                  <a:pt x="2867177" y="674700"/>
                </a:lnTo>
                <a:lnTo>
                  <a:pt x="2867177" y="1359207"/>
                </a:lnTo>
                <a:lnTo>
                  <a:pt x="0" y="1359207"/>
                </a:lnTo>
                <a:lnTo>
                  <a:pt x="13950" y="1267809"/>
                </a:lnTo>
                <a:cubicBezTo>
                  <a:pt x="162007" y="544272"/>
                  <a:pt x="802191" y="0"/>
                  <a:pt x="1569498"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6" name="Group 32">
            <a:extLst>
              <a:ext uri="{FF2B5EF4-FFF2-40B4-BE49-F238E27FC236}">
                <a16:creationId xmlns:a16="http://schemas.microsoft.com/office/drawing/2014/main" id="{45CBDA27-9C18-4F79-172E-93B0B7BC7149}"/>
              </a:ext>
            </a:extLst>
          </p:cNvPr>
          <p:cNvGrpSpPr/>
          <p:nvPr/>
        </p:nvGrpSpPr>
        <p:grpSpPr>
          <a:xfrm>
            <a:off x="8941188" y="1491640"/>
            <a:ext cx="2064994" cy="2064994"/>
            <a:chOff x="10640582" y="1220864"/>
            <a:chExt cx="2064994" cy="2064994"/>
          </a:xfrm>
        </p:grpSpPr>
        <p:sp>
          <p:nvSpPr>
            <p:cNvPr id="7" name="Circle: Hollow 38">
              <a:extLst>
                <a:ext uri="{FF2B5EF4-FFF2-40B4-BE49-F238E27FC236}">
                  <a16:creationId xmlns:a16="http://schemas.microsoft.com/office/drawing/2014/main" id="{374DC5D5-DA8F-302E-67C3-30E4286466C0}"/>
                </a:ext>
              </a:extLst>
            </p:cNvPr>
            <p:cNvSpPr/>
            <p:nvPr/>
          </p:nvSpPr>
          <p:spPr>
            <a:xfrm rot="20700000">
              <a:off x="10640582" y="1220864"/>
              <a:ext cx="2064994" cy="2064994"/>
            </a:xfrm>
            <a:prstGeom prst="donut">
              <a:avLst>
                <a:gd name="adj" fmla="val 37753"/>
              </a:avLst>
            </a:prstGeom>
            <a:gradFill>
              <a:gsLst>
                <a:gs pos="100000">
                  <a:schemeClr val="accent6"/>
                </a:gs>
                <a:gs pos="60000">
                  <a:schemeClr val="accent5"/>
                </a:gs>
                <a:gs pos="5000">
                  <a:schemeClr val="accent4"/>
                </a:gs>
              </a:gsLst>
              <a:path path="circle">
                <a:fillToRect l="100000" t="100000"/>
              </a:path>
            </a:gradFill>
            <a:ln>
              <a:noFill/>
            </a:ln>
            <a:effectLst>
              <a:outerShdw blurRad="774700" dist="546100" dir="2700000" algn="tl" rotWithShape="0">
                <a:prstClr val="black">
                  <a:alpha val="40000"/>
                </a:prstClr>
              </a:outerShdw>
              <a:softEdge rad="698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ircle: Hollow 39">
              <a:extLst>
                <a:ext uri="{FF2B5EF4-FFF2-40B4-BE49-F238E27FC236}">
                  <a16:creationId xmlns:a16="http://schemas.microsoft.com/office/drawing/2014/main" id="{8B58C17F-8FEB-D8FC-3EBF-3A3468A5DEAE}"/>
                </a:ext>
              </a:extLst>
            </p:cNvPr>
            <p:cNvSpPr/>
            <p:nvPr/>
          </p:nvSpPr>
          <p:spPr>
            <a:xfrm rot="20700000">
              <a:off x="10864033" y="1444315"/>
              <a:ext cx="1618092" cy="1618092"/>
            </a:xfrm>
            <a:prstGeom prst="donut">
              <a:avLst/>
            </a:prstGeom>
            <a:solidFill>
              <a:schemeClr val="bg1"/>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ircle: Hollow 40">
              <a:extLst>
                <a:ext uri="{FF2B5EF4-FFF2-40B4-BE49-F238E27FC236}">
                  <a16:creationId xmlns:a16="http://schemas.microsoft.com/office/drawing/2014/main" id="{1BBB4BDC-22DE-6B41-4CD2-C9DDABA7F791}"/>
                </a:ext>
              </a:extLst>
            </p:cNvPr>
            <p:cNvSpPr/>
            <p:nvPr/>
          </p:nvSpPr>
          <p:spPr>
            <a:xfrm rot="20700000">
              <a:off x="10864033" y="1444315"/>
              <a:ext cx="1618092" cy="1618092"/>
            </a:xfrm>
            <a:prstGeom prst="donut">
              <a:avLst/>
            </a:prstGeom>
            <a:gradFill>
              <a:gsLst>
                <a:gs pos="100000">
                  <a:schemeClr val="accent6"/>
                </a:gs>
                <a:gs pos="60000">
                  <a:schemeClr val="accent5"/>
                </a:gs>
                <a:gs pos="5000">
                  <a:schemeClr val="accent4"/>
                </a:gs>
              </a:gsLst>
              <a:path path="circle">
                <a:fillToRect l="100000" t="100000"/>
              </a:path>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10" name="Rectangle: Rounded Corners 31">
            <a:extLst>
              <a:ext uri="{FF2B5EF4-FFF2-40B4-BE49-F238E27FC236}">
                <a16:creationId xmlns:a16="http://schemas.microsoft.com/office/drawing/2014/main" id="{47F9DA56-7F82-1CA2-94A2-2D2534209A62}"/>
              </a:ext>
            </a:extLst>
          </p:cNvPr>
          <p:cNvSpPr/>
          <p:nvPr/>
        </p:nvSpPr>
        <p:spPr>
          <a:xfrm>
            <a:off x="193780" y="342709"/>
            <a:ext cx="11707521" cy="6229541"/>
          </a:xfrm>
          <a:prstGeom prst="roundRect">
            <a:avLst>
              <a:gd name="adj" fmla="val 4883"/>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任意多边形: 形状 10">
            <a:extLst>
              <a:ext uri="{FF2B5EF4-FFF2-40B4-BE49-F238E27FC236}">
                <a16:creationId xmlns:a16="http://schemas.microsoft.com/office/drawing/2014/main" id="{2A8947DD-7F51-6826-ED0D-0D735AF08188}"/>
              </a:ext>
            </a:extLst>
          </p:cNvPr>
          <p:cNvSpPr/>
          <p:nvPr/>
        </p:nvSpPr>
        <p:spPr>
          <a:xfrm>
            <a:off x="2837467" y="2"/>
            <a:ext cx="9354533" cy="6857999"/>
          </a:xfrm>
          <a:custGeom>
            <a:avLst/>
            <a:gdLst>
              <a:gd name="connsiteX0" fmla="*/ 811424 w 9354533"/>
              <a:gd name="connsiteY0" fmla="*/ 6511811 h 6857999"/>
              <a:gd name="connsiteX1" fmla="*/ 855285 w 9354533"/>
              <a:gd name="connsiteY1" fmla="*/ 6511811 h 6857999"/>
              <a:gd name="connsiteX2" fmla="*/ 899145 w 9354533"/>
              <a:gd name="connsiteY2" fmla="*/ 6511811 h 6857999"/>
              <a:gd name="connsiteX3" fmla="*/ 940265 w 9354533"/>
              <a:gd name="connsiteY3" fmla="*/ 6514555 h 6857999"/>
              <a:gd name="connsiteX4" fmla="*/ 986866 w 9354533"/>
              <a:gd name="connsiteY4" fmla="*/ 6522788 h 6857999"/>
              <a:gd name="connsiteX5" fmla="*/ 1030726 w 9354533"/>
              <a:gd name="connsiteY5" fmla="*/ 6531020 h 6857999"/>
              <a:gd name="connsiteX6" fmla="*/ 1071846 w 9354533"/>
              <a:gd name="connsiteY6" fmla="*/ 6539252 h 6857999"/>
              <a:gd name="connsiteX7" fmla="*/ 1112965 w 9354533"/>
              <a:gd name="connsiteY7" fmla="*/ 6550230 h 6857999"/>
              <a:gd name="connsiteX8" fmla="*/ 1156826 w 9354533"/>
              <a:gd name="connsiteY8" fmla="*/ 6563951 h 6857999"/>
              <a:gd name="connsiteX9" fmla="*/ 1197945 w 9354533"/>
              <a:gd name="connsiteY9" fmla="*/ 6577672 h 6857999"/>
              <a:gd name="connsiteX10" fmla="*/ 1239064 w 9354533"/>
              <a:gd name="connsiteY10" fmla="*/ 6596881 h 6857999"/>
              <a:gd name="connsiteX11" fmla="*/ 1277443 w 9354533"/>
              <a:gd name="connsiteY11" fmla="*/ 6616091 h 6857999"/>
              <a:gd name="connsiteX12" fmla="*/ 1318562 w 9354533"/>
              <a:gd name="connsiteY12" fmla="*/ 6638044 h 6857999"/>
              <a:gd name="connsiteX13" fmla="*/ 1356942 w 9354533"/>
              <a:gd name="connsiteY13" fmla="*/ 6662741 h 6857999"/>
              <a:gd name="connsiteX14" fmla="*/ 1392576 w 9354533"/>
              <a:gd name="connsiteY14" fmla="*/ 6687440 h 6857999"/>
              <a:gd name="connsiteX15" fmla="*/ 1430955 w 9354533"/>
              <a:gd name="connsiteY15" fmla="*/ 6717627 h 6857999"/>
              <a:gd name="connsiteX16" fmla="*/ 1463850 w 9354533"/>
              <a:gd name="connsiteY16" fmla="*/ 6745068 h 6857999"/>
              <a:gd name="connsiteX17" fmla="*/ 1499488 w 9354533"/>
              <a:gd name="connsiteY17" fmla="*/ 6780744 h 6857999"/>
              <a:gd name="connsiteX18" fmla="*/ 1576429 w 9354533"/>
              <a:gd name="connsiteY18" fmla="*/ 6857999 h 6857999"/>
              <a:gd name="connsiteX19" fmla="*/ 141549 w 9354533"/>
              <a:gd name="connsiteY19" fmla="*/ 6857999 h 6857999"/>
              <a:gd name="connsiteX20" fmla="*/ 148030 w 9354533"/>
              <a:gd name="connsiteY20" fmla="*/ 6849348 h 6857999"/>
              <a:gd name="connsiteX21" fmla="*/ 180926 w 9354533"/>
              <a:gd name="connsiteY21" fmla="*/ 6810929 h 6857999"/>
              <a:gd name="connsiteX22" fmla="*/ 211081 w 9354533"/>
              <a:gd name="connsiteY22" fmla="*/ 6780744 h 6857999"/>
              <a:gd name="connsiteX23" fmla="*/ 246717 w 9354533"/>
              <a:gd name="connsiteY23" fmla="*/ 6745068 h 6857999"/>
              <a:gd name="connsiteX24" fmla="*/ 279611 w 9354533"/>
              <a:gd name="connsiteY24" fmla="*/ 6717627 h 6857999"/>
              <a:gd name="connsiteX25" fmla="*/ 317990 w 9354533"/>
              <a:gd name="connsiteY25" fmla="*/ 6687440 h 6857999"/>
              <a:gd name="connsiteX26" fmla="*/ 353629 w 9354533"/>
              <a:gd name="connsiteY26" fmla="*/ 6662741 h 6857999"/>
              <a:gd name="connsiteX27" fmla="*/ 392005 w 9354533"/>
              <a:gd name="connsiteY27" fmla="*/ 6638044 h 6857999"/>
              <a:gd name="connsiteX28" fmla="*/ 433124 w 9354533"/>
              <a:gd name="connsiteY28" fmla="*/ 6616091 h 6857999"/>
              <a:gd name="connsiteX29" fmla="*/ 471503 w 9354533"/>
              <a:gd name="connsiteY29" fmla="*/ 6596881 h 6857999"/>
              <a:gd name="connsiteX30" fmla="*/ 512622 w 9354533"/>
              <a:gd name="connsiteY30" fmla="*/ 6577672 h 6857999"/>
              <a:gd name="connsiteX31" fmla="*/ 553742 w 9354533"/>
              <a:gd name="connsiteY31" fmla="*/ 6563951 h 6857999"/>
              <a:gd name="connsiteX32" fmla="*/ 594861 w 9354533"/>
              <a:gd name="connsiteY32" fmla="*/ 6550230 h 6857999"/>
              <a:gd name="connsiteX33" fmla="*/ 638721 w 9354533"/>
              <a:gd name="connsiteY33" fmla="*/ 6539252 h 6857999"/>
              <a:gd name="connsiteX34" fmla="*/ 679841 w 9354533"/>
              <a:gd name="connsiteY34" fmla="*/ 6531020 h 6857999"/>
              <a:gd name="connsiteX35" fmla="*/ 723702 w 9354533"/>
              <a:gd name="connsiteY35" fmla="*/ 6522788 h 6857999"/>
              <a:gd name="connsiteX36" fmla="*/ 767562 w 9354533"/>
              <a:gd name="connsiteY36" fmla="*/ 6514555 h 6857999"/>
              <a:gd name="connsiteX37" fmla="*/ 863507 w 9354533"/>
              <a:gd name="connsiteY37" fmla="*/ 3786810 h 6857999"/>
              <a:gd name="connsiteX38" fmla="*/ 907368 w 9354533"/>
              <a:gd name="connsiteY38" fmla="*/ 3786810 h 6857999"/>
              <a:gd name="connsiteX39" fmla="*/ 948487 w 9354533"/>
              <a:gd name="connsiteY39" fmla="*/ 3786810 h 6857999"/>
              <a:gd name="connsiteX40" fmla="*/ 992347 w 9354533"/>
              <a:gd name="connsiteY40" fmla="*/ 3792299 h 6857999"/>
              <a:gd name="connsiteX41" fmla="*/ 1038951 w 9354533"/>
              <a:gd name="connsiteY41" fmla="*/ 3795043 h 6857999"/>
              <a:gd name="connsiteX42" fmla="*/ 1080070 w 9354533"/>
              <a:gd name="connsiteY42" fmla="*/ 3803275 h 6857999"/>
              <a:gd name="connsiteX43" fmla="*/ 1123931 w 9354533"/>
              <a:gd name="connsiteY43" fmla="*/ 3811507 h 6857999"/>
              <a:gd name="connsiteX44" fmla="*/ 1167791 w 9354533"/>
              <a:gd name="connsiteY44" fmla="*/ 3822484 h 6857999"/>
              <a:gd name="connsiteX45" fmla="*/ 1206170 w 9354533"/>
              <a:gd name="connsiteY45" fmla="*/ 3836206 h 6857999"/>
              <a:gd name="connsiteX46" fmla="*/ 1250030 w 9354533"/>
              <a:gd name="connsiteY46" fmla="*/ 3852671 h 6857999"/>
              <a:gd name="connsiteX47" fmla="*/ 1291149 w 9354533"/>
              <a:gd name="connsiteY47" fmla="*/ 3869136 h 6857999"/>
              <a:gd name="connsiteX48" fmla="*/ 1329528 w 9354533"/>
              <a:gd name="connsiteY48" fmla="*/ 3888346 h 6857999"/>
              <a:gd name="connsiteX49" fmla="*/ 1370648 w 9354533"/>
              <a:gd name="connsiteY49" fmla="*/ 3913043 h 6857999"/>
              <a:gd name="connsiteX50" fmla="*/ 1406283 w 9354533"/>
              <a:gd name="connsiteY50" fmla="*/ 3934997 h 6857999"/>
              <a:gd name="connsiteX51" fmla="*/ 1444661 w 9354533"/>
              <a:gd name="connsiteY51" fmla="*/ 3959695 h 6857999"/>
              <a:gd name="connsiteX52" fmla="*/ 1483041 w 9354533"/>
              <a:gd name="connsiteY52" fmla="*/ 3989881 h 6857999"/>
              <a:gd name="connsiteX53" fmla="*/ 1515936 w 9354533"/>
              <a:gd name="connsiteY53" fmla="*/ 4020067 h 6857999"/>
              <a:gd name="connsiteX54" fmla="*/ 1551573 w 9354533"/>
              <a:gd name="connsiteY54" fmla="*/ 4052999 h 6857999"/>
              <a:gd name="connsiteX55" fmla="*/ 4345134 w 9354533"/>
              <a:gd name="connsiteY55" fmla="*/ 6857999 h 6857999"/>
              <a:gd name="connsiteX56" fmla="*/ 1774225 w 9354533"/>
              <a:gd name="connsiteY56" fmla="*/ 6857999 h 6857999"/>
              <a:gd name="connsiteX57" fmla="*/ 263165 w 9354533"/>
              <a:gd name="connsiteY57" fmla="*/ 5342778 h 6857999"/>
              <a:gd name="connsiteX58" fmla="*/ 230270 w 9354533"/>
              <a:gd name="connsiteY58" fmla="*/ 5307103 h 6857999"/>
              <a:gd name="connsiteX59" fmla="*/ 202857 w 9354533"/>
              <a:gd name="connsiteY59" fmla="*/ 5274172 h 6857999"/>
              <a:gd name="connsiteX60" fmla="*/ 175444 w 9354533"/>
              <a:gd name="connsiteY60" fmla="*/ 5238497 h 6857999"/>
              <a:gd name="connsiteX61" fmla="*/ 148030 w 9354533"/>
              <a:gd name="connsiteY61" fmla="*/ 5200079 h 6857999"/>
              <a:gd name="connsiteX62" fmla="*/ 123358 w 9354533"/>
              <a:gd name="connsiteY62" fmla="*/ 5161661 h 6857999"/>
              <a:gd name="connsiteX63" fmla="*/ 104171 w 9354533"/>
              <a:gd name="connsiteY63" fmla="*/ 5123241 h 6857999"/>
              <a:gd name="connsiteX64" fmla="*/ 82239 w 9354533"/>
              <a:gd name="connsiteY64" fmla="*/ 5082077 h 6857999"/>
              <a:gd name="connsiteX65" fmla="*/ 65792 w 9354533"/>
              <a:gd name="connsiteY65" fmla="*/ 5040914 h 6857999"/>
              <a:gd name="connsiteX66" fmla="*/ 49345 w 9354533"/>
              <a:gd name="connsiteY66" fmla="*/ 4999752 h 6857999"/>
              <a:gd name="connsiteX67" fmla="*/ 35638 w 9354533"/>
              <a:gd name="connsiteY67" fmla="*/ 4955844 h 6857999"/>
              <a:gd name="connsiteX68" fmla="*/ 24672 w 9354533"/>
              <a:gd name="connsiteY68" fmla="*/ 4914681 h 6857999"/>
              <a:gd name="connsiteX69" fmla="*/ 13707 w 9354533"/>
              <a:gd name="connsiteY69" fmla="*/ 4870773 h 6857999"/>
              <a:gd name="connsiteX70" fmla="*/ 8225 w 9354533"/>
              <a:gd name="connsiteY70" fmla="*/ 4826865 h 6857999"/>
              <a:gd name="connsiteX71" fmla="*/ 2744 w 9354533"/>
              <a:gd name="connsiteY71" fmla="*/ 4785702 h 6857999"/>
              <a:gd name="connsiteX72" fmla="*/ 0 w 9354533"/>
              <a:gd name="connsiteY72" fmla="*/ 4741796 h 6857999"/>
              <a:gd name="connsiteX73" fmla="*/ 0 w 9354533"/>
              <a:gd name="connsiteY73" fmla="*/ 4697888 h 6857999"/>
              <a:gd name="connsiteX74" fmla="*/ 0 w 9354533"/>
              <a:gd name="connsiteY74" fmla="*/ 4653981 h 6857999"/>
              <a:gd name="connsiteX75" fmla="*/ 2744 w 9354533"/>
              <a:gd name="connsiteY75" fmla="*/ 4610073 h 6857999"/>
              <a:gd name="connsiteX76" fmla="*/ 8225 w 9354533"/>
              <a:gd name="connsiteY76" fmla="*/ 4566165 h 6857999"/>
              <a:gd name="connsiteX77" fmla="*/ 13707 w 9354533"/>
              <a:gd name="connsiteY77" fmla="*/ 4522259 h 6857999"/>
              <a:gd name="connsiteX78" fmla="*/ 24672 w 9354533"/>
              <a:gd name="connsiteY78" fmla="*/ 4481095 h 6857999"/>
              <a:gd name="connsiteX79" fmla="*/ 35638 w 9354533"/>
              <a:gd name="connsiteY79" fmla="*/ 4437188 h 6857999"/>
              <a:gd name="connsiteX80" fmla="*/ 49345 w 9354533"/>
              <a:gd name="connsiteY80" fmla="*/ 4393280 h 6857999"/>
              <a:gd name="connsiteX81" fmla="*/ 65792 w 9354533"/>
              <a:gd name="connsiteY81" fmla="*/ 4354861 h 6857999"/>
              <a:gd name="connsiteX82" fmla="*/ 82239 w 9354533"/>
              <a:gd name="connsiteY82" fmla="*/ 4313698 h 6857999"/>
              <a:gd name="connsiteX83" fmla="*/ 104171 w 9354533"/>
              <a:gd name="connsiteY83" fmla="*/ 4272536 h 6857999"/>
              <a:gd name="connsiteX84" fmla="*/ 123358 w 9354533"/>
              <a:gd name="connsiteY84" fmla="*/ 4234116 h 6857999"/>
              <a:gd name="connsiteX85" fmla="*/ 148030 w 9354533"/>
              <a:gd name="connsiteY85" fmla="*/ 4195697 h 6857999"/>
              <a:gd name="connsiteX86" fmla="*/ 175444 w 9354533"/>
              <a:gd name="connsiteY86" fmla="*/ 4160023 h 6857999"/>
              <a:gd name="connsiteX87" fmla="*/ 202857 w 9354533"/>
              <a:gd name="connsiteY87" fmla="*/ 4121603 h 6857999"/>
              <a:gd name="connsiteX88" fmla="*/ 230270 w 9354533"/>
              <a:gd name="connsiteY88" fmla="*/ 4085929 h 6857999"/>
              <a:gd name="connsiteX89" fmla="*/ 263165 w 9354533"/>
              <a:gd name="connsiteY89" fmla="*/ 4052999 h 6857999"/>
              <a:gd name="connsiteX90" fmla="*/ 296062 w 9354533"/>
              <a:gd name="connsiteY90" fmla="*/ 4020067 h 6857999"/>
              <a:gd name="connsiteX91" fmla="*/ 331697 w 9354533"/>
              <a:gd name="connsiteY91" fmla="*/ 3989881 h 6857999"/>
              <a:gd name="connsiteX92" fmla="*/ 370076 w 9354533"/>
              <a:gd name="connsiteY92" fmla="*/ 3959695 h 6857999"/>
              <a:gd name="connsiteX93" fmla="*/ 405711 w 9354533"/>
              <a:gd name="connsiteY93" fmla="*/ 3934997 h 6857999"/>
              <a:gd name="connsiteX94" fmla="*/ 444090 w 9354533"/>
              <a:gd name="connsiteY94" fmla="*/ 3913043 h 6857999"/>
              <a:gd name="connsiteX95" fmla="*/ 482469 w 9354533"/>
              <a:gd name="connsiteY95" fmla="*/ 3888346 h 6857999"/>
              <a:gd name="connsiteX96" fmla="*/ 523588 w 9354533"/>
              <a:gd name="connsiteY96" fmla="*/ 3869136 h 6857999"/>
              <a:gd name="connsiteX97" fmla="*/ 564708 w 9354533"/>
              <a:gd name="connsiteY97" fmla="*/ 3852671 h 6857999"/>
              <a:gd name="connsiteX98" fmla="*/ 605827 w 9354533"/>
              <a:gd name="connsiteY98" fmla="*/ 3836206 h 6857999"/>
              <a:gd name="connsiteX99" fmla="*/ 646947 w 9354533"/>
              <a:gd name="connsiteY99" fmla="*/ 3822484 h 6857999"/>
              <a:gd name="connsiteX100" fmla="*/ 688066 w 9354533"/>
              <a:gd name="connsiteY100" fmla="*/ 3811507 h 6857999"/>
              <a:gd name="connsiteX101" fmla="*/ 731926 w 9354533"/>
              <a:gd name="connsiteY101" fmla="*/ 3803275 h 6857999"/>
              <a:gd name="connsiteX102" fmla="*/ 775786 w 9354533"/>
              <a:gd name="connsiteY102" fmla="*/ 3795043 h 6857999"/>
              <a:gd name="connsiteX103" fmla="*/ 816907 w 9354533"/>
              <a:gd name="connsiteY103" fmla="*/ 3792299 h 6857999"/>
              <a:gd name="connsiteX104" fmla="*/ 975900 w 9354533"/>
              <a:gd name="connsiteY104" fmla="*/ 1075531 h 6857999"/>
              <a:gd name="connsiteX105" fmla="*/ 1019761 w 9354533"/>
              <a:gd name="connsiteY105" fmla="*/ 1078274 h 6857999"/>
              <a:gd name="connsiteX106" fmla="*/ 1063623 w 9354533"/>
              <a:gd name="connsiteY106" fmla="*/ 1081018 h 6857999"/>
              <a:gd name="connsiteX107" fmla="*/ 1107484 w 9354533"/>
              <a:gd name="connsiteY107" fmla="*/ 1083763 h 6857999"/>
              <a:gd name="connsiteX108" fmla="*/ 1151344 w 9354533"/>
              <a:gd name="connsiteY108" fmla="*/ 1091995 h 6857999"/>
              <a:gd name="connsiteX109" fmla="*/ 1192463 w 9354533"/>
              <a:gd name="connsiteY109" fmla="*/ 1102972 h 6857999"/>
              <a:gd name="connsiteX110" fmla="*/ 1236324 w 9354533"/>
              <a:gd name="connsiteY110" fmla="*/ 1113948 h 6857999"/>
              <a:gd name="connsiteX111" fmla="*/ 1274702 w 9354533"/>
              <a:gd name="connsiteY111" fmla="*/ 1127671 h 6857999"/>
              <a:gd name="connsiteX112" fmla="*/ 1318562 w 9354533"/>
              <a:gd name="connsiteY112" fmla="*/ 1141391 h 6857999"/>
              <a:gd name="connsiteX113" fmla="*/ 1359682 w 9354533"/>
              <a:gd name="connsiteY113" fmla="*/ 1160601 h 6857999"/>
              <a:gd name="connsiteX114" fmla="*/ 1398058 w 9354533"/>
              <a:gd name="connsiteY114" fmla="*/ 1179811 h 6857999"/>
              <a:gd name="connsiteX115" fmla="*/ 1439178 w 9354533"/>
              <a:gd name="connsiteY115" fmla="*/ 1201764 h 6857999"/>
              <a:gd name="connsiteX116" fmla="*/ 1477556 w 9354533"/>
              <a:gd name="connsiteY116" fmla="*/ 1226461 h 6857999"/>
              <a:gd name="connsiteX117" fmla="*/ 1513194 w 9354533"/>
              <a:gd name="connsiteY117" fmla="*/ 1251160 h 6857999"/>
              <a:gd name="connsiteX118" fmla="*/ 1551573 w 9354533"/>
              <a:gd name="connsiteY118" fmla="*/ 1278601 h 6857999"/>
              <a:gd name="connsiteX119" fmla="*/ 1584468 w 9354533"/>
              <a:gd name="connsiteY119" fmla="*/ 1311532 h 6857999"/>
              <a:gd name="connsiteX120" fmla="*/ 1620103 w 9354533"/>
              <a:gd name="connsiteY120" fmla="*/ 1341718 h 6857999"/>
              <a:gd name="connsiteX121" fmla="*/ 7115932 w 9354533"/>
              <a:gd name="connsiteY121" fmla="*/ 6857999 h 6857999"/>
              <a:gd name="connsiteX122" fmla="*/ 4543996 w 9354533"/>
              <a:gd name="connsiteY122" fmla="*/ 6857999 h 6857999"/>
              <a:gd name="connsiteX123" fmla="*/ 331697 w 9354533"/>
              <a:gd name="connsiteY123" fmla="*/ 2631498 h 6857999"/>
              <a:gd name="connsiteX124" fmla="*/ 301543 w 9354533"/>
              <a:gd name="connsiteY124" fmla="*/ 2601310 h 6857999"/>
              <a:gd name="connsiteX125" fmla="*/ 271390 w 9354533"/>
              <a:gd name="connsiteY125" fmla="*/ 2562893 h 6857999"/>
              <a:gd name="connsiteX126" fmla="*/ 243976 w 9354533"/>
              <a:gd name="connsiteY126" fmla="*/ 2527217 h 6857999"/>
              <a:gd name="connsiteX127" fmla="*/ 216563 w 9354533"/>
              <a:gd name="connsiteY127" fmla="*/ 2491543 h 6857999"/>
              <a:gd name="connsiteX128" fmla="*/ 191891 w 9354533"/>
              <a:gd name="connsiteY128" fmla="*/ 2450380 h 6857999"/>
              <a:gd name="connsiteX129" fmla="*/ 172702 w 9354533"/>
              <a:gd name="connsiteY129" fmla="*/ 2414705 h 6857999"/>
              <a:gd name="connsiteX130" fmla="*/ 150772 w 9354533"/>
              <a:gd name="connsiteY130" fmla="*/ 2373541 h 6857999"/>
              <a:gd name="connsiteX131" fmla="*/ 134324 w 9354533"/>
              <a:gd name="connsiteY131" fmla="*/ 2329634 h 6857999"/>
              <a:gd name="connsiteX132" fmla="*/ 117877 w 9354533"/>
              <a:gd name="connsiteY132" fmla="*/ 2291216 h 6857999"/>
              <a:gd name="connsiteX133" fmla="*/ 106912 w 9354533"/>
              <a:gd name="connsiteY133" fmla="*/ 2247308 h 6857999"/>
              <a:gd name="connsiteX134" fmla="*/ 93205 w 9354533"/>
              <a:gd name="connsiteY134" fmla="*/ 2203400 h 6857999"/>
              <a:gd name="connsiteX135" fmla="*/ 82239 w 9354533"/>
              <a:gd name="connsiteY135" fmla="*/ 2162238 h 6857999"/>
              <a:gd name="connsiteX136" fmla="*/ 76757 w 9354533"/>
              <a:gd name="connsiteY136" fmla="*/ 2118330 h 6857999"/>
              <a:gd name="connsiteX137" fmla="*/ 71275 w 9354533"/>
              <a:gd name="connsiteY137" fmla="*/ 2074424 h 6857999"/>
              <a:gd name="connsiteX138" fmla="*/ 68533 w 9354533"/>
              <a:gd name="connsiteY138" fmla="*/ 2030516 h 6857999"/>
              <a:gd name="connsiteX139" fmla="*/ 68533 w 9354533"/>
              <a:gd name="connsiteY139" fmla="*/ 1989352 h 6857999"/>
              <a:gd name="connsiteX140" fmla="*/ 68533 w 9354533"/>
              <a:gd name="connsiteY140" fmla="*/ 1942701 h 6857999"/>
              <a:gd name="connsiteX141" fmla="*/ 71275 w 9354533"/>
              <a:gd name="connsiteY141" fmla="*/ 1898793 h 6857999"/>
              <a:gd name="connsiteX142" fmla="*/ 76757 w 9354533"/>
              <a:gd name="connsiteY142" fmla="*/ 1857629 h 6857999"/>
              <a:gd name="connsiteX143" fmla="*/ 82239 w 9354533"/>
              <a:gd name="connsiteY143" fmla="*/ 1813723 h 6857999"/>
              <a:gd name="connsiteX144" fmla="*/ 93205 w 9354533"/>
              <a:gd name="connsiteY144" fmla="*/ 1769815 h 6857999"/>
              <a:gd name="connsiteX145" fmla="*/ 106912 w 9354533"/>
              <a:gd name="connsiteY145" fmla="*/ 1728652 h 6857999"/>
              <a:gd name="connsiteX146" fmla="*/ 117877 w 9354533"/>
              <a:gd name="connsiteY146" fmla="*/ 1684745 h 6857999"/>
              <a:gd name="connsiteX147" fmla="*/ 134324 w 9354533"/>
              <a:gd name="connsiteY147" fmla="*/ 1643581 h 6857999"/>
              <a:gd name="connsiteX148" fmla="*/ 150772 w 9354533"/>
              <a:gd name="connsiteY148" fmla="*/ 1605162 h 6857999"/>
              <a:gd name="connsiteX149" fmla="*/ 172702 w 9354533"/>
              <a:gd name="connsiteY149" fmla="*/ 1564000 h 6857999"/>
              <a:gd name="connsiteX150" fmla="*/ 191891 w 9354533"/>
              <a:gd name="connsiteY150" fmla="*/ 1522837 h 6857999"/>
              <a:gd name="connsiteX151" fmla="*/ 216563 w 9354533"/>
              <a:gd name="connsiteY151" fmla="*/ 1487162 h 6857999"/>
              <a:gd name="connsiteX152" fmla="*/ 243976 w 9354533"/>
              <a:gd name="connsiteY152" fmla="*/ 1448743 h 6857999"/>
              <a:gd name="connsiteX153" fmla="*/ 271390 w 9354533"/>
              <a:gd name="connsiteY153" fmla="*/ 1413068 h 6857999"/>
              <a:gd name="connsiteX154" fmla="*/ 301543 w 9354533"/>
              <a:gd name="connsiteY154" fmla="*/ 1377393 h 6857999"/>
              <a:gd name="connsiteX155" fmla="*/ 331697 w 9354533"/>
              <a:gd name="connsiteY155" fmla="*/ 1341718 h 6857999"/>
              <a:gd name="connsiteX156" fmla="*/ 367335 w 9354533"/>
              <a:gd name="connsiteY156" fmla="*/ 1311532 h 6857999"/>
              <a:gd name="connsiteX157" fmla="*/ 400229 w 9354533"/>
              <a:gd name="connsiteY157" fmla="*/ 1278601 h 6857999"/>
              <a:gd name="connsiteX158" fmla="*/ 438607 w 9354533"/>
              <a:gd name="connsiteY158" fmla="*/ 1251160 h 6857999"/>
              <a:gd name="connsiteX159" fmla="*/ 474243 w 9354533"/>
              <a:gd name="connsiteY159" fmla="*/ 1226461 h 6857999"/>
              <a:gd name="connsiteX160" fmla="*/ 512622 w 9354533"/>
              <a:gd name="connsiteY160" fmla="*/ 1201764 h 6857999"/>
              <a:gd name="connsiteX161" fmla="*/ 551001 w 9354533"/>
              <a:gd name="connsiteY161" fmla="*/ 1179811 h 6857999"/>
              <a:gd name="connsiteX162" fmla="*/ 592121 w 9354533"/>
              <a:gd name="connsiteY162" fmla="*/ 1160601 h 6857999"/>
              <a:gd name="connsiteX163" fmla="*/ 633240 w 9354533"/>
              <a:gd name="connsiteY163" fmla="*/ 1141391 h 6857999"/>
              <a:gd name="connsiteX164" fmla="*/ 674359 w 9354533"/>
              <a:gd name="connsiteY164" fmla="*/ 1127671 h 6857999"/>
              <a:gd name="connsiteX165" fmla="*/ 715479 w 9354533"/>
              <a:gd name="connsiteY165" fmla="*/ 1113948 h 6857999"/>
              <a:gd name="connsiteX166" fmla="*/ 759339 w 9354533"/>
              <a:gd name="connsiteY166" fmla="*/ 1102972 h 6857999"/>
              <a:gd name="connsiteX167" fmla="*/ 800459 w 9354533"/>
              <a:gd name="connsiteY167" fmla="*/ 1091995 h 6857999"/>
              <a:gd name="connsiteX168" fmla="*/ 844319 w 9354533"/>
              <a:gd name="connsiteY168" fmla="*/ 1083763 h 6857999"/>
              <a:gd name="connsiteX169" fmla="*/ 890920 w 9354533"/>
              <a:gd name="connsiteY169" fmla="*/ 1081018 h 6857999"/>
              <a:gd name="connsiteX170" fmla="*/ 932040 w 9354533"/>
              <a:gd name="connsiteY170" fmla="*/ 1078274 h 6857999"/>
              <a:gd name="connsiteX171" fmla="*/ 8785588 w 9354533"/>
              <a:gd name="connsiteY171" fmla="*/ 0 h 6857999"/>
              <a:gd name="connsiteX172" fmla="*/ 9354533 w 9354533"/>
              <a:gd name="connsiteY172" fmla="*/ 0 h 6857999"/>
              <a:gd name="connsiteX173" fmla="*/ 9354533 w 9354533"/>
              <a:gd name="connsiteY173" fmla="*/ 570519 h 6857999"/>
              <a:gd name="connsiteX174" fmla="*/ 6019529 w 9354533"/>
              <a:gd name="connsiteY174" fmla="*/ 0 h 6857999"/>
              <a:gd name="connsiteX175" fmla="*/ 8588708 w 9354533"/>
              <a:gd name="connsiteY175" fmla="*/ 0 h 6857999"/>
              <a:gd name="connsiteX176" fmla="*/ 9354533 w 9354533"/>
              <a:gd name="connsiteY176" fmla="*/ 768021 h 6857999"/>
              <a:gd name="connsiteX177" fmla="*/ 9354533 w 9354533"/>
              <a:gd name="connsiteY177" fmla="*/ 3347008 h 6857999"/>
              <a:gd name="connsiteX178" fmla="*/ 3248285 w 9354533"/>
              <a:gd name="connsiteY178" fmla="*/ 0 h 6857999"/>
              <a:gd name="connsiteX179" fmla="*/ 5819972 w 9354533"/>
              <a:gd name="connsiteY179" fmla="*/ 0 h 6857999"/>
              <a:gd name="connsiteX180" fmla="*/ 9354533 w 9354533"/>
              <a:gd name="connsiteY180" fmla="*/ 3545079 h 6857999"/>
              <a:gd name="connsiteX181" fmla="*/ 9354533 w 9354533"/>
              <a:gd name="connsiteY181" fmla="*/ 6127044 h 6857999"/>
              <a:gd name="connsiteX182" fmla="*/ 476872 w 9354533"/>
              <a:gd name="connsiteY182" fmla="*/ 0 h 6857999"/>
              <a:gd name="connsiteX183" fmla="*/ 3050781 w 9354533"/>
              <a:gd name="connsiteY183" fmla="*/ 0 h 6857999"/>
              <a:gd name="connsiteX184" fmla="*/ 9354533 w 9354533"/>
              <a:gd name="connsiteY184" fmla="*/ 6324693 h 6857999"/>
              <a:gd name="connsiteX185" fmla="*/ 9354533 w 9354533"/>
              <a:gd name="connsiteY185" fmla="*/ 6857999 h 6857999"/>
              <a:gd name="connsiteX186" fmla="*/ 7312522 w 9354533"/>
              <a:gd name="connsiteY18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9354533" h="6857999">
                <a:moveTo>
                  <a:pt x="811424" y="6511811"/>
                </a:moveTo>
                <a:lnTo>
                  <a:pt x="855285" y="6511811"/>
                </a:lnTo>
                <a:lnTo>
                  <a:pt x="899145" y="6511811"/>
                </a:lnTo>
                <a:lnTo>
                  <a:pt x="940265" y="6514555"/>
                </a:lnTo>
                <a:lnTo>
                  <a:pt x="986866" y="6522788"/>
                </a:lnTo>
                <a:lnTo>
                  <a:pt x="1030726" y="6531020"/>
                </a:lnTo>
                <a:lnTo>
                  <a:pt x="1071846" y="6539252"/>
                </a:lnTo>
                <a:lnTo>
                  <a:pt x="1112965" y="6550230"/>
                </a:lnTo>
                <a:lnTo>
                  <a:pt x="1156826" y="6563951"/>
                </a:lnTo>
                <a:lnTo>
                  <a:pt x="1197945" y="6577672"/>
                </a:lnTo>
                <a:lnTo>
                  <a:pt x="1239064" y="6596881"/>
                </a:lnTo>
                <a:lnTo>
                  <a:pt x="1277443" y="6616091"/>
                </a:lnTo>
                <a:lnTo>
                  <a:pt x="1318562" y="6638044"/>
                </a:lnTo>
                <a:lnTo>
                  <a:pt x="1356942" y="6662741"/>
                </a:lnTo>
                <a:lnTo>
                  <a:pt x="1392576" y="6687440"/>
                </a:lnTo>
                <a:lnTo>
                  <a:pt x="1430955" y="6717627"/>
                </a:lnTo>
                <a:lnTo>
                  <a:pt x="1463850" y="6745068"/>
                </a:lnTo>
                <a:lnTo>
                  <a:pt x="1499488" y="6780744"/>
                </a:lnTo>
                <a:lnTo>
                  <a:pt x="1576429" y="6857999"/>
                </a:lnTo>
                <a:lnTo>
                  <a:pt x="141549" y="6857999"/>
                </a:lnTo>
                <a:lnTo>
                  <a:pt x="148030" y="6849348"/>
                </a:lnTo>
                <a:lnTo>
                  <a:pt x="180926" y="6810929"/>
                </a:lnTo>
                <a:lnTo>
                  <a:pt x="211081" y="6780744"/>
                </a:lnTo>
                <a:lnTo>
                  <a:pt x="246717" y="6745068"/>
                </a:lnTo>
                <a:lnTo>
                  <a:pt x="279611" y="6717627"/>
                </a:lnTo>
                <a:lnTo>
                  <a:pt x="317990" y="6687440"/>
                </a:lnTo>
                <a:lnTo>
                  <a:pt x="353629" y="6662741"/>
                </a:lnTo>
                <a:lnTo>
                  <a:pt x="392005" y="6638044"/>
                </a:lnTo>
                <a:lnTo>
                  <a:pt x="433124" y="6616091"/>
                </a:lnTo>
                <a:lnTo>
                  <a:pt x="471503" y="6596881"/>
                </a:lnTo>
                <a:lnTo>
                  <a:pt x="512622" y="6577672"/>
                </a:lnTo>
                <a:lnTo>
                  <a:pt x="553742" y="6563951"/>
                </a:lnTo>
                <a:lnTo>
                  <a:pt x="594861" y="6550230"/>
                </a:lnTo>
                <a:lnTo>
                  <a:pt x="638721" y="6539252"/>
                </a:lnTo>
                <a:lnTo>
                  <a:pt x="679841" y="6531020"/>
                </a:lnTo>
                <a:lnTo>
                  <a:pt x="723702" y="6522788"/>
                </a:lnTo>
                <a:lnTo>
                  <a:pt x="767562" y="6514555"/>
                </a:lnTo>
                <a:close/>
                <a:moveTo>
                  <a:pt x="863507" y="3786810"/>
                </a:moveTo>
                <a:lnTo>
                  <a:pt x="907368" y="3786810"/>
                </a:lnTo>
                <a:lnTo>
                  <a:pt x="948487" y="3786810"/>
                </a:lnTo>
                <a:lnTo>
                  <a:pt x="992347" y="3792299"/>
                </a:lnTo>
                <a:lnTo>
                  <a:pt x="1038951" y="3795043"/>
                </a:lnTo>
                <a:lnTo>
                  <a:pt x="1080070" y="3803275"/>
                </a:lnTo>
                <a:lnTo>
                  <a:pt x="1123931" y="3811507"/>
                </a:lnTo>
                <a:lnTo>
                  <a:pt x="1167791" y="3822484"/>
                </a:lnTo>
                <a:lnTo>
                  <a:pt x="1206170" y="3836206"/>
                </a:lnTo>
                <a:lnTo>
                  <a:pt x="1250030" y="3852671"/>
                </a:lnTo>
                <a:lnTo>
                  <a:pt x="1291149" y="3869136"/>
                </a:lnTo>
                <a:lnTo>
                  <a:pt x="1329528" y="3888346"/>
                </a:lnTo>
                <a:lnTo>
                  <a:pt x="1370648" y="3913043"/>
                </a:lnTo>
                <a:lnTo>
                  <a:pt x="1406283" y="3934997"/>
                </a:lnTo>
                <a:lnTo>
                  <a:pt x="1444661" y="3959695"/>
                </a:lnTo>
                <a:lnTo>
                  <a:pt x="1483041" y="3989881"/>
                </a:lnTo>
                <a:lnTo>
                  <a:pt x="1515936" y="4020067"/>
                </a:lnTo>
                <a:lnTo>
                  <a:pt x="1551573" y="4052999"/>
                </a:lnTo>
                <a:lnTo>
                  <a:pt x="4345134" y="6857999"/>
                </a:lnTo>
                <a:lnTo>
                  <a:pt x="1774225" y="6857999"/>
                </a:lnTo>
                <a:lnTo>
                  <a:pt x="263165" y="5342778"/>
                </a:lnTo>
                <a:lnTo>
                  <a:pt x="230270" y="5307103"/>
                </a:lnTo>
                <a:lnTo>
                  <a:pt x="202857" y="5274172"/>
                </a:lnTo>
                <a:lnTo>
                  <a:pt x="175444" y="5238497"/>
                </a:lnTo>
                <a:lnTo>
                  <a:pt x="148030" y="5200079"/>
                </a:lnTo>
                <a:lnTo>
                  <a:pt x="123358" y="5161661"/>
                </a:lnTo>
                <a:lnTo>
                  <a:pt x="104171" y="5123241"/>
                </a:lnTo>
                <a:lnTo>
                  <a:pt x="82239" y="5082077"/>
                </a:lnTo>
                <a:lnTo>
                  <a:pt x="65792" y="5040914"/>
                </a:lnTo>
                <a:lnTo>
                  <a:pt x="49345" y="4999752"/>
                </a:lnTo>
                <a:lnTo>
                  <a:pt x="35638" y="4955844"/>
                </a:lnTo>
                <a:lnTo>
                  <a:pt x="24672" y="4914681"/>
                </a:lnTo>
                <a:lnTo>
                  <a:pt x="13707" y="4870773"/>
                </a:lnTo>
                <a:lnTo>
                  <a:pt x="8225" y="4826865"/>
                </a:lnTo>
                <a:lnTo>
                  <a:pt x="2744" y="4785702"/>
                </a:lnTo>
                <a:lnTo>
                  <a:pt x="0" y="4741796"/>
                </a:lnTo>
                <a:lnTo>
                  <a:pt x="0" y="4697888"/>
                </a:lnTo>
                <a:lnTo>
                  <a:pt x="0" y="4653981"/>
                </a:lnTo>
                <a:lnTo>
                  <a:pt x="2744" y="4610073"/>
                </a:lnTo>
                <a:lnTo>
                  <a:pt x="8225" y="4566165"/>
                </a:lnTo>
                <a:lnTo>
                  <a:pt x="13707" y="4522259"/>
                </a:lnTo>
                <a:lnTo>
                  <a:pt x="24672" y="4481095"/>
                </a:lnTo>
                <a:lnTo>
                  <a:pt x="35638" y="4437188"/>
                </a:lnTo>
                <a:lnTo>
                  <a:pt x="49345" y="4393280"/>
                </a:lnTo>
                <a:lnTo>
                  <a:pt x="65792" y="4354861"/>
                </a:lnTo>
                <a:lnTo>
                  <a:pt x="82239" y="4313698"/>
                </a:lnTo>
                <a:lnTo>
                  <a:pt x="104171" y="4272536"/>
                </a:lnTo>
                <a:lnTo>
                  <a:pt x="123358" y="4234116"/>
                </a:lnTo>
                <a:lnTo>
                  <a:pt x="148030" y="4195697"/>
                </a:lnTo>
                <a:lnTo>
                  <a:pt x="175444" y="4160023"/>
                </a:lnTo>
                <a:lnTo>
                  <a:pt x="202857" y="4121603"/>
                </a:lnTo>
                <a:lnTo>
                  <a:pt x="230270" y="4085929"/>
                </a:lnTo>
                <a:lnTo>
                  <a:pt x="263165" y="4052999"/>
                </a:lnTo>
                <a:lnTo>
                  <a:pt x="296062" y="4020067"/>
                </a:lnTo>
                <a:lnTo>
                  <a:pt x="331697" y="3989881"/>
                </a:lnTo>
                <a:lnTo>
                  <a:pt x="370076" y="3959695"/>
                </a:lnTo>
                <a:lnTo>
                  <a:pt x="405711" y="3934997"/>
                </a:lnTo>
                <a:lnTo>
                  <a:pt x="444090" y="3913043"/>
                </a:lnTo>
                <a:lnTo>
                  <a:pt x="482469" y="3888346"/>
                </a:lnTo>
                <a:lnTo>
                  <a:pt x="523588" y="3869136"/>
                </a:lnTo>
                <a:lnTo>
                  <a:pt x="564708" y="3852671"/>
                </a:lnTo>
                <a:lnTo>
                  <a:pt x="605827" y="3836206"/>
                </a:lnTo>
                <a:lnTo>
                  <a:pt x="646947" y="3822484"/>
                </a:lnTo>
                <a:lnTo>
                  <a:pt x="688066" y="3811507"/>
                </a:lnTo>
                <a:lnTo>
                  <a:pt x="731926" y="3803275"/>
                </a:lnTo>
                <a:lnTo>
                  <a:pt x="775786" y="3795043"/>
                </a:lnTo>
                <a:lnTo>
                  <a:pt x="816907" y="3792299"/>
                </a:lnTo>
                <a:close/>
                <a:moveTo>
                  <a:pt x="975900" y="1075531"/>
                </a:moveTo>
                <a:lnTo>
                  <a:pt x="1019761" y="1078274"/>
                </a:lnTo>
                <a:lnTo>
                  <a:pt x="1063623" y="1081018"/>
                </a:lnTo>
                <a:lnTo>
                  <a:pt x="1107484" y="1083763"/>
                </a:lnTo>
                <a:lnTo>
                  <a:pt x="1151344" y="1091995"/>
                </a:lnTo>
                <a:lnTo>
                  <a:pt x="1192463" y="1102972"/>
                </a:lnTo>
                <a:lnTo>
                  <a:pt x="1236324" y="1113948"/>
                </a:lnTo>
                <a:lnTo>
                  <a:pt x="1274702" y="1127671"/>
                </a:lnTo>
                <a:lnTo>
                  <a:pt x="1318562" y="1141391"/>
                </a:lnTo>
                <a:lnTo>
                  <a:pt x="1359682" y="1160601"/>
                </a:lnTo>
                <a:lnTo>
                  <a:pt x="1398058" y="1179811"/>
                </a:lnTo>
                <a:lnTo>
                  <a:pt x="1439178" y="1201764"/>
                </a:lnTo>
                <a:lnTo>
                  <a:pt x="1477556" y="1226461"/>
                </a:lnTo>
                <a:lnTo>
                  <a:pt x="1513194" y="1251160"/>
                </a:lnTo>
                <a:lnTo>
                  <a:pt x="1551573" y="1278601"/>
                </a:lnTo>
                <a:lnTo>
                  <a:pt x="1584468" y="1311532"/>
                </a:lnTo>
                <a:lnTo>
                  <a:pt x="1620103" y="1341718"/>
                </a:lnTo>
                <a:lnTo>
                  <a:pt x="7115932" y="6857999"/>
                </a:lnTo>
                <a:lnTo>
                  <a:pt x="4543996" y="6857999"/>
                </a:lnTo>
                <a:lnTo>
                  <a:pt x="331697" y="2631498"/>
                </a:lnTo>
                <a:lnTo>
                  <a:pt x="301543" y="2601310"/>
                </a:lnTo>
                <a:lnTo>
                  <a:pt x="271390" y="2562893"/>
                </a:lnTo>
                <a:lnTo>
                  <a:pt x="243976" y="2527217"/>
                </a:lnTo>
                <a:lnTo>
                  <a:pt x="216563" y="2491543"/>
                </a:lnTo>
                <a:lnTo>
                  <a:pt x="191891" y="2450380"/>
                </a:lnTo>
                <a:lnTo>
                  <a:pt x="172702" y="2414705"/>
                </a:lnTo>
                <a:lnTo>
                  <a:pt x="150772" y="2373541"/>
                </a:lnTo>
                <a:lnTo>
                  <a:pt x="134324" y="2329634"/>
                </a:lnTo>
                <a:lnTo>
                  <a:pt x="117877" y="2291216"/>
                </a:lnTo>
                <a:lnTo>
                  <a:pt x="106912" y="2247308"/>
                </a:lnTo>
                <a:lnTo>
                  <a:pt x="93205" y="2203400"/>
                </a:lnTo>
                <a:lnTo>
                  <a:pt x="82239" y="2162238"/>
                </a:lnTo>
                <a:lnTo>
                  <a:pt x="76757" y="2118330"/>
                </a:lnTo>
                <a:lnTo>
                  <a:pt x="71275" y="2074424"/>
                </a:lnTo>
                <a:lnTo>
                  <a:pt x="68533" y="2030516"/>
                </a:lnTo>
                <a:lnTo>
                  <a:pt x="68533" y="1989352"/>
                </a:lnTo>
                <a:lnTo>
                  <a:pt x="68533" y="1942701"/>
                </a:lnTo>
                <a:lnTo>
                  <a:pt x="71275" y="1898793"/>
                </a:lnTo>
                <a:lnTo>
                  <a:pt x="76757" y="1857629"/>
                </a:lnTo>
                <a:lnTo>
                  <a:pt x="82239" y="1813723"/>
                </a:lnTo>
                <a:lnTo>
                  <a:pt x="93205" y="1769815"/>
                </a:lnTo>
                <a:lnTo>
                  <a:pt x="106912" y="1728652"/>
                </a:lnTo>
                <a:lnTo>
                  <a:pt x="117877" y="1684745"/>
                </a:lnTo>
                <a:lnTo>
                  <a:pt x="134324" y="1643581"/>
                </a:lnTo>
                <a:lnTo>
                  <a:pt x="150772" y="1605162"/>
                </a:lnTo>
                <a:lnTo>
                  <a:pt x="172702" y="1564000"/>
                </a:lnTo>
                <a:lnTo>
                  <a:pt x="191891" y="1522837"/>
                </a:lnTo>
                <a:lnTo>
                  <a:pt x="216563" y="1487162"/>
                </a:lnTo>
                <a:lnTo>
                  <a:pt x="243976" y="1448743"/>
                </a:lnTo>
                <a:lnTo>
                  <a:pt x="271390" y="1413068"/>
                </a:lnTo>
                <a:lnTo>
                  <a:pt x="301543" y="1377393"/>
                </a:lnTo>
                <a:lnTo>
                  <a:pt x="331697" y="1341718"/>
                </a:lnTo>
                <a:lnTo>
                  <a:pt x="367335" y="1311532"/>
                </a:lnTo>
                <a:lnTo>
                  <a:pt x="400229" y="1278601"/>
                </a:lnTo>
                <a:lnTo>
                  <a:pt x="438607" y="1251160"/>
                </a:lnTo>
                <a:lnTo>
                  <a:pt x="474243" y="1226461"/>
                </a:lnTo>
                <a:lnTo>
                  <a:pt x="512622" y="1201764"/>
                </a:lnTo>
                <a:lnTo>
                  <a:pt x="551001" y="1179811"/>
                </a:lnTo>
                <a:lnTo>
                  <a:pt x="592121" y="1160601"/>
                </a:lnTo>
                <a:lnTo>
                  <a:pt x="633240" y="1141391"/>
                </a:lnTo>
                <a:lnTo>
                  <a:pt x="674359" y="1127671"/>
                </a:lnTo>
                <a:lnTo>
                  <a:pt x="715479" y="1113948"/>
                </a:lnTo>
                <a:lnTo>
                  <a:pt x="759339" y="1102972"/>
                </a:lnTo>
                <a:lnTo>
                  <a:pt x="800459" y="1091995"/>
                </a:lnTo>
                <a:lnTo>
                  <a:pt x="844319" y="1083763"/>
                </a:lnTo>
                <a:lnTo>
                  <a:pt x="890920" y="1081018"/>
                </a:lnTo>
                <a:lnTo>
                  <a:pt x="932040" y="1078274"/>
                </a:lnTo>
                <a:close/>
                <a:moveTo>
                  <a:pt x="8785588" y="0"/>
                </a:moveTo>
                <a:lnTo>
                  <a:pt x="9354533" y="0"/>
                </a:lnTo>
                <a:lnTo>
                  <a:pt x="9354533" y="570519"/>
                </a:lnTo>
                <a:close/>
                <a:moveTo>
                  <a:pt x="6019529" y="0"/>
                </a:moveTo>
                <a:lnTo>
                  <a:pt x="8588708" y="0"/>
                </a:lnTo>
                <a:lnTo>
                  <a:pt x="9354533" y="768021"/>
                </a:lnTo>
                <a:lnTo>
                  <a:pt x="9354533" y="3347008"/>
                </a:lnTo>
                <a:close/>
                <a:moveTo>
                  <a:pt x="3248285" y="0"/>
                </a:moveTo>
                <a:lnTo>
                  <a:pt x="5819972" y="0"/>
                </a:lnTo>
                <a:lnTo>
                  <a:pt x="9354533" y="3545079"/>
                </a:lnTo>
                <a:lnTo>
                  <a:pt x="9354533" y="6127044"/>
                </a:lnTo>
                <a:close/>
                <a:moveTo>
                  <a:pt x="476872" y="0"/>
                </a:moveTo>
                <a:lnTo>
                  <a:pt x="3050781" y="0"/>
                </a:lnTo>
                <a:lnTo>
                  <a:pt x="9354533" y="6324693"/>
                </a:lnTo>
                <a:lnTo>
                  <a:pt x="9354533" y="6857999"/>
                </a:lnTo>
                <a:lnTo>
                  <a:pt x="7312522" y="6857999"/>
                </a:lnTo>
                <a:close/>
              </a:path>
            </a:pathLst>
          </a:custGeom>
          <a:gradFill flip="none" rotWithShape="1">
            <a:gsLst>
              <a:gs pos="19000">
                <a:schemeClr val="bg1">
                  <a:alpha val="0"/>
                </a:schemeClr>
              </a:gs>
              <a:gs pos="100000">
                <a:schemeClr val="accent2">
                  <a:alpha val="6000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3" name="Freeform: Shape 35">
            <a:extLst>
              <a:ext uri="{FF2B5EF4-FFF2-40B4-BE49-F238E27FC236}">
                <a16:creationId xmlns:a16="http://schemas.microsoft.com/office/drawing/2014/main" id="{655EB0C0-69B5-AD28-F10F-C4B0670596E5}"/>
              </a:ext>
            </a:extLst>
          </p:cNvPr>
          <p:cNvSpPr/>
          <p:nvPr/>
        </p:nvSpPr>
        <p:spPr>
          <a:xfrm>
            <a:off x="9315925" y="5383213"/>
            <a:ext cx="2584231" cy="1222070"/>
          </a:xfrm>
          <a:custGeom>
            <a:avLst/>
            <a:gdLst>
              <a:gd name="connsiteX0" fmla="*/ 1525169 w 2440693"/>
              <a:gd name="connsiteY0" fmla="*/ 0 h 1149657"/>
              <a:gd name="connsiteX1" fmla="*/ 2412927 w 2440693"/>
              <a:gd name="connsiteY1" fmla="*/ 271173 h 1149657"/>
              <a:gd name="connsiteX2" fmla="*/ 2440693 w 2440693"/>
              <a:gd name="connsiteY2" fmla="*/ 291936 h 1149657"/>
              <a:gd name="connsiteX3" fmla="*/ 2440693 w 2440693"/>
              <a:gd name="connsiteY3" fmla="*/ 857571 h 1149657"/>
              <a:gd name="connsiteX4" fmla="*/ 2148607 w 2440693"/>
              <a:gd name="connsiteY4" fmla="*/ 1149657 h 1149657"/>
              <a:gd name="connsiteX5" fmla="*/ 0 w 2440693"/>
              <a:gd name="connsiteY5" fmla="*/ 1149657 h 1149657"/>
              <a:gd name="connsiteX6" fmla="*/ 8747 w 2440693"/>
              <a:gd name="connsiteY6" fmla="*/ 1115642 h 1149657"/>
              <a:gd name="connsiteX7" fmla="*/ 1525169 w 2440693"/>
              <a:gd name="connsiteY7" fmla="*/ 0 h 11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0693" h="1149657">
                <a:moveTo>
                  <a:pt x="1525169" y="0"/>
                </a:moveTo>
                <a:cubicBezTo>
                  <a:pt x="1854015" y="0"/>
                  <a:pt x="2159512" y="99969"/>
                  <a:pt x="2412927" y="271173"/>
                </a:cubicBezTo>
                <a:lnTo>
                  <a:pt x="2440693" y="291936"/>
                </a:lnTo>
                <a:lnTo>
                  <a:pt x="2440693" y="857571"/>
                </a:lnTo>
                <a:cubicBezTo>
                  <a:pt x="2440693" y="1018886"/>
                  <a:pt x="2309922" y="1149657"/>
                  <a:pt x="2148607" y="1149657"/>
                </a:cubicBezTo>
                <a:lnTo>
                  <a:pt x="0" y="1149657"/>
                </a:lnTo>
                <a:lnTo>
                  <a:pt x="8747" y="1115642"/>
                </a:lnTo>
                <a:cubicBezTo>
                  <a:pt x="209781" y="469295"/>
                  <a:pt x="812670" y="0"/>
                  <a:pt x="1525169"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36">
            <a:extLst>
              <a:ext uri="{FF2B5EF4-FFF2-40B4-BE49-F238E27FC236}">
                <a16:creationId xmlns:a16="http://schemas.microsoft.com/office/drawing/2014/main" id="{E7F945CF-4375-3E94-DE1C-5CCA7E4D9FD9}"/>
              </a:ext>
            </a:extLst>
          </p:cNvPr>
          <p:cNvSpPr/>
          <p:nvPr/>
        </p:nvSpPr>
        <p:spPr>
          <a:xfrm>
            <a:off x="89613" y="953822"/>
            <a:ext cx="1000694" cy="3175614"/>
          </a:xfrm>
          <a:custGeom>
            <a:avLst/>
            <a:gdLst>
              <a:gd name="connsiteX0" fmla="*/ 0 w 1000694"/>
              <a:gd name="connsiteY0" fmla="*/ 0 h 2948702"/>
              <a:gd name="connsiteX1" fmla="*/ 30934 w 1000694"/>
              <a:gd name="connsiteY1" fmla="*/ 11322 h 2948702"/>
              <a:gd name="connsiteX2" fmla="*/ 1000694 w 1000694"/>
              <a:gd name="connsiteY2" fmla="*/ 1474351 h 2948702"/>
              <a:gd name="connsiteX3" fmla="*/ 30934 w 1000694"/>
              <a:gd name="connsiteY3" fmla="*/ 2937380 h 2948702"/>
              <a:gd name="connsiteX4" fmla="*/ 0 w 1000694"/>
              <a:gd name="connsiteY4" fmla="*/ 2948702 h 294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694" h="2948702">
                <a:moveTo>
                  <a:pt x="0" y="0"/>
                </a:moveTo>
                <a:lnTo>
                  <a:pt x="30934" y="11322"/>
                </a:lnTo>
                <a:cubicBezTo>
                  <a:pt x="600821" y="252364"/>
                  <a:pt x="1000694" y="816660"/>
                  <a:pt x="1000694" y="1474351"/>
                </a:cubicBezTo>
                <a:cubicBezTo>
                  <a:pt x="1000694" y="2132043"/>
                  <a:pt x="600821" y="2696338"/>
                  <a:pt x="30934" y="2937380"/>
                </a:cubicBezTo>
                <a:lnTo>
                  <a:pt x="0" y="2948702"/>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TextBox 22">
            <a:extLst>
              <a:ext uri="{FF2B5EF4-FFF2-40B4-BE49-F238E27FC236}">
                <a16:creationId xmlns:a16="http://schemas.microsoft.com/office/drawing/2014/main" id="{C4323F6D-737B-7B2A-1A82-8865253AA357}"/>
              </a:ext>
            </a:extLst>
          </p:cNvPr>
          <p:cNvSpPr txBox="1"/>
          <p:nvPr/>
        </p:nvSpPr>
        <p:spPr>
          <a:xfrm>
            <a:off x="587864" y="326244"/>
            <a:ext cx="4050670" cy="707886"/>
          </a:xfrm>
          <a:prstGeom prst="rect">
            <a:avLst/>
          </a:prstGeom>
          <a:noFill/>
        </p:spPr>
        <p:txBody>
          <a:bodyPr wrap="square" lIns="91440" tIns="45720" rIns="91440" bIns="45720" rtlCol="0" anchor="t">
            <a:spAutoFit/>
          </a:bodyPr>
          <a:lstStyle/>
          <a:p>
            <a:r>
              <a:rPr lang="en-US" sz="4000">
                <a:solidFill>
                  <a:schemeClr val="bg1"/>
                </a:solidFill>
                <a:latin typeface="+mj-lt"/>
                <a:cs typeface="Poppins SemiBold"/>
              </a:rPr>
              <a:t>RESULTS</a:t>
            </a:r>
            <a:endParaRPr lang="en-US" sz="4000">
              <a:solidFill>
                <a:schemeClr val="bg1"/>
              </a:solidFill>
              <a:latin typeface="+mj-lt"/>
              <a:cs typeface="Poppins SemiBold" panose="00000700000000000000" pitchFamily="2" charset="0"/>
            </a:endParaRPr>
          </a:p>
        </p:txBody>
      </p:sp>
      <p:pic>
        <p:nvPicPr>
          <p:cNvPr id="12" name="Picture 11">
            <a:extLst>
              <a:ext uri="{FF2B5EF4-FFF2-40B4-BE49-F238E27FC236}">
                <a16:creationId xmlns:a16="http://schemas.microsoft.com/office/drawing/2014/main" id="{264947BE-B637-470E-84FD-930152F273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4952" y="1190663"/>
            <a:ext cx="9466003" cy="5324627"/>
          </a:xfrm>
          <a:prstGeom prst="rect">
            <a:avLst/>
          </a:prstGeom>
        </p:spPr>
      </p:pic>
    </p:spTree>
    <p:extLst>
      <p:ext uri="{BB962C8B-B14F-4D97-AF65-F5344CB8AC3E}">
        <p14:creationId xmlns:p14="http://schemas.microsoft.com/office/powerpoint/2010/main" val="801372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100000">
              <a:schemeClr val="accent2"/>
            </a:gs>
            <a:gs pos="60500">
              <a:schemeClr val="accent3">
                <a:lumMod val="50000"/>
                <a:lumOff val="50000"/>
              </a:schemeClr>
            </a:gs>
            <a:gs pos="0">
              <a:schemeClr val="accent1"/>
            </a:gs>
          </a:gsLst>
          <a:lin ang="4200000" scaled="0"/>
        </a:gradFill>
        <a:effectLst/>
      </p:bgPr>
    </p:bg>
    <p:spTree>
      <p:nvGrpSpPr>
        <p:cNvPr id="1" name="">
          <a:extLst>
            <a:ext uri="{FF2B5EF4-FFF2-40B4-BE49-F238E27FC236}">
              <a16:creationId xmlns:a16="http://schemas.microsoft.com/office/drawing/2014/main" id="{76DF82ED-118E-E6B5-0C8D-A1D5C1D943EB}"/>
            </a:ext>
          </a:extLst>
        </p:cNvPr>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6FD12A53-F273-75C5-4225-EBB2DE26EA1E}"/>
              </a:ext>
            </a:extLst>
          </p:cNvPr>
          <p:cNvSpPr/>
          <p:nvPr/>
        </p:nvSpPr>
        <p:spPr>
          <a:xfrm>
            <a:off x="1" y="1024257"/>
            <a:ext cx="1119335" cy="3034744"/>
          </a:xfrm>
          <a:custGeom>
            <a:avLst/>
            <a:gdLst>
              <a:gd name="connsiteX0" fmla="*/ 0 w 1119335"/>
              <a:gd name="connsiteY0" fmla="*/ 0 h 3034744"/>
              <a:gd name="connsiteX1" fmla="*/ 3693 w 1119335"/>
              <a:gd name="connsiteY1" fmla="*/ 950 h 3034744"/>
              <a:gd name="connsiteX2" fmla="*/ 1119335 w 1119335"/>
              <a:gd name="connsiteY2" fmla="*/ 1517372 h 3034744"/>
              <a:gd name="connsiteX3" fmla="*/ 3693 w 1119335"/>
              <a:gd name="connsiteY3" fmla="*/ 3033795 h 3034744"/>
              <a:gd name="connsiteX4" fmla="*/ 0 w 1119335"/>
              <a:gd name="connsiteY4" fmla="*/ 3034744 h 3034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35" h="3034744">
                <a:moveTo>
                  <a:pt x="0" y="0"/>
                </a:moveTo>
                <a:lnTo>
                  <a:pt x="3693" y="950"/>
                </a:lnTo>
                <a:cubicBezTo>
                  <a:pt x="650040" y="201984"/>
                  <a:pt x="1119335" y="804873"/>
                  <a:pt x="1119335" y="1517372"/>
                </a:cubicBezTo>
                <a:cubicBezTo>
                  <a:pt x="1119335" y="2229871"/>
                  <a:pt x="650040" y="2832760"/>
                  <a:pt x="3693" y="3033795"/>
                </a:cubicBezTo>
                <a:lnTo>
                  <a:pt x="0" y="3034744"/>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任意多边形: 形状 4">
            <a:extLst>
              <a:ext uri="{FF2B5EF4-FFF2-40B4-BE49-F238E27FC236}">
                <a16:creationId xmlns:a16="http://schemas.microsoft.com/office/drawing/2014/main" id="{BE4D2708-545E-031B-4FA1-39B1DF0E876B}"/>
              </a:ext>
            </a:extLst>
          </p:cNvPr>
          <p:cNvSpPr/>
          <p:nvPr/>
        </p:nvSpPr>
        <p:spPr>
          <a:xfrm>
            <a:off x="9324824" y="5498794"/>
            <a:ext cx="2867177" cy="1359207"/>
          </a:xfrm>
          <a:custGeom>
            <a:avLst/>
            <a:gdLst>
              <a:gd name="connsiteX0" fmla="*/ 1569498 w 2867177"/>
              <a:gd name="connsiteY0" fmla="*/ 0 h 1359207"/>
              <a:gd name="connsiteX1" fmla="*/ 2794727 w 2867177"/>
              <a:gd name="connsiteY1" fmla="*/ 577814 h 1359207"/>
              <a:gd name="connsiteX2" fmla="*/ 2867177 w 2867177"/>
              <a:gd name="connsiteY2" fmla="*/ 674700 h 1359207"/>
              <a:gd name="connsiteX3" fmla="*/ 2867177 w 2867177"/>
              <a:gd name="connsiteY3" fmla="*/ 1359207 h 1359207"/>
              <a:gd name="connsiteX4" fmla="*/ 0 w 2867177"/>
              <a:gd name="connsiteY4" fmla="*/ 1359207 h 1359207"/>
              <a:gd name="connsiteX5" fmla="*/ 13950 w 2867177"/>
              <a:gd name="connsiteY5" fmla="*/ 1267809 h 1359207"/>
              <a:gd name="connsiteX6" fmla="*/ 1569498 w 2867177"/>
              <a:gd name="connsiteY6" fmla="*/ 0 h 135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177" h="1359207">
                <a:moveTo>
                  <a:pt x="1569498" y="0"/>
                </a:moveTo>
                <a:cubicBezTo>
                  <a:pt x="2062767" y="0"/>
                  <a:pt x="2503500" y="224929"/>
                  <a:pt x="2794727" y="577814"/>
                </a:cubicBezTo>
                <a:lnTo>
                  <a:pt x="2867177" y="674700"/>
                </a:lnTo>
                <a:lnTo>
                  <a:pt x="2867177" y="1359207"/>
                </a:lnTo>
                <a:lnTo>
                  <a:pt x="0" y="1359207"/>
                </a:lnTo>
                <a:lnTo>
                  <a:pt x="13950" y="1267809"/>
                </a:lnTo>
                <a:cubicBezTo>
                  <a:pt x="162007" y="544272"/>
                  <a:pt x="802191" y="0"/>
                  <a:pt x="1569498"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6" name="Group 32">
            <a:extLst>
              <a:ext uri="{FF2B5EF4-FFF2-40B4-BE49-F238E27FC236}">
                <a16:creationId xmlns:a16="http://schemas.microsoft.com/office/drawing/2014/main" id="{76802F32-F3B6-0A8A-2229-B6CC9C8E1E1F}"/>
              </a:ext>
            </a:extLst>
          </p:cNvPr>
          <p:cNvGrpSpPr/>
          <p:nvPr/>
        </p:nvGrpSpPr>
        <p:grpSpPr>
          <a:xfrm>
            <a:off x="8941188" y="1491640"/>
            <a:ext cx="2064994" cy="2064994"/>
            <a:chOff x="10640582" y="1220864"/>
            <a:chExt cx="2064994" cy="2064994"/>
          </a:xfrm>
        </p:grpSpPr>
        <p:sp>
          <p:nvSpPr>
            <p:cNvPr id="7" name="Circle: Hollow 38">
              <a:extLst>
                <a:ext uri="{FF2B5EF4-FFF2-40B4-BE49-F238E27FC236}">
                  <a16:creationId xmlns:a16="http://schemas.microsoft.com/office/drawing/2014/main" id="{FFC54B42-7494-D81F-AAAB-6BF3F8AC1BFE}"/>
                </a:ext>
              </a:extLst>
            </p:cNvPr>
            <p:cNvSpPr/>
            <p:nvPr/>
          </p:nvSpPr>
          <p:spPr>
            <a:xfrm rot="20700000">
              <a:off x="10640582" y="1220864"/>
              <a:ext cx="2064994" cy="2064994"/>
            </a:xfrm>
            <a:prstGeom prst="donut">
              <a:avLst>
                <a:gd name="adj" fmla="val 37753"/>
              </a:avLst>
            </a:prstGeom>
            <a:gradFill>
              <a:gsLst>
                <a:gs pos="100000">
                  <a:schemeClr val="accent6"/>
                </a:gs>
                <a:gs pos="60000">
                  <a:schemeClr val="accent5"/>
                </a:gs>
                <a:gs pos="5000">
                  <a:schemeClr val="accent4"/>
                </a:gs>
              </a:gsLst>
              <a:path path="circle">
                <a:fillToRect l="100000" t="100000"/>
              </a:path>
            </a:gradFill>
            <a:ln>
              <a:noFill/>
            </a:ln>
            <a:effectLst>
              <a:outerShdw blurRad="774700" dist="546100" dir="2700000" algn="tl" rotWithShape="0">
                <a:prstClr val="black">
                  <a:alpha val="40000"/>
                </a:prstClr>
              </a:outerShdw>
              <a:softEdge rad="698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ircle: Hollow 39">
              <a:extLst>
                <a:ext uri="{FF2B5EF4-FFF2-40B4-BE49-F238E27FC236}">
                  <a16:creationId xmlns:a16="http://schemas.microsoft.com/office/drawing/2014/main" id="{D58FE350-B76C-95D2-F39B-381825167050}"/>
                </a:ext>
              </a:extLst>
            </p:cNvPr>
            <p:cNvSpPr/>
            <p:nvPr/>
          </p:nvSpPr>
          <p:spPr>
            <a:xfrm rot="20700000">
              <a:off x="10864033" y="1444315"/>
              <a:ext cx="1618092" cy="1618092"/>
            </a:xfrm>
            <a:prstGeom prst="donut">
              <a:avLst/>
            </a:prstGeom>
            <a:solidFill>
              <a:schemeClr val="bg1"/>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ircle: Hollow 40">
              <a:extLst>
                <a:ext uri="{FF2B5EF4-FFF2-40B4-BE49-F238E27FC236}">
                  <a16:creationId xmlns:a16="http://schemas.microsoft.com/office/drawing/2014/main" id="{D591366C-B6CF-C7A5-5ACA-EDBBC6D11ABC}"/>
                </a:ext>
              </a:extLst>
            </p:cNvPr>
            <p:cNvSpPr/>
            <p:nvPr/>
          </p:nvSpPr>
          <p:spPr>
            <a:xfrm rot="20700000">
              <a:off x="10864033" y="1444315"/>
              <a:ext cx="1618092" cy="1618092"/>
            </a:xfrm>
            <a:prstGeom prst="donut">
              <a:avLst/>
            </a:prstGeom>
            <a:gradFill>
              <a:gsLst>
                <a:gs pos="100000">
                  <a:schemeClr val="accent6"/>
                </a:gs>
                <a:gs pos="60000">
                  <a:schemeClr val="accent5"/>
                </a:gs>
                <a:gs pos="5000">
                  <a:schemeClr val="accent4"/>
                </a:gs>
              </a:gsLst>
              <a:path path="circle">
                <a:fillToRect l="100000" t="100000"/>
              </a:path>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10" name="Rectangle: Rounded Corners 31">
            <a:extLst>
              <a:ext uri="{FF2B5EF4-FFF2-40B4-BE49-F238E27FC236}">
                <a16:creationId xmlns:a16="http://schemas.microsoft.com/office/drawing/2014/main" id="{8E8AB289-90F6-0ED2-7D72-507C1E8ED17B}"/>
              </a:ext>
            </a:extLst>
          </p:cNvPr>
          <p:cNvSpPr/>
          <p:nvPr/>
        </p:nvSpPr>
        <p:spPr>
          <a:xfrm>
            <a:off x="193780" y="342709"/>
            <a:ext cx="11707521" cy="6229541"/>
          </a:xfrm>
          <a:prstGeom prst="roundRect">
            <a:avLst>
              <a:gd name="adj" fmla="val 4883"/>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任意多边形: 形状 10">
            <a:extLst>
              <a:ext uri="{FF2B5EF4-FFF2-40B4-BE49-F238E27FC236}">
                <a16:creationId xmlns:a16="http://schemas.microsoft.com/office/drawing/2014/main" id="{D159FFF4-420C-919A-6A3D-05D5F1E553EC}"/>
              </a:ext>
            </a:extLst>
          </p:cNvPr>
          <p:cNvSpPr/>
          <p:nvPr/>
        </p:nvSpPr>
        <p:spPr>
          <a:xfrm>
            <a:off x="2837467" y="2"/>
            <a:ext cx="9354533" cy="6857999"/>
          </a:xfrm>
          <a:custGeom>
            <a:avLst/>
            <a:gdLst>
              <a:gd name="connsiteX0" fmla="*/ 811424 w 9354533"/>
              <a:gd name="connsiteY0" fmla="*/ 6511811 h 6857999"/>
              <a:gd name="connsiteX1" fmla="*/ 855285 w 9354533"/>
              <a:gd name="connsiteY1" fmla="*/ 6511811 h 6857999"/>
              <a:gd name="connsiteX2" fmla="*/ 899145 w 9354533"/>
              <a:gd name="connsiteY2" fmla="*/ 6511811 h 6857999"/>
              <a:gd name="connsiteX3" fmla="*/ 940265 w 9354533"/>
              <a:gd name="connsiteY3" fmla="*/ 6514555 h 6857999"/>
              <a:gd name="connsiteX4" fmla="*/ 986866 w 9354533"/>
              <a:gd name="connsiteY4" fmla="*/ 6522788 h 6857999"/>
              <a:gd name="connsiteX5" fmla="*/ 1030726 w 9354533"/>
              <a:gd name="connsiteY5" fmla="*/ 6531020 h 6857999"/>
              <a:gd name="connsiteX6" fmla="*/ 1071846 w 9354533"/>
              <a:gd name="connsiteY6" fmla="*/ 6539252 h 6857999"/>
              <a:gd name="connsiteX7" fmla="*/ 1112965 w 9354533"/>
              <a:gd name="connsiteY7" fmla="*/ 6550230 h 6857999"/>
              <a:gd name="connsiteX8" fmla="*/ 1156826 w 9354533"/>
              <a:gd name="connsiteY8" fmla="*/ 6563951 h 6857999"/>
              <a:gd name="connsiteX9" fmla="*/ 1197945 w 9354533"/>
              <a:gd name="connsiteY9" fmla="*/ 6577672 h 6857999"/>
              <a:gd name="connsiteX10" fmla="*/ 1239064 w 9354533"/>
              <a:gd name="connsiteY10" fmla="*/ 6596881 h 6857999"/>
              <a:gd name="connsiteX11" fmla="*/ 1277443 w 9354533"/>
              <a:gd name="connsiteY11" fmla="*/ 6616091 h 6857999"/>
              <a:gd name="connsiteX12" fmla="*/ 1318562 w 9354533"/>
              <a:gd name="connsiteY12" fmla="*/ 6638044 h 6857999"/>
              <a:gd name="connsiteX13" fmla="*/ 1356942 w 9354533"/>
              <a:gd name="connsiteY13" fmla="*/ 6662741 h 6857999"/>
              <a:gd name="connsiteX14" fmla="*/ 1392576 w 9354533"/>
              <a:gd name="connsiteY14" fmla="*/ 6687440 h 6857999"/>
              <a:gd name="connsiteX15" fmla="*/ 1430955 w 9354533"/>
              <a:gd name="connsiteY15" fmla="*/ 6717627 h 6857999"/>
              <a:gd name="connsiteX16" fmla="*/ 1463850 w 9354533"/>
              <a:gd name="connsiteY16" fmla="*/ 6745068 h 6857999"/>
              <a:gd name="connsiteX17" fmla="*/ 1499488 w 9354533"/>
              <a:gd name="connsiteY17" fmla="*/ 6780744 h 6857999"/>
              <a:gd name="connsiteX18" fmla="*/ 1576429 w 9354533"/>
              <a:gd name="connsiteY18" fmla="*/ 6857999 h 6857999"/>
              <a:gd name="connsiteX19" fmla="*/ 141549 w 9354533"/>
              <a:gd name="connsiteY19" fmla="*/ 6857999 h 6857999"/>
              <a:gd name="connsiteX20" fmla="*/ 148030 w 9354533"/>
              <a:gd name="connsiteY20" fmla="*/ 6849348 h 6857999"/>
              <a:gd name="connsiteX21" fmla="*/ 180926 w 9354533"/>
              <a:gd name="connsiteY21" fmla="*/ 6810929 h 6857999"/>
              <a:gd name="connsiteX22" fmla="*/ 211081 w 9354533"/>
              <a:gd name="connsiteY22" fmla="*/ 6780744 h 6857999"/>
              <a:gd name="connsiteX23" fmla="*/ 246717 w 9354533"/>
              <a:gd name="connsiteY23" fmla="*/ 6745068 h 6857999"/>
              <a:gd name="connsiteX24" fmla="*/ 279611 w 9354533"/>
              <a:gd name="connsiteY24" fmla="*/ 6717627 h 6857999"/>
              <a:gd name="connsiteX25" fmla="*/ 317990 w 9354533"/>
              <a:gd name="connsiteY25" fmla="*/ 6687440 h 6857999"/>
              <a:gd name="connsiteX26" fmla="*/ 353629 w 9354533"/>
              <a:gd name="connsiteY26" fmla="*/ 6662741 h 6857999"/>
              <a:gd name="connsiteX27" fmla="*/ 392005 w 9354533"/>
              <a:gd name="connsiteY27" fmla="*/ 6638044 h 6857999"/>
              <a:gd name="connsiteX28" fmla="*/ 433124 w 9354533"/>
              <a:gd name="connsiteY28" fmla="*/ 6616091 h 6857999"/>
              <a:gd name="connsiteX29" fmla="*/ 471503 w 9354533"/>
              <a:gd name="connsiteY29" fmla="*/ 6596881 h 6857999"/>
              <a:gd name="connsiteX30" fmla="*/ 512622 w 9354533"/>
              <a:gd name="connsiteY30" fmla="*/ 6577672 h 6857999"/>
              <a:gd name="connsiteX31" fmla="*/ 553742 w 9354533"/>
              <a:gd name="connsiteY31" fmla="*/ 6563951 h 6857999"/>
              <a:gd name="connsiteX32" fmla="*/ 594861 w 9354533"/>
              <a:gd name="connsiteY32" fmla="*/ 6550230 h 6857999"/>
              <a:gd name="connsiteX33" fmla="*/ 638721 w 9354533"/>
              <a:gd name="connsiteY33" fmla="*/ 6539252 h 6857999"/>
              <a:gd name="connsiteX34" fmla="*/ 679841 w 9354533"/>
              <a:gd name="connsiteY34" fmla="*/ 6531020 h 6857999"/>
              <a:gd name="connsiteX35" fmla="*/ 723702 w 9354533"/>
              <a:gd name="connsiteY35" fmla="*/ 6522788 h 6857999"/>
              <a:gd name="connsiteX36" fmla="*/ 767562 w 9354533"/>
              <a:gd name="connsiteY36" fmla="*/ 6514555 h 6857999"/>
              <a:gd name="connsiteX37" fmla="*/ 863507 w 9354533"/>
              <a:gd name="connsiteY37" fmla="*/ 3786810 h 6857999"/>
              <a:gd name="connsiteX38" fmla="*/ 907368 w 9354533"/>
              <a:gd name="connsiteY38" fmla="*/ 3786810 h 6857999"/>
              <a:gd name="connsiteX39" fmla="*/ 948487 w 9354533"/>
              <a:gd name="connsiteY39" fmla="*/ 3786810 h 6857999"/>
              <a:gd name="connsiteX40" fmla="*/ 992347 w 9354533"/>
              <a:gd name="connsiteY40" fmla="*/ 3792299 h 6857999"/>
              <a:gd name="connsiteX41" fmla="*/ 1038951 w 9354533"/>
              <a:gd name="connsiteY41" fmla="*/ 3795043 h 6857999"/>
              <a:gd name="connsiteX42" fmla="*/ 1080070 w 9354533"/>
              <a:gd name="connsiteY42" fmla="*/ 3803275 h 6857999"/>
              <a:gd name="connsiteX43" fmla="*/ 1123931 w 9354533"/>
              <a:gd name="connsiteY43" fmla="*/ 3811507 h 6857999"/>
              <a:gd name="connsiteX44" fmla="*/ 1167791 w 9354533"/>
              <a:gd name="connsiteY44" fmla="*/ 3822484 h 6857999"/>
              <a:gd name="connsiteX45" fmla="*/ 1206170 w 9354533"/>
              <a:gd name="connsiteY45" fmla="*/ 3836206 h 6857999"/>
              <a:gd name="connsiteX46" fmla="*/ 1250030 w 9354533"/>
              <a:gd name="connsiteY46" fmla="*/ 3852671 h 6857999"/>
              <a:gd name="connsiteX47" fmla="*/ 1291149 w 9354533"/>
              <a:gd name="connsiteY47" fmla="*/ 3869136 h 6857999"/>
              <a:gd name="connsiteX48" fmla="*/ 1329528 w 9354533"/>
              <a:gd name="connsiteY48" fmla="*/ 3888346 h 6857999"/>
              <a:gd name="connsiteX49" fmla="*/ 1370648 w 9354533"/>
              <a:gd name="connsiteY49" fmla="*/ 3913043 h 6857999"/>
              <a:gd name="connsiteX50" fmla="*/ 1406283 w 9354533"/>
              <a:gd name="connsiteY50" fmla="*/ 3934997 h 6857999"/>
              <a:gd name="connsiteX51" fmla="*/ 1444661 w 9354533"/>
              <a:gd name="connsiteY51" fmla="*/ 3959695 h 6857999"/>
              <a:gd name="connsiteX52" fmla="*/ 1483041 w 9354533"/>
              <a:gd name="connsiteY52" fmla="*/ 3989881 h 6857999"/>
              <a:gd name="connsiteX53" fmla="*/ 1515936 w 9354533"/>
              <a:gd name="connsiteY53" fmla="*/ 4020067 h 6857999"/>
              <a:gd name="connsiteX54" fmla="*/ 1551573 w 9354533"/>
              <a:gd name="connsiteY54" fmla="*/ 4052999 h 6857999"/>
              <a:gd name="connsiteX55" fmla="*/ 4345134 w 9354533"/>
              <a:gd name="connsiteY55" fmla="*/ 6857999 h 6857999"/>
              <a:gd name="connsiteX56" fmla="*/ 1774225 w 9354533"/>
              <a:gd name="connsiteY56" fmla="*/ 6857999 h 6857999"/>
              <a:gd name="connsiteX57" fmla="*/ 263165 w 9354533"/>
              <a:gd name="connsiteY57" fmla="*/ 5342778 h 6857999"/>
              <a:gd name="connsiteX58" fmla="*/ 230270 w 9354533"/>
              <a:gd name="connsiteY58" fmla="*/ 5307103 h 6857999"/>
              <a:gd name="connsiteX59" fmla="*/ 202857 w 9354533"/>
              <a:gd name="connsiteY59" fmla="*/ 5274172 h 6857999"/>
              <a:gd name="connsiteX60" fmla="*/ 175444 w 9354533"/>
              <a:gd name="connsiteY60" fmla="*/ 5238497 h 6857999"/>
              <a:gd name="connsiteX61" fmla="*/ 148030 w 9354533"/>
              <a:gd name="connsiteY61" fmla="*/ 5200079 h 6857999"/>
              <a:gd name="connsiteX62" fmla="*/ 123358 w 9354533"/>
              <a:gd name="connsiteY62" fmla="*/ 5161661 h 6857999"/>
              <a:gd name="connsiteX63" fmla="*/ 104171 w 9354533"/>
              <a:gd name="connsiteY63" fmla="*/ 5123241 h 6857999"/>
              <a:gd name="connsiteX64" fmla="*/ 82239 w 9354533"/>
              <a:gd name="connsiteY64" fmla="*/ 5082077 h 6857999"/>
              <a:gd name="connsiteX65" fmla="*/ 65792 w 9354533"/>
              <a:gd name="connsiteY65" fmla="*/ 5040914 h 6857999"/>
              <a:gd name="connsiteX66" fmla="*/ 49345 w 9354533"/>
              <a:gd name="connsiteY66" fmla="*/ 4999752 h 6857999"/>
              <a:gd name="connsiteX67" fmla="*/ 35638 w 9354533"/>
              <a:gd name="connsiteY67" fmla="*/ 4955844 h 6857999"/>
              <a:gd name="connsiteX68" fmla="*/ 24672 w 9354533"/>
              <a:gd name="connsiteY68" fmla="*/ 4914681 h 6857999"/>
              <a:gd name="connsiteX69" fmla="*/ 13707 w 9354533"/>
              <a:gd name="connsiteY69" fmla="*/ 4870773 h 6857999"/>
              <a:gd name="connsiteX70" fmla="*/ 8225 w 9354533"/>
              <a:gd name="connsiteY70" fmla="*/ 4826865 h 6857999"/>
              <a:gd name="connsiteX71" fmla="*/ 2744 w 9354533"/>
              <a:gd name="connsiteY71" fmla="*/ 4785702 h 6857999"/>
              <a:gd name="connsiteX72" fmla="*/ 0 w 9354533"/>
              <a:gd name="connsiteY72" fmla="*/ 4741796 h 6857999"/>
              <a:gd name="connsiteX73" fmla="*/ 0 w 9354533"/>
              <a:gd name="connsiteY73" fmla="*/ 4697888 h 6857999"/>
              <a:gd name="connsiteX74" fmla="*/ 0 w 9354533"/>
              <a:gd name="connsiteY74" fmla="*/ 4653981 h 6857999"/>
              <a:gd name="connsiteX75" fmla="*/ 2744 w 9354533"/>
              <a:gd name="connsiteY75" fmla="*/ 4610073 h 6857999"/>
              <a:gd name="connsiteX76" fmla="*/ 8225 w 9354533"/>
              <a:gd name="connsiteY76" fmla="*/ 4566165 h 6857999"/>
              <a:gd name="connsiteX77" fmla="*/ 13707 w 9354533"/>
              <a:gd name="connsiteY77" fmla="*/ 4522259 h 6857999"/>
              <a:gd name="connsiteX78" fmla="*/ 24672 w 9354533"/>
              <a:gd name="connsiteY78" fmla="*/ 4481095 h 6857999"/>
              <a:gd name="connsiteX79" fmla="*/ 35638 w 9354533"/>
              <a:gd name="connsiteY79" fmla="*/ 4437188 h 6857999"/>
              <a:gd name="connsiteX80" fmla="*/ 49345 w 9354533"/>
              <a:gd name="connsiteY80" fmla="*/ 4393280 h 6857999"/>
              <a:gd name="connsiteX81" fmla="*/ 65792 w 9354533"/>
              <a:gd name="connsiteY81" fmla="*/ 4354861 h 6857999"/>
              <a:gd name="connsiteX82" fmla="*/ 82239 w 9354533"/>
              <a:gd name="connsiteY82" fmla="*/ 4313698 h 6857999"/>
              <a:gd name="connsiteX83" fmla="*/ 104171 w 9354533"/>
              <a:gd name="connsiteY83" fmla="*/ 4272536 h 6857999"/>
              <a:gd name="connsiteX84" fmla="*/ 123358 w 9354533"/>
              <a:gd name="connsiteY84" fmla="*/ 4234116 h 6857999"/>
              <a:gd name="connsiteX85" fmla="*/ 148030 w 9354533"/>
              <a:gd name="connsiteY85" fmla="*/ 4195697 h 6857999"/>
              <a:gd name="connsiteX86" fmla="*/ 175444 w 9354533"/>
              <a:gd name="connsiteY86" fmla="*/ 4160023 h 6857999"/>
              <a:gd name="connsiteX87" fmla="*/ 202857 w 9354533"/>
              <a:gd name="connsiteY87" fmla="*/ 4121603 h 6857999"/>
              <a:gd name="connsiteX88" fmla="*/ 230270 w 9354533"/>
              <a:gd name="connsiteY88" fmla="*/ 4085929 h 6857999"/>
              <a:gd name="connsiteX89" fmla="*/ 263165 w 9354533"/>
              <a:gd name="connsiteY89" fmla="*/ 4052999 h 6857999"/>
              <a:gd name="connsiteX90" fmla="*/ 296062 w 9354533"/>
              <a:gd name="connsiteY90" fmla="*/ 4020067 h 6857999"/>
              <a:gd name="connsiteX91" fmla="*/ 331697 w 9354533"/>
              <a:gd name="connsiteY91" fmla="*/ 3989881 h 6857999"/>
              <a:gd name="connsiteX92" fmla="*/ 370076 w 9354533"/>
              <a:gd name="connsiteY92" fmla="*/ 3959695 h 6857999"/>
              <a:gd name="connsiteX93" fmla="*/ 405711 w 9354533"/>
              <a:gd name="connsiteY93" fmla="*/ 3934997 h 6857999"/>
              <a:gd name="connsiteX94" fmla="*/ 444090 w 9354533"/>
              <a:gd name="connsiteY94" fmla="*/ 3913043 h 6857999"/>
              <a:gd name="connsiteX95" fmla="*/ 482469 w 9354533"/>
              <a:gd name="connsiteY95" fmla="*/ 3888346 h 6857999"/>
              <a:gd name="connsiteX96" fmla="*/ 523588 w 9354533"/>
              <a:gd name="connsiteY96" fmla="*/ 3869136 h 6857999"/>
              <a:gd name="connsiteX97" fmla="*/ 564708 w 9354533"/>
              <a:gd name="connsiteY97" fmla="*/ 3852671 h 6857999"/>
              <a:gd name="connsiteX98" fmla="*/ 605827 w 9354533"/>
              <a:gd name="connsiteY98" fmla="*/ 3836206 h 6857999"/>
              <a:gd name="connsiteX99" fmla="*/ 646947 w 9354533"/>
              <a:gd name="connsiteY99" fmla="*/ 3822484 h 6857999"/>
              <a:gd name="connsiteX100" fmla="*/ 688066 w 9354533"/>
              <a:gd name="connsiteY100" fmla="*/ 3811507 h 6857999"/>
              <a:gd name="connsiteX101" fmla="*/ 731926 w 9354533"/>
              <a:gd name="connsiteY101" fmla="*/ 3803275 h 6857999"/>
              <a:gd name="connsiteX102" fmla="*/ 775786 w 9354533"/>
              <a:gd name="connsiteY102" fmla="*/ 3795043 h 6857999"/>
              <a:gd name="connsiteX103" fmla="*/ 816907 w 9354533"/>
              <a:gd name="connsiteY103" fmla="*/ 3792299 h 6857999"/>
              <a:gd name="connsiteX104" fmla="*/ 975900 w 9354533"/>
              <a:gd name="connsiteY104" fmla="*/ 1075531 h 6857999"/>
              <a:gd name="connsiteX105" fmla="*/ 1019761 w 9354533"/>
              <a:gd name="connsiteY105" fmla="*/ 1078274 h 6857999"/>
              <a:gd name="connsiteX106" fmla="*/ 1063623 w 9354533"/>
              <a:gd name="connsiteY106" fmla="*/ 1081018 h 6857999"/>
              <a:gd name="connsiteX107" fmla="*/ 1107484 w 9354533"/>
              <a:gd name="connsiteY107" fmla="*/ 1083763 h 6857999"/>
              <a:gd name="connsiteX108" fmla="*/ 1151344 w 9354533"/>
              <a:gd name="connsiteY108" fmla="*/ 1091995 h 6857999"/>
              <a:gd name="connsiteX109" fmla="*/ 1192463 w 9354533"/>
              <a:gd name="connsiteY109" fmla="*/ 1102972 h 6857999"/>
              <a:gd name="connsiteX110" fmla="*/ 1236324 w 9354533"/>
              <a:gd name="connsiteY110" fmla="*/ 1113948 h 6857999"/>
              <a:gd name="connsiteX111" fmla="*/ 1274702 w 9354533"/>
              <a:gd name="connsiteY111" fmla="*/ 1127671 h 6857999"/>
              <a:gd name="connsiteX112" fmla="*/ 1318562 w 9354533"/>
              <a:gd name="connsiteY112" fmla="*/ 1141391 h 6857999"/>
              <a:gd name="connsiteX113" fmla="*/ 1359682 w 9354533"/>
              <a:gd name="connsiteY113" fmla="*/ 1160601 h 6857999"/>
              <a:gd name="connsiteX114" fmla="*/ 1398058 w 9354533"/>
              <a:gd name="connsiteY114" fmla="*/ 1179811 h 6857999"/>
              <a:gd name="connsiteX115" fmla="*/ 1439178 w 9354533"/>
              <a:gd name="connsiteY115" fmla="*/ 1201764 h 6857999"/>
              <a:gd name="connsiteX116" fmla="*/ 1477556 w 9354533"/>
              <a:gd name="connsiteY116" fmla="*/ 1226461 h 6857999"/>
              <a:gd name="connsiteX117" fmla="*/ 1513194 w 9354533"/>
              <a:gd name="connsiteY117" fmla="*/ 1251160 h 6857999"/>
              <a:gd name="connsiteX118" fmla="*/ 1551573 w 9354533"/>
              <a:gd name="connsiteY118" fmla="*/ 1278601 h 6857999"/>
              <a:gd name="connsiteX119" fmla="*/ 1584468 w 9354533"/>
              <a:gd name="connsiteY119" fmla="*/ 1311532 h 6857999"/>
              <a:gd name="connsiteX120" fmla="*/ 1620103 w 9354533"/>
              <a:gd name="connsiteY120" fmla="*/ 1341718 h 6857999"/>
              <a:gd name="connsiteX121" fmla="*/ 7115932 w 9354533"/>
              <a:gd name="connsiteY121" fmla="*/ 6857999 h 6857999"/>
              <a:gd name="connsiteX122" fmla="*/ 4543996 w 9354533"/>
              <a:gd name="connsiteY122" fmla="*/ 6857999 h 6857999"/>
              <a:gd name="connsiteX123" fmla="*/ 331697 w 9354533"/>
              <a:gd name="connsiteY123" fmla="*/ 2631498 h 6857999"/>
              <a:gd name="connsiteX124" fmla="*/ 301543 w 9354533"/>
              <a:gd name="connsiteY124" fmla="*/ 2601310 h 6857999"/>
              <a:gd name="connsiteX125" fmla="*/ 271390 w 9354533"/>
              <a:gd name="connsiteY125" fmla="*/ 2562893 h 6857999"/>
              <a:gd name="connsiteX126" fmla="*/ 243976 w 9354533"/>
              <a:gd name="connsiteY126" fmla="*/ 2527217 h 6857999"/>
              <a:gd name="connsiteX127" fmla="*/ 216563 w 9354533"/>
              <a:gd name="connsiteY127" fmla="*/ 2491543 h 6857999"/>
              <a:gd name="connsiteX128" fmla="*/ 191891 w 9354533"/>
              <a:gd name="connsiteY128" fmla="*/ 2450380 h 6857999"/>
              <a:gd name="connsiteX129" fmla="*/ 172702 w 9354533"/>
              <a:gd name="connsiteY129" fmla="*/ 2414705 h 6857999"/>
              <a:gd name="connsiteX130" fmla="*/ 150772 w 9354533"/>
              <a:gd name="connsiteY130" fmla="*/ 2373541 h 6857999"/>
              <a:gd name="connsiteX131" fmla="*/ 134324 w 9354533"/>
              <a:gd name="connsiteY131" fmla="*/ 2329634 h 6857999"/>
              <a:gd name="connsiteX132" fmla="*/ 117877 w 9354533"/>
              <a:gd name="connsiteY132" fmla="*/ 2291216 h 6857999"/>
              <a:gd name="connsiteX133" fmla="*/ 106912 w 9354533"/>
              <a:gd name="connsiteY133" fmla="*/ 2247308 h 6857999"/>
              <a:gd name="connsiteX134" fmla="*/ 93205 w 9354533"/>
              <a:gd name="connsiteY134" fmla="*/ 2203400 h 6857999"/>
              <a:gd name="connsiteX135" fmla="*/ 82239 w 9354533"/>
              <a:gd name="connsiteY135" fmla="*/ 2162238 h 6857999"/>
              <a:gd name="connsiteX136" fmla="*/ 76757 w 9354533"/>
              <a:gd name="connsiteY136" fmla="*/ 2118330 h 6857999"/>
              <a:gd name="connsiteX137" fmla="*/ 71275 w 9354533"/>
              <a:gd name="connsiteY137" fmla="*/ 2074424 h 6857999"/>
              <a:gd name="connsiteX138" fmla="*/ 68533 w 9354533"/>
              <a:gd name="connsiteY138" fmla="*/ 2030516 h 6857999"/>
              <a:gd name="connsiteX139" fmla="*/ 68533 w 9354533"/>
              <a:gd name="connsiteY139" fmla="*/ 1989352 h 6857999"/>
              <a:gd name="connsiteX140" fmla="*/ 68533 w 9354533"/>
              <a:gd name="connsiteY140" fmla="*/ 1942701 h 6857999"/>
              <a:gd name="connsiteX141" fmla="*/ 71275 w 9354533"/>
              <a:gd name="connsiteY141" fmla="*/ 1898793 h 6857999"/>
              <a:gd name="connsiteX142" fmla="*/ 76757 w 9354533"/>
              <a:gd name="connsiteY142" fmla="*/ 1857629 h 6857999"/>
              <a:gd name="connsiteX143" fmla="*/ 82239 w 9354533"/>
              <a:gd name="connsiteY143" fmla="*/ 1813723 h 6857999"/>
              <a:gd name="connsiteX144" fmla="*/ 93205 w 9354533"/>
              <a:gd name="connsiteY144" fmla="*/ 1769815 h 6857999"/>
              <a:gd name="connsiteX145" fmla="*/ 106912 w 9354533"/>
              <a:gd name="connsiteY145" fmla="*/ 1728652 h 6857999"/>
              <a:gd name="connsiteX146" fmla="*/ 117877 w 9354533"/>
              <a:gd name="connsiteY146" fmla="*/ 1684745 h 6857999"/>
              <a:gd name="connsiteX147" fmla="*/ 134324 w 9354533"/>
              <a:gd name="connsiteY147" fmla="*/ 1643581 h 6857999"/>
              <a:gd name="connsiteX148" fmla="*/ 150772 w 9354533"/>
              <a:gd name="connsiteY148" fmla="*/ 1605162 h 6857999"/>
              <a:gd name="connsiteX149" fmla="*/ 172702 w 9354533"/>
              <a:gd name="connsiteY149" fmla="*/ 1564000 h 6857999"/>
              <a:gd name="connsiteX150" fmla="*/ 191891 w 9354533"/>
              <a:gd name="connsiteY150" fmla="*/ 1522837 h 6857999"/>
              <a:gd name="connsiteX151" fmla="*/ 216563 w 9354533"/>
              <a:gd name="connsiteY151" fmla="*/ 1487162 h 6857999"/>
              <a:gd name="connsiteX152" fmla="*/ 243976 w 9354533"/>
              <a:gd name="connsiteY152" fmla="*/ 1448743 h 6857999"/>
              <a:gd name="connsiteX153" fmla="*/ 271390 w 9354533"/>
              <a:gd name="connsiteY153" fmla="*/ 1413068 h 6857999"/>
              <a:gd name="connsiteX154" fmla="*/ 301543 w 9354533"/>
              <a:gd name="connsiteY154" fmla="*/ 1377393 h 6857999"/>
              <a:gd name="connsiteX155" fmla="*/ 331697 w 9354533"/>
              <a:gd name="connsiteY155" fmla="*/ 1341718 h 6857999"/>
              <a:gd name="connsiteX156" fmla="*/ 367335 w 9354533"/>
              <a:gd name="connsiteY156" fmla="*/ 1311532 h 6857999"/>
              <a:gd name="connsiteX157" fmla="*/ 400229 w 9354533"/>
              <a:gd name="connsiteY157" fmla="*/ 1278601 h 6857999"/>
              <a:gd name="connsiteX158" fmla="*/ 438607 w 9354533"/>
              <a:gd name="connsiteY158" fmla="*/ 1251160 h 6857999"/>
              <a:gd name="connsiteX159" fmla="*/ 474243 w 9354533"/>
              <a:gd name="connsiteY159" fmla="*/ 1226461 h 6857999"/>
              <a:gd name="connsiteX160" fmla="*/ 512622 w 9354533"/>
              <a:gd name="connsiteY160" fmla="*/ 1201764 h 6857999"/>
              <a:gd name="connsiteX161" fmla="*/ 551001 w 9354533"/>
              <a:gd name="connsiteY161" fmla="*/ 1179811 h 6857999"/>
              <a:gd name="connsiteX162" fmla="*/ 592121 w 9354533"/>
              <a:gd name="connsiteY162" fmla="*/ 1160601 h 6857999"/>
              <a:gd name="connsiteX163" fmla="*/ 633240 w 9354533"/>
              <a:gd name="connsiteY163" fmla="*/ 1141391 h 6857999"/>
              <a:gd name="connsiteX164" fmla="*/ 674359 w 9354533"/>
              <a:gd name="connsiteY164" fmla="*/ 1127671 h 6857999"/>
              <a:gd name="connsiteX165" fmla="*/ 715479 w 9354533"/>
              <a:gd name="connsiteY165" fmla="*/ 1113948 h 6857999"/>
              <a:gd name="connsiteX166" fmla="*/ 759339 w 9354533"/>
              <a:gd name="connsiteY166" fmla="*/ 1102972 h 6857999"/>
              <a:gd name="connsiteX167" fmla="*/ 800459 w 9354533"/>
              <a:gd name="connsiteY167" fmla="*/ 1091995 h 6857999"/>
              <a:gd name="connsiteX168" fmla="*/ 844319 w 9354533"/>
              <a:gd name="connsiteY168" fmla="*/ 1083763 h 6857999"/>
              <a:gd name="connsiteX169" fmla="*/ 890920 w 9354533"/>
              <a:gd name="connsiteY169" fmla="*/ 1081018 h 6857999"/>
              <a:gd name="connsiteX170" fmla="*/ 932040 w 9354533"/>
              <a:gd name="connsiteY170" fmla="*/ 1078274 h 6857999"/>
              <a:gd name="connsiteX171" fmla="*/ 8785588 w 9354533"/>
              <a:gd name="connsiteY171" fmla="*/ 0 h 6857999"/>
              <a:gd name="connsiteX172" fmla="*/ 9354533 w 9354533"/>
              <a:gd name="connsiteY172" fmla="*/ 0 h 6857999"/>
              <a:gd name="connsiteX173" fmla="*/ 9354533 w 9354533"/>
              <a:gd name="connsiteY173" fmla="*/ 570519 h 6857999"/>
              <a:gd name="connsiteX174" fmla="*/ 6019529 w 9354533"/>
              <a:gd name="connsiteY174" fmla="*/ 0 h 6857999"/>
              <a:gd name="connsiteX175" fmla="*/ 8588708 w 9354533"/>
              <a:gd name="connsiteY175" fmla="*/ 0 h 6857999"/>
              <a:gd name="connsiteX176" fmla="*/ 9354533 w 9354533"/>
              <a:gd name="connsiteY176" fmla="*/ 768021 h 6857999"/>
              <a:gd name="connsiteX177" fmla="*/ 9354533 w 9354533"/>
              <a:gd name="connsiteY177" fmla="*/ 3347008 h 6857999"/>
              <a:gd name="connsiteX178" fmla="*/ 3248285 w 9354533"/>
              <a:gd name="connsiteY178" fmla="*/ 0 h 6857999"/>
              <a:gd name="connsiteX179" fmla="*/ 5819972 w 9354533"/>
              <a:gd name="connsiteY179" fmla="*/ 0 h 6857999"/>
              <a:gd name="connsiteX180" fmla="*/ 9354533 w 9354533"/>
              <a:gd name="connsiteY180" fmla="*/ 3545079 h 6857999"/>
              <a:gd name="connsiteX181" fmla="*/ 9354533 w 9354533"/>
              <a:gd name="connsiteY181" fmla="*/ 6127044 h 6857999"/>
              <a:gd name="connsiteX182" fmla="*/ 476872 w 9354533"/>
              <a:gd name="connsiteY182" fmla="*/ 0 h 6857999"/>
              <a:gd name="connsiteX183" fmla="*/ 3050781 w 9354533"/>
              <a:gd name="connsiteY183" fmla="*/ 0 h 6857999"/>
              <a:gd name="connsiteX184" fmla="*/ 9354533 w 9354533"/>
              <a:gd name="connsiteY184" fmla="*/ 6324693 h 6857999"/>
              <a:gd name="connsiteX185" fmla="*/ 9354533 w 9354533"/>
              <a:gd name="connsiteY185" fmla="*/ 6857999 h 6857999"/>
              <a:gd name="connsiteX186" fmla="*/ 7312522 w 9354533"/>
              <a:gd name="connsiteY18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9354533" h="6857999">
                <a:moveTo>
                  <a:pt x="811424" y="6511811"/>
                </a:moveTo>
                <a:lnTo>
                  <a:pt x="855285" y="6511811"/>
                </a:lnTo>
                <a:lnTo>
                  <a:pt x="899145" y="6511811"/>
                </a:lnTo>
                <a:lnTo>
                  <a:pt x="940265" y="6514555"/>
                </a:lnTo>
                <a:lnTo>
                  <a:pt x="986866" y="6522788"/>
                </a:lnTo>
                <a:lnTo>
                  <a:pt x="1030726" y="6531020"/>
                </a:lnTo>
                <a:lnTo>
                  <a:pt x="1071846" y="6539252"/>
                </a:lnTo>
                <a:lnTo>
                  <a:pt x="1112965" y="6550230"/>
                </a:lnTo>
                <a:lnTo>
                  <a:pt x="1156826" y="6563951"/>
                </a:lnTo>
                <a:lnTo>
                  <a:pt x="1197945" y="6577672"/>
                </a:lnTo>
                <a:lnTo>
                  <a:pt x="1239064" y="6596881"/>
                </a:lnTo>
                <a:lnTo>
                  <a:pt x="1277443" y="6616091"/>
                </a:lnTo>
                <a:lnTo>
                  <a:pt x="1318562" y="6638044"/>
                </a:lnTo>
                <a:lnTo>
                  <a:pt x="1356942" y="6662741"/>
                </a:lnTo>
                <a:lnTo>
                  <a:pt x="1392576" y="6687440"/>
                </a:lnTo>
                <a:lnTo>
                  <a:pt x="1430955" y="6717627"/>
                </a:lnTo>
                <a:lnTo>
                  <a:pt x="1463850" y="6745068"/>
                </a:lnTo>
                <a:lnTo>
                  <a:pt x="1499488" y="6780744"/>
                </a:lnTo>
                <a:lnTo>
                  <a:pt x="1576429" y="6857999"/>
                </a:lnTo>
                <a:lnTo>
                  <a:pt x="141549" y="6857999"/>
                </a:lnTo>
                <a:lnTo>
                  <a:pt x="148030" y="6849348"/>
                </a:lnTo>
                <a:lnTo>
                  <a:pt x="180926" y="6810929"/>
                </a:lnTo>
                <a:lnTo>
                  <a:pt x="211081" y="6780744"/>
                </a:lnTo>
                <a:lnTo>
                  <a:pt x="246717" y="6745068"/>
                </a:lnTo>
                <a:lnTo>
                  <a:pt x="279611" y="6717627"/>
                </a:lnTo>
                <a:lnTo>
                  <a:pt x="317990" y="6687440"/>
                </a:lnTo>
                <a:lnTo>
                  <a:pt x="353629" y="6662741"/>
                </a:lnTo>
                <a:lnTo>
                  <a:pt x="392005" y="6638044"/>
                </a:lnTo>
                <a:lnTo>
                  <a:pt x="433124" y="6616091"/>
                </a:lnTo>
                <a:lnTo>
                  <a:pt x="471503" y="6596881"/>
                </a:lnTo>
                <a:lnTo>
                  <a:pt x="512622" y="6577672"/>
                </a:lnTo>
                <a:lnTo>
                  <a:pt x="553742" y="6563951"/>
                </a:lnTo>
                <a:lnTo>
                  <a:pt x="594861" y="6550230"/>
                </a:lnTo>
                <a:lnTo>
                  <a:pt x="638721" y="6539252"/>
                </a:lnTo>
                <a:lnTo>
                  <a:pt x="679841" y="6531020"/>
                </a:lnTo>
                <a:lnTo>
                  <a:pt x="723702" y="6522788"/>
                </a:lnTo>
                <a:lnTo>
                  <a:pt x="767562" y="6514555"/>
                </a:lnTo>
                <a:close/>
                <a:moveTo>
                  <a:pt x="863507" y="3786810"/>
                </a:moveTo>
                <a:lnTo>
                  <a:pt x="907368" y="3786810"/>
                </a:lnTo>
                <a:lnTo>
                  <a:pt x="948487" y="3786810"/>
                </a:lnTo>
                <a:lnTo>
                  <a:pt x="992347" y="3792299"/>
                </a:lnTo>
                <a:lnTo>
                  <a:pt x="1038951" y="3795043"/>
                </a:lnTo>
                <a:lnTo>
                  <a:pt x="1080070" y="3803275"/>
                </a:lnTo>
                <a:lnTo>
                  <a:pt x="1123931" y="3811507"/>
                </a:lnTo>
                <a:lnTo>
                  <a:pt x="1167791" y="3822484"/>
                </a:lnTo>
                <a:lnTo>
                  <a:pt x="1206170" y="3836206"/>
                </a:lnTo>
                <a:lnTo>
                  <a:pt x="1250030" y="3852671"/>
                </a:lnTo>
                <a:lnTo>
                  <a:pt x="1291149" y="3869136"/>
                </a:lnTo>
                <a:lnTo>
                  <a:pt x="1329528" y="3888346"/>
                </a:lnTo>
                <a:lnTo>
                  <a:pt x="1370648" y="3913043"/>
                </a:lnTo>
                <a:lnTo>
                  <a:pt x="1406283" y="3934997"/>
                </a:lnTo>
                <a:lnTo>
                  <a:pt x="1444661" y="3959695"/>
                </a:lnTo>
                <a:lnTo>
                  <a:pt x="1483041" y="3989881"/>
                </a:lnTo>
                <a:lnTo>
                  <a:pt x="1515936" y="4020067"/>
                </a:lnTo>
                <a:lnTo>
                  <a:pt x="1551573" y="4052999"/>
                </a:lnTo>
                <a:lnTo>
                  <a:pt x="4345134" y="6857999"/>
                </a:lnTo>
                <a:lnTo>
                  <a:pt x="1774225" y="6857999"/>
                </a:lnTo>
                <a:lnTo>
                  <a:pt x="263165" y="5342778"/>
                </a:lnTo>
                <a:lnTo>
                  <a:pt x="230270" y="5307103"/>
                </a:lnTo>
                <a:lnTo>
                  <a:pt x="202857" y="5274172"/>
                </a:lnTo>
                <a:lnTo>
                  <a:pt x="175444" y="5238497"/>
                </a:lnTo>
                <a:lnTo>
                  <a:pt x="148030" y="5200079"/>
                </a:lnTo>
                <a:lnTo>
                  <a:pt x="123358" y="5161661"/>
                </a:lnTo>
                <a:lnTo>
                  <a:pt x="104171" y="5123241"/>
                </a:lnTo>
                <a:lnTo>
                  <a:pt x="82239" y="5082077"/>
                </a:lnTo>
                <a:lnTo>
                  <a:pt x="65792" y="5040914"/>
                </a:lnTo>
                <a:lnTo>
                  <a:pt x="49345" y="4999752"/>
                </a:lnTo>
                <a:lnTo>
                  <a:pt x="35638" y="4955844"/>
                </a:lnTo>
                <a:lnTo>
                  <a:pt x="24672" y="4914681"/>
                </a:lnTo>
                <a:lnTo>
                  <a:pt x="13707" y="4870773"/>
                </a:lnTo>
                <a:lnTo>
                  <a:pt x="8225" y="4826865"/>
                </a:lnTo>
                <a:lnTo>
                  <a:pt x="2744" y="4785702"/>
                </a:lnTo>
                <a:lnTo>
                  <a:pt x="0" y="4741796"/>
                </a:lnTo>
                <a:lnTo>
                  <a:pt x="0" y="4697888"/>
                </a:lnTo>
                <a:lnTo>
                  <a:pt x="0" y="4653981"/>
                </a:lnTo>
                <a:lnTo>
                  <a:pt x="2744" y="4610073"/>
                </a:lnTo>
                <a:lnTo>
                  <a:pt x="8225" y="4566165"/>
                </a:lnTo>
                <a:lnTo>
                  <a:pt x="13707" y="4522259"/>
                </a:lnTo>
                <a:lnTo>
                  <a:pt x="24672" y="4481095"/>
                </a:lnTo>
                <a:lnTo>
                  <a:pt x="35638" y="4437188"/>
                </a:lnTo>
                <a:lnTo>
                  <a:pt x="49345" y="4393280"/>
                </a:lnTo>
                <a:lnTo>
                  <a:pt x="65792" y="4354861"/>
                </a:lnTo>
                <a:lnTo>
                  <a:pt x="82239" y="4313698"/>
                </a:lnTo>
                <a:lnTo>
                  <a:pt x="104171" y="4272536"/>
                </a:lnTo>
                <a:lnTo>
                  <a:pt x="123358" y="4234116"/>
                </a:lnTo>
                <a:lnTo>
                  <a:pt x="148030" y="4195697"/>
                </a:lnTo>
                <a:lnTo>
                  <a:pt x="175444" y="4160023"/>
                </a:lnTo>
                <a:lnTo>
                  <a:pt x="202857" y="4121603"/>
                </a:lnTo>
                <a:lnTo>
                  <a:pt x="230270" y="4085929"/>
                </a:lnTo>
                <a:lnTo>
                  <a:pt x="263165" y="4052999"/>
                </a:lnTo>
                <a:lnTo>
                  <a:pt x="296062" y="4020067"/>
                </a:lnTo>
                <a:lnTo>
                  <a:pt x="331697" y="3989881"/>
                </a:lnTo>
                <a:lnTo>
                  <a:pt x="370076" y="3959695"/>
                </a:lnTo>
                <a:lnTo>
                  <a:pt x="405711" y="3934997"/>
                </a:lnTo>
                <a:lnTo>
                  <a:pt x="444090" y="3913043"/>
                </a:lnTo>
                <a:lnTo>
                  <a:pt x="482469" y="3888346"/>
                </a:lnTo>
                <a:lnTo>
                  <a:pt x="523588" y="3869136"/>
                </a:lnTo>
                <a:lnTo>
                  <a:pt x="564708" y="3852671"/>
                </a:lnTo>
                <a:lnTo>
                  <a:pt x="605827" y="3836206"/>
                </a:lnTo>
                <a:lnTo>
                  <a:pt x="646947" y="3822484"/>
                </a:lnTo>
                <a:lnTo>
                  <a:pt x="688066" y="3811507"/>
                </a:lnTo>
                <a:lnTo>
                  <a:pt x="731926" y="3803275"/>
                </a:lnTo>
                <a:lnTo>
                  <a:pt x="775786" y="3795043"/>
                </a:lnTo>
                <a:lnTo>
                  <a:pt x="816907" y="3792299"/>
                </a:lnTo>
                <a:close/>
                <a:moveTo>
                  <a:pt x="975900" y="1075531"/>
                </a:moveTo>
                <a:lnTo>
                  <a:pt x="1019761" y="1078274"/>
                </a:lnTo>
                <a:lnTo>
                  <a:pt x="1063623" y="1081018"/>
                </a:lnTo>
                <a:lnTo>
                  <a:pt x="1107484" y="1083763"/>
                </a:lnTo>
                <a:lnTo>
                  <a:pt x="1151344" y="1091995"/>
                </a:lnTo>
                <a:lnTo>
                  <a:pt x="1192463" y="1102972"/>
                </a:lnTo>
                <a:lnTo>
                  <a:pt x="1236324" y="1113948"/>
                </a:lnTo>
                <a:lnTo>
                  <a:pt x="1274702" y="1127671"/>
                </a:lnTo>
                <a:lnTo>
                  <a:pt x="1318562" y="1141391"/>
                </a:lnTo>
                <a:lnTo>
                  <a:pt x="1359682" y="1160601"/>
                </a:lnTo>
                <a:lnTo>
                  <a:pt x="1398058" y="1179811"/>
                </a:lnTo>
                <a:lnTo>
                  <a:pt x="1439178" y="1201764"/>
                </a:lnTo>
                <a:lnTo>
                  <a:pt x="1477556" y="1226461"/>
                </a:lnTo>
                <a:lnTo>
                  <a:pt x="1513194" y="1251160"/>
                </a:lnTo>
                <a:lnTo>
                  <a:pt x="1551573" y="1278601"/>
                </a:lnTo>
                <a:lnTo>
                  <a:pt x="1584468" y="1311532"/>
                </a:lnTo>
                <a:lnTo>
                  <a:pt x="1620103" y="1341718"/>
                </a:lnTo>
                <a:lnTo>
                  <a:pt x="7115932" y="6857999"/>
                </a:lnTo>
                <a:lnTo>
                  <a:pt x="4543996" y="6857999"/>
                </a:lnTo>
                <a:lnTo>
                  <a:pt x="331697" y="2631498"/>
                </a:lnTo>
                <a:lnTo>
                  <a:pt x="301543" y="2601310"/>
                </a:lnTo>
                <a:lnTo>
                  <a:pt x="271390" y="2562893"/>
                </a:lnTo>
                <a:lnTo>
                  <a:pt x="243976" y="2527217"/>
                </a:lnTo>
                <a:lnTo>
                  <a:pt x="216563" y="2491543"/>
                </a:lnTo>
                <a:lnTo>
                  <a:pt x="191891" y="2450380"/>
                </a:lnTo>
                <a:lnTo>
                  <a:pt x="172702" y="2414705"/>
                </a:lnTo>
                <a:lnTo>
                  <a:pt x="150772" y="2373541"/>
                </a:lnTo>
                <a:lnTo>
                  <a:pt x="134324" y="2329634"/>
                </a:lnTo>
                <a:lnTo>
                  <a:pt x="117877" y="2291216"/>
                </a:lnTo>
                <a:lnTo>
                  <a:pt x="106912" y="2247308"/>
                </a:lnTo>
                <a:lnTo>
                  <a:pt x="93205" y="2203400"/>
                </a:lnTo>
                <a:lnTo>
                  <a:pt x="82239" y="2162238"/>
                </a:lnTo>
                <a:lnTo>
                  <a:pt x="76757" y="2118330"/>
                </a:lnTo>
                <a:lnTo>
                  <a:pt x="71275" y="2074424"/>
                </a:lnTo>
                <a:lnTo>
                  <a:pt x="68533" y="2030516"/>
                </a:lnTo>
                <a:lnTo>
                  <a:pt x="68533" y="1989352"/>
                </a:lnTo>
                <a:lnTo>
                  <a:pt x="68533" y="1942701"/>
                </a:lnTo>
                <a:lnTo>
                  <a:pt x="71275" y="1898793"/>
                </a:lnTo>
                <a:lnTo>
                  <a:pt x="76757" y="1857629"/>
                </a:lnTo>
                <a:lnTo>
                  <a:pt x="82239" y="1813723"/>
                </a:lnTo>
                <a:lnTo>
                  <a:pt x="93205" y="1769815"/>
                </a:lnTo>
                <a:lnTo>
                  <a:pt x="106912" y="1728652"/>
                </a:lnTo>
                <a:lnTo>
                  <a:pt x="117877" y="1684745"/>
                </a:lnTo>
                <a:lnTo>
                  <a:pt x="134324" y="1643581"/>
                </a:lnTo>
                <a:lnTo>
                  <a:pt x="150772" y="1605162"/>
                </a:lnTo>
                <a:lnTo>
                  <a:pt x="172702" y="1564000"/>
                </a:lnTo>
                <a:lnTo>
                  <a:pt x="191891" y="1522837"/>
                </a:lnTo>
                <a:lnTo>
                  <a:pt x="216563" y="1487162"/>
                </a:lnTo>
                <a:lnTo>
                  <a:pt x="243976" y="1448743"/>
                </a:lnTo>
                <a:lnTo>
                  <a:pt x="271390" y="1413068"/>
                </a:lnTo>
                <a:lnTo>
                  <a:pt x="301543" y="1377393"/>
                </a:lnTo>
                <a:lnTo>
                  <a:pt x="331697" y="1341718"/>
                </a:lnTo>
                <a:lnTo>
                  <a:pt x="367335" y="1311532"/>
                </a:lnTo>
                <a:lnTo>
                  <a:pt x="400229" y="1278601"/>
                </a:lnTo>
                <a:lnTo>
                  <a:pt x="438607" y="1251160"/>
                </a:lnTo>
                <a:lnTo>
                  <a:pt x="474243" y="1226461"/>
                </a:lnTo>
                <a:lnTo>
                  <a:pt x="512622" y="1201764"/>
                </a:lnTo>
                <a:lnTo>
                  <a:pt x="551001" y="1179811"/>
                </a:lnTo>
                <a:lnTo>
                  <a:pt x="592121" y="1160601"/>
                </a:lnTo>
                <a:lnTo>
                  <a:pt x="633240" y="1141391"/>
                </a:lnTo>
                <a:lnTo>
                  <a:pt x="674359" y="1127671"/>
                </a:lnTo>
                <a:lnTo>
                  <a:pt x="715479" y="1113948"/>
                </a:lnTo>
                <a:lnTo>
                  <a:pt x="759339" y="1102972"/>
                </a:lnTo>
                <a:lnTo>
                  <a:pt x="800459" y="1091995"/>
                </a:lnTo>
                <a:lnTo>
                  <a:pt x="844319" y="1083763"/>
                </a:lnTo>
                <a:lnTo>
                  <a:pt x="890920" y="1081018"/>
                </a:lnTo>
                <a:lnTo>
                  <a:pt x="932040" y="1078274"/>
                </a:lnTo>
                <a:close/>
                <a:moveTo>
                  <a:pt x="8785588" y="0"/>
                </a:moveTo>
                <a:lnTo>
                  <a:pt x="9354533" y="0"/>
                </a:lnTo>
                <a:lnTo>
                  <a:pt x="9354533" y="570519"/>
                </a:lnTo>
                <a:close/>
                <a:moveTo>
                  <a:pt x="6019529" y="0"/>
                </a:moveTo>
                <a:lnTo>
                  <a:pt x="8588708" y="0"/>
                </a:lnTo>
                <a:lnTo>
                  <a:pt x="9354533" y="768021"/>
                </a:lnTo>
                <a:lnTo>
                  <a:pt x="9354533" y="3347008"/>
                </a:lnTo>
                <a:close/>
                <a:moveTo>
                  <a:pt x="3248285" y="0"/>
                </a:moveTo>
                <a:lnTo>
                  <a:pt x="5819972" y="0"/>
                </a:lnTo>
                <a:lnTo>
                  <a:pt x="9354533" y="3545079"/>
                </a:lnTo>
                <a:lnTo>
                  <a:pt x="9354533" y="6127044"/>
                </a:lnTo>
                <a:close/>
                <a:moveTo>
                  <a:pt x="476872" y="0"/>
                </a:moveTo>
                <a:lnTo>
                  <a:pt x="3050781" y="0"/>
                </a:lnTo>
                <a:lnTo>
                  <a:pt x="9354533" y="6324693"/>
                </a:lnTo>
                <a:lnTo>
                  <a:pt x="9354533" y="6857999"/>
                </a:lnTo>
                <a:lnTo>
                  <a:pt x="7312522" y="6857999"/>
                </a:lnTo>
                <a:close/>
              </a:path>
            </a:pathLst>
          </a:custGeom>
          <a:gradFill flip="none" rotWithShape="1">
            <a:gsLst>
              <a:gs pos="19000">
                <a:schemeClr val="bg1">
                  <a:alpha val="0"/>
                </a:schemeClr>
              </a:gs>
              <a:gs pos="100000">
                <a:schemeClr val="accent2">
                  <a:alpha val="6000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3" name="Freeform: Shape 35">
            <a:extLst>
              <a:ext uri="{FF2B5EF4-FFF2-40B4-BE49-F238E27FC236}">
                <a16:creationId xmlns:a16="http://schemas.microsoft.com/office/drawing/2014/main" id="{1F9F73FB-0552-5D49-B2DC-849F48259D1A}"/>
              </a:ext>
            </a:extLst>
          </p:cNvPr>
          <p:cNvSpPr/>
          <p:nvPr/>
        </p:nvSpPr>
        <p:spPr>
          <a:xfrm>
            <a:off x="9315925" y="5383213"/>
            <a:ext cx="2584231" cy="1222070"/>
          </a:xfrm>
          <a:custGeom>
            <a:avLst/>
            <a:gdLst>
              <a:gd name="connsiteX0" fmla="*/ 1525169 w 2440693"/>
              <a:gd name="connsiteY0" fmla="*/ 0 h 1149657"/>
              <a:gd name="connsiteX1" fmla="*/ 2412927 w 2440693"/>
              <a:gd name="connsiteY1" fmla="*/ 271173 h 1149657"/>
              <a:gd name="connsiteX2" fmla="*/ 2440693 w 2440693"/>
              <a:gd name="connsiteY2" fmla="*/ 291936 h 1149657"/>
              <a:gd name="connsiteX3" fmla="*/ 2440693 w 2440693"/>
              <a:gd name="connsiteY3" fmla="*/ 857571 h 1149657"/>
              <a:gd name="connsiteX4" fmla="*/ 2148607 w 2440693"/>
              <a:gd name="connsiteY4" fmla="*/ 1149657 h 1149657"/>
              <a:gd name="connsiteX5" fmla="*/ 0 w 2440693"/>
              <a:gd name="connsiteY5" fmla="*/ 1149657 h 1149657"/>
              <a:gd name="connsiteX6" fmla="*/ 8747 w 2440693"/>
              <a:gd name="connsiteY6" fmla="*/ 1115642 h 1149657"/>
              <a:gd name="connsiteX7" fmla="*/ 1525169 w 2440693"/>
              <a:gd name="connsiteY7" fmla="*/ 0 h 11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0693" h="1149657">
                <a:moveTo>
                  <a:pt x="1525169" y="0"/>
                </a:moveTo>
                <a:cubicBezTo>
                  <a:pt x="1854015" y="0"/>
                  <a:pt x="2159512" y="99969"/>
                  <a:pt x="2412927" y="271173"/>
                </a:cubicBezTo>
                <a:lnTo>
                  <a:pt x="2440693" y="291936"/>
                </a:lnTo>
                <a:lnTo>
                  <a:pt x="2440693" y="857571"/>
                </a:lnTo>
                <a:cubicBezTo>
                  <a:pt x="2440693" y="1018886"/>
                  <a:pt x="2309922" y="1149657"/>
                  <a:pt x="2148607" y="1149657"/>
                </a:cubicBezTo>
                <a:lnTo>
                  <a:pt x="0" y="1149657"/>
                </a:lnTo>
                <a:lnTo>
                  <a:pt x="8747" y="1115642"/>
                </a:lnTo>
                <a:cubicBezTo>
                  <a:pt x="209781" y="469295"/>
                  <a:pt x="812670" y="0"/>
                  <a:pt x="1525169"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36">
            <a:extLst>
              <a:ext uri="{FF2B5EF4-FFF2-40B4-BE49-F238E27FC236}">
                <a16:creationId xmlns:a16="http://schemas.microsoft.com/office/drawing/2014/main" id="{8CAE5C51-B8DB-7D41-A4A9-182057E5BA83}"/>
              </a:ext>
            </a:extLst>
          </p:cNvPr>
          <p:cNvSpPr/>
          <p:nvPr/>
        </p:nvSpPr>
        <p:spPr>
          <a:xfrm>
            <a:off x="89613" y="953822"/>
            <a:ext cx="1000694" cy="3175614"/>
          </a:xfrm>
          <a:custGeom>
            <a:avLst/>
            <a:gdLst>
              <a:gd name="connsiteX0" fmla="*/ 0 w 1000694"/>
              <a:gd name="connsiteY0" fmla="*/ 0 h 2948702"/>
              <a:gd name="connsiteX1" fmla="*/ 30934 w 1000694"/>
              <a:gd name="connsiteY1" fmla="*/ 11322 h 2948702"/>
              <a:gd name="connsiteX2" fmla="*/ 1000694 w 1000694"/>
              <a:gd name="connsiteY2" fmla="*/ 1474351 h 2948702"/>
              <a:gd name="connsiteX3" fmla="*/ 30934 w 1000694"/>
              <a:gd name="connsiteY3" fmla="*/ 2937380 h 2948702"/>
              <a:gd name="connsiteX4" fmla="*/ 0 w 1000694"/>
              <a:gd name="connsiteY4" fmla="*/ 2948702 h 294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694" h="2948702">
                <a:moveTo>
                  <a:pt x="0" y="0"/>
                </a:moveTo>
                <a:lnTo>
                  <a:pt x="30934" y="11322"/>
                </a:lnTo>
                <a:cubicBezTo>
                  <a:pt x="600821" y="252364"/>
                  <a:pt x="1000694" y="816660"/>
                  <a:pt x="1000694" y="1474351"/>
                </a:cubicBezTo>
                <a:cubicBezTo>
                  <a:pt x="1000694" y="2132043"/>
                  <a:pt x="600821" y="2696338"/>
                  <a:pt x="30934" y="2937380"/>
                </a:cubicBezTo>
                <a:lnTo>
                  <a:pt x="0" y="2948702"/>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TextBox 22">
            <a:extLst>
              <a:ext uri="{FF2B5EF4-FFF2-40B4-BE49-F238E27FC236}">
                <a16:creationId xmlns:a16="http://schemas.microsoft.com/office/drawing/2014/main" id="{EB75AC3D-CC4B-4788-EA28-DFBCF1EC1530}"/>
              </a:ext>
            </a:extLst>
          </p:cNvPr>
          <p:cNvSpPr txBox="1"/>
          <p:nvPr/>
        </p:nvSpPr>
        <p:spPr>
          <a:xfrm>
            <a:off x="587864" y="326244"/>
            <a:ext cx="4050670" cy="707886"/>
          </a:xfrm>
          <a:prstGeom prst="rect">
            <a:avLst/>
          </a:prstGeom>
          <a:noFill/>
        </p:spPr>
        <p:txBody>
          <a:bodyPr wrap="square" lIns="91440" tIns="45720" rIns="91440" bIns="45720" rtlCol="0" anchor="t">
            <a:spAutoFit/>
          </a:bodyPr>
          <a:lstStyle/>
          <a:p>
            <a:r>
              <a:rPr lang="en-US" sz="4000">
                <a:solidFill>
                  <a:schemeClr val="bg1"/>
                </a:solidFill>
                <a:latin typeface="+mj-lt"/>
                <a:cs typeface="Poppins SemiBold"/>
              </a:rPr>
              <a:t>RESULTS</a:t>
            </a:r>
            <a:endParaRPr lang="en-US" sz="4000">
              <a:solidFill>
                <a:schemeClr val="bg1"/>
              </a:solidFill>
              <a:latin typeface="+mj-lt"/>
              <a:cs typeface="Poppins SemiBold" panose="00000700000000000000" pitchFamily="2" charset="0"/>
            </a:endParaRPr>
          </a:p>
        </p:txBody>
      </p:sp>
      <p:pic>
        <p:nvPicPr>
          <p:cNvPr id="3" name="Picture 2">
            <a:extLst>
              <a:ext uri="{FF2B5EF4-FFF2-40B4-BE49-F238E27FC236}">
                <a16:creationId xmlns:a16="http://schemas.microsoft.com/office/drawing/2014/main" id="{D0BB3248-4714-531E-0EB2-001C410FBD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818" y="1149711"/>
            <a:ext cx="11295444" cy="5224143"/>
          </a:xfrm>
          <a:prstGeom prst="rect">
            <a:avLst/>
          </a:prstGeom>
        </p:spPr>
      </p:pic>
    </p:spTree>
    <p:extLst>
      <p:ext uri="{BB962C8B-B14F-4D97-AF65-F5344CB8AC3E}">
        <p14:creationId xmlns:p14="http://schemas.microsoft.com/office/powerpoint/2010/main" val="3181251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100000">
              <a:schemeClr val="accent2"/>
            </a:gs>
            <a:gs pos="60500">
              <a:schemeClr val="accent3">
                <a:lumMod val="50000"/>
                <a:lumOff val="50000"/>
              </a:schemeClr>
            </a:gs>
            <a:gs pos="0">
              <a:schemeClr val="accent1"/>
            </a:gs>
          </a:gsLst>
          <a:lin ang="4200000" scaled="0"/>
        </a:gradFill>
        <a:effectLst/>
      </p:bgPr>
    </p:bg>
    <p:spTree>
      <p:nvGrpSpPr>
        <p:cNvPr id="1" name="">
          <a:extLst>
            <a:ext uri="{FF2B5EF4-FFF2-40B4-BE49-F238E27FC236}">
              <a16:creationId xmlns:a16="http://schemas.microsoft.com/office/drawing/2014/main" id="{5D8F2577-E46C-6E30-F6DB-199DA54BB453}"/>
            </a:ext>
          </a:extLst>
        </p:cNvPr>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86CF671A-2B2F-99B4-3493-8C6117E07B7A}"/>
              </a:ext>
            </a:extLst>
          </p:cNvPr>
          <p:cNvSpPr/>
          <p:nvPr/>
        </p:nvSpPr>
        <p:spPr>
          <a:xfrm>
            <a:off x="1" y="1024257"/>
            <a:ext cx="1119335" cy="3034744"/>
          </a:xfrm>
          <a:custGeom>
            <a:avLst/>
            <a:gdLst>
              <a:gd name="connsiteX0" fmla="*/ 0 w 1119335"/>
              <a:gd name="connsiteY0" fmla="*/ 0 h 3034744"/>
              <a:gd name="connsiteX1" fmla="*/ 3693 w 1119335"/>
              <a:gd name="connsiteY1" fmla="*/ 950 h 3034744"/>
              <a:gd name="connsiteX2" fmla="*/ 1119335 w 1119335"/>
              <a:gd name="connsiteY2" fmla="*/ 1517372 h 3034744"/>
              <a:gd name="connsiteX3" fmla="*/ 3693 w 1119335"/>
              <a:gd name="connsiteY3" fmla="*/ 3033795 h 3034744"/>
              <a:gd name="connsiteX4" fmla="*/ 0 w 1119335"/>
              <a:gd name="connsiteY4" fmla="*/ 3034744 h 3034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35" h="3034744">
                <a:moveTo>
                  <a:pt x="0" y="0"/>
                </a:moveTo>
                <a:lnTo>
                  <a:pt x="3693" y="950"/>
                </a:lnTo>
                <a:cubicBezTo>
                  <a:pt x="650040" y="201984"/>
                  <a:pt x="1119335" y="804873"/>
                  <a:pt x="1119335" y="1517372"/>
                </a:cubicBezTo>
                <a:cubicBezTo>
                  <a:pt x="1119335" y="2229871"/>
                  <a:pt x="650040" y="2832760"/>
                  <a:pt x="3693" y="3033795"/>
                </a:cubicBezTo>
                <a:lnTo>
                  <a:pt x="0" y="3034744"/>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任意多边形: 形状 4">
            <a:extLst>
              <a:ext uri="{FF2B5EF4-FFF2-40B4-BE49-F238E27FC236}">
                <a16:creationId xmlns:a16="http://schemas.microsoft.com/office/drawing/2014/main" id="{D0C24A11-DDEB-9B27-B7B6-563E73CA2C6A}"/>
              </a:ext>
            </a:extLst>
          </p:cNvPr>
          <p:cNvSpPr/>
          <p:nvPr/>
        </p:nvSpPr>
        <p:spPr>
          <a:xfrm>
            <a:off x="9324824" y="5498794"/>
            <a:ext cx="2867177" cy="1359207"/>
          </a:xfrm>
          <a:custGeom>
            <a:avLst/>
            <a:gdLst>
              <a:gd name="connsiteX0" fmla="*/ 1569498 w 2867177"/>
              <a:gd name="connsiteY0" fmla="*/ 0 h 1359207"/>
              <a:gd name="connsiteX1" fmla="*/ 2794727 w 2867177"/>
              <a:gd name="connsiteY1" fmla="*/ 577814 h 1359207"/>
              <a:gd name="connsiteX2" fmla="*/ 2867177 w 2867177"/>
              <a:gd name="connsiteY2" fmla="*/ 674700 h 1359207"/>
              <a:gd name="connsiteX3" fmla="*/ 2867177 w 2867177"/>
              <a:gd name="connsiteY3" fmla="*/ 1359207 h 1359207"/>
              <a:gd name="connsiteX4" fmla="*/ 0 w 2867177"/>
              <a:gd name="connsiteY4" fmla="*/ 1359207 h 1359207"/>
              <a:gd name="connsiteX5" fmla="*/ 13950 w 2867177"/>
              <a:gd name="connsiteY5" fmla="*/ 1267809 h 1359207"/>
              <a:gd name="connsiteX6" fmla="*/ 1569498 w 2867177"/>
              <a:gd name="connsiteY6" fmla="*/ 0 h 135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177" h="1359207">
                <a:moveTo>
                  <a:pt x="1569498" y="0"/>
                </a:moveTo>
                <a:cubicBezTo>
                  <a:pt x="2062767" y="0"/>
                  <a:pt x="2503500" y="224929"/>
                  <a:pt x="2794727" y="577814"/>
                </a:cubicBezTo>
                <a:lnTo>
                  <a:pt x="2867177" y="674700"/>
                </a:lnTo>
                <a:lnTo>
                  <a:pt x="2867177" y="1359207"/>
                </a:lnTo>
                <a:lnTo>
                  <a:pt x="0" y="1359207"/>
                </a:lnTo>
                <a:lnTo>
                  <a:pt x="13950" y="1267809"/>
                </a:lnTo>
                <a:cubicBezTo>
                  <a:pt x="162007" y="544272"/>
                  <a:pt x="802191" y="0"/>
                  <a:pt x="1569498"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6" name="Group 32">
            <a:extLst>
              <a:ext uri="{FF2B5EF4-FFF2-40B4-BE49-F238E27FC236}">
                <a16:creationId xmlns:a16="http://schemas.microsoft.com/office/drawing/2014/main" id="{D8E73862-54E7-609A-8D7C-0AB0EA5C6D65}"/>
              </a:ext>
            </a:extLst>
          </p:cNvPr>
          <p:cNvGrpSpPr/>
          <p:nvPr/>
        </p:nvGrpSpPr>
        <p:grpSpPr>
          <a:xfrm>
            <a:off x="8941188" y="1491640"/>
            <a:ext cx="2064994" cy="2064994"/>
            <a:chOff x="10640582" y="1220864"/>
            <a:chExt cx="2064994" cy="2064994"/>
          </a:xfrm>
        </p:grpSpPr>
        <p:sp>
          <p:nvSpPr>
            <p:cNvPr id="7" name="Circle: Hollow 38">
              <a:extLst>
                <a:ext uri="{FF2B5EF4-FFF2-40B4-BE49-F238E27FC236}">
                  <a16:creationId xmlns:a16="http://schemas.microsoft.com/office/drawing/2014/main" id="{4B9B6C26-FAEC-F605-0962-FBC0B12999AA}"/>
                </a:ext>
              </a:extLst>
            </p:cNvPr>
            <p:cNvSpPr/>
            <p:nvPr/>
          </p:nvSpPr>
          <p:spPr>
            <a:xfrm rot="20700000">
              <a:off x="10640582" y="1220864"/>
              <a:ext cx="2064994" cy="2064994"/>
            </a:xfrm>
            <a:prstGeom prst="donut">
              <a:avLst>
                <a:gd name="adj" fmla="val 37753"/>
              </a:avLst>
            </a:prstGeom>
            <a:gradFill>
              <a:gsLst>
                <a:gs pos="100000">
                  <a:schemeClr val="accent6"/>
                </a:gs>
                <a:gs pos="60000">
                  <a:schemeClr val="accent5"/>
                </a:gs>
                <a:gs pos="5000">
                  <a:schemeClr val="accent4"/>
                </a:gs>
              </a:gsLst>
              <a:path path="circle">
                <a:fillToRect l="100000" t="100000"/>
              </a:path>
            </a:gradFill>
            <a:ln>
              <a:noFill/>
            </a:ln>
            <a:effectLst>
              <a:outerShdw blurRad="774700" dist="546100" dir="2700000" algn="tl" rotWithShape="0">
                <a:prstClr val="black">
                  <a:alpha val="40000"/>
                </a:prstClr>
              </a:outerShdw>
              <a:softEdge rad="698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ircle: Hollow 39">
              <a:extLst>
                <a:ext uri="{FF2B5EF4-FFF2-40B4-BE49-F238E27FC236}">
                  <a16:creationId xmlns:a16="http://schemas.microsoft.com/office/drawing/2014/main" id="{E9AC9F19-F94B-76B7-0BD6-DB88AC93F9E7}"/>
                </a:ext>
              </a:extLst>
            </p:cNvPr>
            <p:cNvSpPr/>
            <p:nvPr/>
          </p:nvSpPr>
          <p:spPr>
            <a:xfrm rot="20700000">
              <a:off x="10864033" y="1444315"/>
              <a:ext cx="1618092" cy="1618092"/>
            </a:xfrm>
            <a:prstGeom prst="donut">
              <a:avLst/>
            </a:prstGeom>
            <a:solidFill>
              <a:schemeClr val="bg1"/>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ircle: Hollow 40">
              <a:extLst>
                <a:ext uri="{FF2B5EF4-FFF2-40B4-BE49-F238E27FC236}">
                  <a16:creationId xmlns:a16="http://schemas.microsoft.com/office/drawing/2014/main" id="{0DA83428-85F9-FE77-F8EF-D316AAE5611A}"/>
                </a:ext>
              </a:extLst>
            </p:cNvPr>
            <p:cNvSpPr/>
            <p:nvPr/>
          </p:nvSpPr>
          <p:spPr>
            <a:xfrm rot="20700000">
              <a:off x="10864033" y="1444315"/>
              <a:ext cx="1618092" cy="1618092"/>
            </a:xfrm>
            <a:prstGeom prst="donut">
              <a:avLst/>
            </a:prstGeom>
            <a:gradFill>
              <a:gsLst>
                <a:gs pos="100000">
                  <a:schemeClr val="accent6"/>
                </a:gs>
                <a:gs pos="60000">
                  <a:schemeClr val="accent5"/>
                </a:gs>
                <a:gs pos="5000">
                  <a:schemeClr val="accent4"/>
                </a:gs>
              </a:gsLst>
              <a:path path="circle">
                <a:fillToRect l="100000" t="100000"/>
              </a:path>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10" name="Rectangle: Rounded Corners 31">
            <a:extLst>
              <a:ext uri="{FF2B5EF4-FFF2-40B4-BE49-F238E27FC236}">
                <a16:creationId xmlns:a16="http://schemas.microsoft.com/office/drawing/2014/main" id="{1C037D3C-F4BC-2F26-6670-7CA1940166C9}"/>
              </a:ext>
            </a:extLst>
          </p:cNvPr>
          <p:cNvSpPr/>
          <p:nvPr/>
        </p:nvSpPr>
        <p:spPr>
          <a:xfrm>
            <a:off x="193780" y="342709"/>
            <a:ext cx="11707521" cy="6229541"/>
          </a:xfrm>
          <a:prstGeom prst="roundRect">
            <a:avLst>
              <a:gd name="adj" fmla="val 4883"/>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任意多边形: 形状 10">
            <a:extLst>
              <a:ext uri="{FF2B5EF4-FFF2-40B4-BE49-F238E27FC236}">
                <a16:creationId xmlns:a16="http://schemas.microsoft.com/office/drawing/2014/main" id="{5D85255B-0580-FC29-2820-27959F44FFE4}"/>
              </a:ext>
            </a:extLst>
          </p:cNvPr>
          <p:cNvSpPr/>
          <p:nvPr/>
        </p:nvSpPr>
        <p:spPr>
          <a:xfrm>
            <a:off x="2837467" y="2"/>
            <a:ext cx="9354533" cy="6857999"/>
          </a:xfrm>
          <a:custGeom>
            <a:avLst/>
            <a:gdLst>
              <a:gd name="connsiteX0" fmla="*/ 811424 w 9354533"/>
              <a:gd name="connsiteY0" fmla="*/ 6511811 h 6857999"/>
              <a:gd name="connsiteX1" fmla="*/ 855285 w 9354533"/>
              <a:gd name="connsiteY1" fmla="*/ 6511811 h 6857999"/>
              <a:gd name="connsiteX2" fmla="*/ 899145 w 9354533"/>
              <a:gd name="connsiteY2" fmla="*/ 6511811 h 6857999"/>
              <a:gd name="connsiteX3" fmla="*/ 940265 w 9354533"/>
              <a:gd name="connsiteY3" fmla="*/ 6514555 h 6857999"/>
              <a:gd name="connsiteX4" fmla="*/ 986866 w 9354533"/>
              <a:gd name="connsiteY4" fmla="*/ 6522788 h 6857999"/>
              <a:gd name="connsiteX5" fmla="*/ 1030726 w 9354533"/>
              <a:gd name="connsiteY5" fmla="*/ 6531020 h 6857999"/>
              <a:gd name="connsiteX6" fmla="*/ 1071846 w 9354533"/>
              <a:gd name="connsiteY6" fmla="*/ 6539252 h 6857999"/>
              <a:gd name="connsiteX7" fmla="*/ 1112965 w 9354533"/>
              <a:gd name="connsiteY7" fmla="*/ 6550230 h 6857999"/>
              <a:gd name="connsiteX8" fmla="*/ 1156826 w 9354533"/>
              <a:gd name="connsiteY8" fmla="*/ 6563951 h 6857999"/>
              <a:gd name="connsiteX9" fmla="*/ 1197945 w 9354533"/>
              <a:gd name="connsiteY9" fmla="*/ 6577672 h 6857999"/>
              <a:gd name="connsiteX10" fmla="*/ 1239064 w 9354533"/>
              <a:gd name="connsiteY10" fmla="*/ 6596881 h 6857999"/>
              <a:gd name="connsiteX11" fmla="*/ 1277443 w 9354533"/>
              <a:gd name="connsiteY11" fmla="*/ 6616091 h 6857999"/>
              <a:gd name="connsiteX12" fmla="*/ 1318562 w 9354533"/>
              <a:gd name="connsiteY12" fmla="*/ 6638044 h 6857999"/>
              <a:gd name="connsiteX13" fmla="*/ 1356942 w 9354533"/>
              <a:gd name="connsiteY13" fmla="*/ 6662741 h 6857999"/>
              <a:gd name="connsiteX14" fmla="*/ 1392576 w 9354533"/>
              <a:gd name="connsiteY14" fmla="*/ 6687440 h 6857999"/>
              <a:gd name="connsiteX15" fmla="*/ 1430955 w 9354533"/>
              <a:gd name="connsiteY15" fmla="*/ 6717627 h 6857999"/>
              <a:gd name="connsiteX16" fmla="*/ 1463850 w 9354533"/>
              <a:gd name="connsiteY16" fmla="*/ 6745068 h 6857999"/>
              <a:gd name="connsiteX17" fmla="*/ 1499488 w 9354533"/>
              <a:gd name="connsiteY17" fmla="*/ 6780744 h 6857999"/>
              <a:gd name="connsiteX18" fmla="*/ 1576429 w 9354533"/>
              <a:gd name="connsiteY18" fmla="*/ 6857999 h 6857999"/>
              <a:gd name="connsiteX19" fmla="*/ 141549 w 9354533"/>
              <a:gd name="connsiteY19" fmla="*/ 6857999 h 6857999"/>
              <a:gd name="connsiteX20" fmla="*/ 148030 w 9354533"/>
              <a:gd name="connsiteY20" fmla="*/ 6849348 h 6857999"/>
              <a:gd name="connsiteX21" fmla="*/ 180926 w 9354533"/>
              <a:gd name="connsiteY21" fmla="*/ 6810929 h 6857999"/>
              <a:gd name="connsiteX22" fmla="*/ 211081 w 9354533"/>
              <a:gd name="connsiteY22" fmla="*/ 6780744 h 6857999"/>
              <a:gd name="connsiteX23" fmla="*/ 246717 w 9354533"/>
              <a:gd name="connsiteY23" fmla="*/ 6745068 h 6857999"/>
              <a:gd name="connsiteX24" fmla="*/ 279611 w 9354533"/>
              <a:gd name="connsiteY24" fmla="*/ 6717627 h 6857999"/>
              <a:gd name="connsiteX25" fmla="*/ 317990 w 9354533"/>
              <a:gd name="connsiteY25" fmla="*/ 6687440 h 6857999"/>
              <a:gd name="connsiteX26" fmla="*/ 353629 w 9354533"/>
              <a:gd name="connsiteY26" fmla="*/ 6662741 h 6857999"/>
              <a:gd name="connsiteX27" fmla="*/ 392005 w 9354533"/>
              <a:gd name="connsiteY27" fmla="*/ 6638044 h 6857999"/>
              <a:gd name="connsiteX28" fmla="*/ 433124 w 9354533"/>
              <a:gd name="connsiteY28" fmla="*/ 6616091 h 6857999"/>
              <a:gd name="connsiteX29" fmla="*/ 471503 w 9354533"/>
              <a:gd name="connsiteY29" fmla="*/ 6596881 h 6857999"/>
              <a:gd name="connsiteX30" fmla="*/ 512622 w 9354533"/>
              <a:gd name="connsiteY30" fmla="*/ 6577672 h 6857999"/>
              <a:gd name="connsiteX31" fmla="*/ 553742 w 9354533"/>
              <a:gd name="connsiteY31" fmla="*/ 6563951 h 6857999"/>
              <a:gd name="connsiteX32" fmla="*/ 594861 w 9354533"/>
              <a:gd name="connsiteY32" fmla="*/ 6550230 h 6857999"/>
              <a:gd name="connsiteX33" fmla="*/ 638721 w 9354533"/>
              <a:gd name="connsiteY33" fmla="*/ 6539252 h 6857999"/>
              <a:gd name="connsiteX34" fmla="*/ 679841 w 9354533"/>
              <a:gd name="connsiteY34" fmla="*/ 6531020 h 6857999"/>
              <a:gd name="connsiteX35" fmla="*/ 723702 w 9354533"/>
              <a:gd name="connsiteY35" fmla="*/ 6522788 h 6857999"/>
              <a:gd name="connsiteX36" fmla="*/ 767562 w 9354533"/>
              <a:gd name="connsiteY36" fmla="*/ 6514555 h 6857999"/>
              <a:gd name="connsiteX37" fmla="*/ 863507 w 9354533"/>
              <a:gd name="connsiteY37" fmla="*/ 3786810 h 6857999"/>
              <a:gd name="connsiteX38" fmla="*/ 907368 w 9354533"/>
              <a:gd name="connsiteY38" fmla="*/ 3786810 h 6857999"/>
              <a:gd name="connsiteX39" fmla="*/ 948487 w 9354533"/>
              <a:gd name="connsiteY39" fmla="*/ 3786810 h 6857999"/>
              <a:gd name="connsiteX40" fmla="*/ 992347 w 9354533"/>
              <a:gd name="connsiteY40" fmla="*/ 3792299 h 6857999"/>
              <a:gd name="connsiteX41" fmla="*/ 1038951 w 9354533"/>
              <a:gd name="connsiteY41" fmla="*/ 3795043 h 6857999"/>
              <a:gd name="connsiteX42" fmla="*/ 1080070 w 9354533"/>
              <a:gd name="connsiteY42" fmla="*/ 3803275 h 6857999"/>
              <a:gd name="connsiteX43" fmla="*/ 1123931 w 9354533"/>
              <a:gd name="connsiteY43" fmla="*/ 3811507 h 6857999"/>
              <a:gd name="connsiteX44" fmla="*/ 1167791 w 9354533"/>
              <a:gd name="connsiteY44" fmla="*/ 3822484 h 6857999"/>
              <a:gd name="connsiteX45" fmla="*/ 1206170 w 9354533"/>
              <a:gd name="connsiteY45" fmla="*/ 3836206 h 6857999"/>
              <a:gd name="connsiteX46" fmla="*/ 1250030 w 9354533"/>
              <a:gd name="connsiteY46" fmla="*/ 3852671 h 6857999"/>
              <a:gd name="connsiteX47" fmla="*/ 1291149 w 9354533"/>
              <a:gd name="connsiteY47" fmla="*/ 3869136 h 6857999"/>
              <a:gd name="connsiteX48" fmla="*/ 1329528 w 9354533"/>
              <a:gd name="connsiteY48" fmla="*/ 3888346 h 6857999"/>
              <a:gd name="connsiteX49" fmla="*/ 1370648 w 9354533"/>
              <a:gd name="connsiteY49" fmla="*/ 3913043 h 6857999"/>
              <a:gd name="connsiteX50" fmla="*/ 1406283 w 9354533"/>
              <a:gd name="connsiteY50" fmla="*/ 3934997 h 6857999"/>
              <a:gd name="connsiteX51" fmla="*/ 1444661 w 9354533"/>
              <a:gd name="connsiteY51" fmla="*/ 3959695 h 6857999"/>
              <a:gd name="connsiteX52" fmla="*/ 1483041 w 9354533"/>
              <a:gd name="connsiteY52" fmla="*/ 3989881 h 6857999"/>
              <a:gd name="connsiteX53" fmla="*/ 1515936 w 9354533"/>
              <a:gd name="connsiteY53" fmla="*/ 4020067 h 6857999"/>
              <a:gd name="connsiteX54" fmla="*/ 1551573 w 9354533"/>
              <a:gd name="connsiteY54" fmla="*/ 4052999 h 6857999"/>
              <a:gd name="connsiteX55" fmla="*/ 4345134 w 9354533"/>
              <a:gd name="connsiteY55" fmla="*/ 6857999 h 6857999"/>
              <a:gd name="connsiteX56" fmla="*/ 1774225 w 9354533"/>
              <a:gd name="connsiteY56" fmla="*/ 6857999 h 6857999"/>
              <a:gd name="connsiteX57" fmla="*/ 263165 w 9354533"/>
              <a:gd name="connsiteY57" fmla="*/ 5342778 h 6857999"/>
              <a:gd name="connsiteX58" fmla="*/ 230270 w 9354533"/>
              <a:gd name="connsiteY58" fmla="*/ 5307103 h 6857999"/>
              <a:gd name="connsiteX59" fmla="*/ 202857 w 9354533"/>
              <a:gd name="connsiteY59" fmla="*/ 5274172 h 6857999"/>
              <a:gd name="connsiteX60" fmla="*/ 175444 w 9354533"/>
              <a:gd name="connsiteY60" fmla="*/ 5238497 h 6857999"/>
              <a:gd name="connsiteX61" fmla="*/ 148030 w 9354533"/>
              <a:gd name="connsiteY61" fmla="*/ 5200079 h 6857999"/>
              <a:gd name="connsiteX62" fmla="*/ 123358 w 9354533"/>
              <a:gd name="connsiteY62" fmla="*/ 5161661 h 6857999"/>
              <a:gd name="connsiteX63" fmla="*/ 104171 w 9354533"/>
              <a:gd name="connsiteY63" fmla="*/ 5123241 h 6857999"/>
              <a:gd name="connsiteX64" fmla="*/ 82239 w 9354533"/>
              <a:gd name="connsiteY64" fmla="*/ 5082077 h 6857999"/>
              <a:gd name="connsiteX65" fmla="*/ 65792 w 9354533"/>
              <a:gd name="connsiteY65" fmla="*/ 5040914 h 6857999"/>
              <a:gd name="connsiteX66" fmla="*/ 49345 w 9354533"/>
              <a:gd name="connsiteY66" fmla="*/ 4999752 h 6857999"/>
              <a:gd name="connsiteX67" fmla="*/ 35638 w 9354533"/>
              <a:gd name="connsiteY67" fmla="*/ 4955844 h 6857999"/>
              <a:gd name="connsiteX68" fmla="*/ 24672 w 9354533"/>
              <a:gd name="connsiteY68" fmla="*/ 4914681 h 6857999"/>
              <a:gd name="connsiteX69" fmla="*/ 13707 w 9354533"/>
              <a:gd name="connsiteY69" fmla="*/ 4870773 h 6857999"/>
              <a:gd name="connsiteX70" fmla="*/ 8225 w 9354533"/>
              <a:gd name="connsiteY70" fmla="*/ 4826865 h 6857999"/>
              <a:gd name="connsiteX71" fmla="*/ 2744 w 9354533"/>
              <a:gd name="connsiteY71" fmla="*/ 4785702 h 6857999"/>
              <a:gd name="connsiteX72" fmla="*/ 0 w 9354533"/>
              <a:gd name="connsiteY72" fmla="*/ 4741796 h 6857999"/>
              <a:gd name="connsiteX73" fmla="*/ 0 w 9354533"/>
              <a:gd name="connsiteY73" fmla="*/ 4697888 h 6857999"/>
              <a:gd name="connsiteX74" fmla="*/ 0 w 9354533"/>
              <a:gd name="connsiteY74" fmla="*/ 4653981 h 6857999"/>
              <a:gd name="connsiteX75" fmla="*/ 2744 w 9354533"/>
              <a:gd name="connsiteY75" fmla="*/ 4610073 h 6857999"/>
              <a:gd name="connsiteX76" fmla="*/ 8225 w 9354533"/>
              <a:gd name="connsiteY76" fmla="*/ 4566165 h 6857999"/>
              <a:gd name="connsiteX77" fmla="*/ 13707 w 9354533"/>
              <a:gd name="connsiteY77" fmla="*/ 4522259 h 6857999"/>
              <a:gd name="connsiteX78" fmla="*/ 24672 w 9354533"/>
              <a:gd name="connsiteY78" fmla="*/ 4481095 h 6857999"/>
              <a:gd name="connsiteX79" fmla="*/ 35638 w 9354533"/>
              <a:gd name="connsiteY79" fmla="*/ 4437188 h 6857999"/>
              <a:gd name="connsiteX80" fmla="*/ 49345 w 9354533"/>
              <a:gd name="connsiteY80" fmla="*/ 4393280 h 6857999"/>
              <a:gd name="connsiteX81" fmla="*/ 65792 w 9354533"/>
              <a:gd name="connsiteY81" fmla="*/ 4354861 h 6857999"/>
              <a:gd name="connsiteX82" fmla="*/ 82239 w 9354533"/>
              <a:gd name="connsiteY82" fmla="*/ 4313698 h 6857999"/>
              <a:gd name="connsiteX83" fmla="*/ 104171 w 9354533"/>
              <a:gd name="connsiteY83" fmla="*/ 4272536 h 6857999"/>
              <a:gd name="connsiteX84" fmla="*/ 123358 w 9354533"/>
              <a:gd name="connsiteY84" fmla="*/ 4234116 h 6857999"/>
              <a:gd name="connsiteX85" fmla="*/ 148030 w 9354533"/>
              <a:gd name="connsiteY85" fmla="*/ 4195697 h 6857999"/>
              <a:gd name="connsiteX86" fmla="*/ 175444 w 9354533"/>
              <a:gd name="connsiteY86" fmla="*/ 4160023 h 6857999"/>
              <a:gd name="connsiteX87" fmla="*/ 202857 w 9354533"/>
              <a:gd name="connsiteY87" fmla="*/ 4121603 h 6857999"/>
              <a:gd name="connsiteX88" fmla="*/ 230270 w 9354533"/>
              <a:gd name="connsiteY88" fmla="*/ 4085929 h 6857999"/>
              <a:gd name="connsiteX89" fmla="*/ 263165 w 9354533"/>
              <a:gd name="connsiteY89" fmla="*/ 4052999 h 6857999"/>
              <a:gd name="connsiteX90" fmla="*/ 296062 w 9354533"/>
              <a:gd name="connsiteY90" fmla="*/ 4020067 h 6857999"/>
              <a:gd name="connsiteX91" fmla="*/ 331697 w 9354533"/>
              <a:gd name="connsiteY91" fmla="*/ 3989881 h 6857999"/>
              <a:gd name="connsiteX92" fmla="*/ 370076 w 9354533"/>
              <a:gd name="connsiteY92" fmla="*/ 3959695 h 6857999"/>
              <a:gd name="connsiteX93" fmla="*/ 405711 w 9354533"/>
              <a:gd name="connsiteY93" fmla="*/ 3934997 h 6857999"/>
              <a:gd name="connsiteX94" fmla="*/ 444090 w 9354533"/>
              <a:gd name="connsiteY94" fmla="*/ 3913043 h 6857999"/>
              <a:gd name="connsiteX95" fmla="*/ 482469 w 9354533"/>
              <a:gd name="connsiteY95" fmla="*/ 3888346 h 6857999"/>
              <a:gd name="connsiteX96" fmla="*/ 523588 w 9354533"/>
              <a:gd name="connsiteY96" fmla="*/ 3869136 h 6857999"/>
              <a:gd name="connsiteX97" fmla="*/ 564708 w 9354533"/>
              <a:gd name="connsiteY97" fmla="*/ 3852671 h 6857999"/>
              <a:gd name="connsiteX98" fmla="*/ 605827 w 9354533"/>
              <a:gd name="connsiteY98" fmla="*/ 3836206 h 6857999"/>
              <a:gd name="connsiteX99" fmla="*/ 646947 w 9354533"/>
              <a:gd name="connsiteY99" fmla="*/ 3822484 h 6857999"/>
              <a:gd name="connsiteX100" fmla="*/ 688066 w 9354533"/>
              <a:gd name="connsiteY100" fmla="*/ 3811507 h 6857999"/>
              <a:gd name="connsiteX101" fmla="*/ 731926 w 9354533"/>
              <a:gd name="connsiteY101" fmla="*/ 3803275 h 6857999"/>
              <a:gd name="connsiteX102" fmla="*/ 775786 w 9354533"/>
              <a:gd name="connsiteY102" fmla="*/ 3795043 h 6857999"/>
              <a:gd name="connsiteX103" fmla="*/ 816907 w 9354533"/>
              <a:gd name="connsiteY103" fmla="*/ 3792299 h 6857999"/>
              <a:gd name="connsiteX104" fmla="*/ 975900 w 9354533"/>
              <a:gd name="connsiteY104" fmla="*/ 1075531 h 6857999"/>
              <a:gd name="connsiteX105" fmla="*/ 1019761 w 9354533"/>
              <a:gd name="connsiteY105" fmla="*/ 1078274 h 6857999"/>
              <a:gd name="connsiteX106" fmla="*/ 1063623 w 9354533"/>
              <a:gd name="connsiteY106" fmla="*/ 1081018 h 6857999"/>
              <a:gd name="connsiteX107" fmla="*/ 1107484 w 9354533"/>
              <a:gd name="connsiteY107" fmla="*/ 1083763 h 6857999"/>
              <a:gd name="connsiteX108" fmla="*/ 1151344 w 9354533"/>
              <a:gd name="connsiteY108" fmla="*/ 1091995 h 6857999"/>
              <a:gd name="connsiteX109" fmla="*/ 1192463 w 9354533"/>
              <a:gd name="connsiteY109" fmla="*/ 1102972 h 6857999"/>
              <a:gd name="connsiteX110" fmla="*/ 1236324 w 9354533"/>
              <a:gd name="connsiteY110" fmla="*/ 1113948 h 6857999"/>
              <a:gd name="connsiteX111" fmla="*/ 1274702 w 9354533"/>
              <a:gd name="connsiteY111" fmla="*/ 1127671 h 6857999"/>
              <a:gd name="connsiteX112" fmla="*/ 1318562 w 9354533"/>
              <a:gd name="connsiteY112" fmla="*/ 1141391 h 6857999"/>
              <a:gd name="connsiteX113" fmla="*/ 1359682 w 9354533"/>
              <a:gd name="connsiteY113" fmla="*/ 1160601 h 6857999"/>
              <a:gd name="connsiteX114" fmla="*/ 1398058 w 9354533"/>
              <a:gd name="connsiteY114" fmla="*/ 1179811 h 6857999"/>
              <a:gd name="connsiteX115" fmla="*/ 1439178 w 9354533"/>
              <a:gd name="connsiteY115" fmla="*/ 1201764 h 6857999"/>
              <a:gd name="connsiteX116" fmla="*/ 1477556 w 9354533"/>
              <a:gd name="connsiteY116" fmla="*/ 1226461 h 6857999"/>
              <a:gd name="connsiteX117" fmla="*/ 1513194 w 9354533"/>
              <a:gd name="connsiteY117" fmla="*/ 1251160 h 6857999"/>
              <a:gd name="connsiteX118" fmla="*/ 1551573 w 9354533"/>
              <a:gd name="connsiteY118" fmla="*/ 1278601 h 6857999"/>
              <a:gd name="connsiteX119" fmla="*/ 1584468 w 9354533"/>
              <a:gd name="connsiteY119" fmla="*/ 1311532 h 6857999"/>
              <a:gd name="connsiteX120" fmla="*/ 1620103 w 9354533"/>
              <a:gd name="connsiteY120" fmla="*/ 1341718 h 6857999"/>
              <a:gd name="connsiteX121" fmla="*/ 7115932 w 9354533"/>
              <a:gd name="connsiteY121" fmla="*/ 6857999 h 6857999"/>
              <a:gd name="connsiteX122" fmla="*/ 4543996 w 9354533"/>
              <a:gd name="connsiteY122" fmla="*/ 6857999 h 6857999"/>
              <a:gd name="connsiteX123" fmla="*/ 331697 w 9354533"/>
              <a:gd name="connsiteY123" fmla="*/ 2631498 h 6857999"/>
              <a:gd name="connsiteX124" fmla="*/ 301543 w 9354533"/>
              <a:gd name="connsiteY124" fmla="*/ 2601310 h 6857999"/>
              <a:gd name="connsiteX125" fmla="*/ 271390 w 9354533"/>
              <a:gd name="connsiteY125" fmla="*/ 2562893 h 6857999"/>
              <a:gd name="connsiteX126" fmla="*/ 243976 w 9354533"/>
              <a:gd name="connsiteY126" fmla="*/ 2527217 h 6857999"/>
              <a:gd name="connsiteX127" fmla="*/ 216563 w 9354533"/>
              <a:gd name="connsiteY127" fmla="*/ 2491543 h 6857999"/>
              <a:gd name="connsiteX128" fmla="*/ 191891 w 9354533"/>
              <a:gd name="connsiteY128" fmla="*/ 2450380 h 6857999"/>
              <a:gd name="connsiteX129" fmla="*/ 172702 w 9354533"/>
              <a:gd name="connsiteY129" fmla="*/ 2414705 h 6857999"/>
              <a:gd name="connsiteX130" fmla="*/ 150772 w 9354533"/>
              <a:gd name="connsiteY130" fmla="*/ 2373541 h 6857999"/>
              <a:gd name="connsiteX131" fmla="*/ 134324 w 9354533"/>
              <a:gd name="connsiteY131" fmla="*/ 2329634 h 6857999"/>
              <a:gd name="connsiteX132" fmla="*/ 117877 w 9354533"/>
              <a:gd name="connsiteY132" fmla="*/ 2291216 h 6857999"/>
              <a:gd name="connsiteX133" fmla="*/ 106912 w 9354533"/>
              <a:gd name="connsiteY133" fmla="*/ 2247308 h 6857999"/>
              <a:gd name="connsiteX134" fmla="*/ 93205 w 9354533"/>
              <a:gd name="connsiteY134" fmla="*/ 2203400 h 6857999"/>
              <a:gd name="connsiteX135" fmla="*/ 82239 w 9354533"/>
              <a:gd name="connsiteY135" fmla="*/ 2162238 h 6857999"/>
              <a:gd name="connsiteX136" fmla="*/ 76757 w 9354533"/>
              <a:gd name="connsiteY136" fmla="*/ 2118330 h 6857999"/>
              <a:gd name="connsiteX137" fmla="*/ 71275 w 9354533"/>
              <a:gd name="connsiteY137" fmla="*/ 2074424 h 6857999"/>
              <a:gd name="connsiteX138" fmla="*/ 68533 w 9354533"/>
              <a:gd name="connsiteY138" fmla="*/ 2030516 h 6857999"/>
              <a:gd name="connsiteX139" fmla="*/ 68533 w 9354533"/>
              <a:gd name="connsiteY139" fmla="*/ 1989352 h 6857999"/>
              <a:gd name="connsiteX140" fmla="*/ 68533 w 9354533"/>
              <a:gd name="connsiteY140" fmla="*/ 1942701 h 6857999"/>
              <a:gd name="connsiteX141" fmla="*/ 71275 w 9354533"/>
              <a:gd name="connsiteY141" fmla="*/ 1898793 h 6857999"/>
              <a:gd name="connsiteX142" fmla="*/ 76757 w 9354533"/>
              <a:gd name="connsiteY142" fmla="*/ 1857629 h 6857999"/>
              <a:gd name="connsiteX143" fmla="*/ 82239 w 9354533"/>
              <a:gd name="connsiteY143" fmla="*/ 1813723 h 6857999"/>
              <a:gd name="connsiteX144" fmla="*/ 93205 w 9354533"/>
              <a:gd name="connsiteY144" fmla="*/ 1769815 h 6857999"/>
              <a:gd name="connsiteX145" fmla="*/ 106912 w 9354533"/>
              <a:gd name="connsiteY145" fmla="*/ 1728652 h 6857999"/>
              <a:gd name="connsiteX146" fmla="*/ 117877 w 9354533"/>
              <a:gd name="connsiteY146" fmla="*/ 1684745 h 6857999"/>
              <a:gd name="connsiteX147" fmla="*/ 134324 w 9354533"/>
              <a:gd name="connsiteY147" fmla="*/ 1643581 h 6857999"/>
              <a:gd name="connsiteX148" fmla="*/ 150772 w 9354533"/>
              <a:gd name="connsiteY148" fmla="*/ 1605162 h 6857999"/>
              <a:gd name="connsiteX149" fmla="*/ 172702 w 9354533"/>
              <a:gd name="connsiteY149" fmla="*/ 1564000 h 6857999"/>
              <a:gd name="connsiteX150" fmla="*/ 191891 w 9354533"/>
              <a:gd name="connsiteY150" fmla="*/ 1522837 h 6857999"/>
              <a:gd name="connsiteX151" fmla="*/ 216563 w 9354533"/>
              <a:gd name="connsiteY151" fmla="*/ 1487162 h 6857999"/>
              <a:gd name="connsiteX152" fmla="*/ 243976 w 9354533"/>
              <a:gd name="connsiteY152" fmla="*/ 1448743 h 6857999"/>
              <a:gd name="connsiteX153" fmla="*/ 271390 w 9354533"/>
              <a:gd name="connsiteY153" fmla="*/ 1413068 h 6857999"/>
              <a:gd name="connsiteX154" fmla="*/ 301543 w 9354533"/>
              <a:gd name="connsiteY154" fmla="*/ 1377393 h 6857999"/>
              <a:gd name="connsiteX155" fmla="*/ 331697 w 9354533"/>
              <a:gd name="connsiteY155" fmla="*/ 1341718 h 6857999"/>
              <a:gd name="connsiteX156" fmla="*/ 367335 w 9354533"/>
              <a:gd name="connsiteY156" fmla="*/ 1311532 h 6857999"/>
              <a:gd name="connsiteX157" fmla="*/ 400229 w 9354533"/>
              <a:gd name="connsiteY157" fmla="*/ 1278601 h 6857999"/>
              <a:gd name="connsiteX158" fmla="*/ 438607 w 9354533"/>
              <a:gd name="connsiteY158" fmla="*/ 1251160 h 6857999"/>
              <a:gd name="connsiteX159" fmla="*/ 474243 w 9354533"/>
              <a:gd name="connsiteY159" fmla="*/ 1226461 h 6857999"/>
              <a:gd name="connsiteX160" fmla="*/ 512622 w 9354533"/>
              <a:gd name="connsiteY160" fmla="*/ 1201764 h 6857999"/>
              <a:gd name="connsiteX161" fmla="*/ 551001 w 9354533"/>
              <a:gd name="connsiteY161" fmla="*/ 1179811 h 6857999"/>
              <a:gd name="connsiteX162" fmla="*/ 592121 w 9354533"/>
              <a:gd name="connsiteY162" fmla="*/ 1160601 h 6857999"/>
              <a:gd name="connsiteX163" fmla="*/ 633240 w 9354533"/>
              <a:gd name="connsiteY163" fmla="*/ 1141391 h 6857999"/>
              <a:gd name="connsiteX164" fmla="*/ 674359 w 9354533"/>
              <a:gd name="connsiteY164" fmla="*/ 1127671 h 6857999"/>
              <a:gd name="connsiteX165" fmla="*/ 715479 w 9354533"/>
              <a:gd name="connsiteY165" fmla="*/ 1113948 h 6857999"/>
              <a:gd name="connsiteX166" fmla="*/ 759339 w 9354533"/>
              <a:gd name="connsiteY166" fmla="*/ 1102972 h 6857999"/>
              <a:gd name="connsiteX167" fmla="*/ 800459 w 9354533"/>
              <a:gd name="connsiteY167" fmla="*/ 1091995 h 6857999"/>
              <a:gd name="connsiteX168" fmla="*/ 844319 w 9354533"/>
              <a:gd name="connsiteY168" fmla="*/ 1083763 h 6857999"/>
              <a:gd name="connsiteX169" fmla="*/ 890920 w 9354533"/>
              <a:gd name="connsiteY169" fmla="*/ 1081018 h 6857999"/>
              <a:gd name="connsiteX170" fmla="*/ 932040 w 9354533"/>
              <a:gd name="connsiteY170" fmla="*/ 1078274 h 6857999"/>
              <a:gd name="connsiteX171" fmla="*/ 8785588 w 9354533"/>
              <a:gd name="connsiteY171" fmla="*/ 0 h 6857999"/>
              <a:gd name="connsiteX172" fmla="*/ 9354533 w 9354533"/>
              <a:gd name="connsiteY172" fmla="*/ 0 h 6857999"/>
              <a:gd name="connsiteX173" fmla="*/ 9354533 w 9354533"/>
              <a:gd name="connsiteY173" fmla="*/ 570519 h 6857999"/>
              <a:gd name="connsiteX174" fmla="*/ 6019529 w 9354533"/>
              <a:gd name="connsiteY174" fmla="*/ 0 h 6857999"/>
              <a:gd name="connsiteX175" fmla="*/ 8588708 w 9354533"/>
              <a:gd name="connsiteY175" fmla="*/ 0 h 6857999"/>
              <a:gd name="connsiteX176" fmla="*/ 9354533 w 9354533"/>
              <a:gd name="connsiteY176" fmla="*/ 768021 h 6857999"/>
              <a:gd name="connsiteX177" fmla="*/ 9354533 w 9354533"/>
              <a:gd name="connsiteY177" fmla="*/ 3347008 h 6857999"/>
              <a:gd name="connsiteX178" fmla="*/ 3248285 w 9354533"/>
              <a:gd name="connsiteY178" fmla="*/ 0 h 6857999"/>
              <a:gd name="connsiteX179" fmla="*/ 5819972 w 9354533"/>
              <a:gd name="connsiteY179" fmla="*/ 0 h 6857999"/>
              <a:gd name="connsiteX180" fmla="*/ 9354533 w 9354533"/>
              <a:gd name="connsiteY180" fmla="*/ 3545079 h 6857999"/>
              <a:gd name="connsiteX181" fmla="*/ 9354533 w 9354533"/>
              <a:gd name="connsiteY181" fmla="*/ 6127044 h 6857999"/>
              <a:gd name="connsiteX182" fmla="*/ 476872 w 9354533"/>
              <a:gd name="connsiteY182" fmla="*/ 0 h 6857999"/>
              <a:gd name="connsiteX183" fmla="*/ 3050781 w 9354533"/>
              <a:gd name="connsiteY183" fmla="*/ 0 h 6857999"/>
              <a:gd name="connsiteX184" fmla="*/ 9354533 w 9354533"/>
              <a:gd name="connsiteY184" fmla="*/ 6324693 h 6857999"/>
              <a:gd name="connsiteX185" fmla="*/ 9354533 w 9354533"/>
              <a:gd name="connsiteY185" fmla="*/ 6857999 h 6857999"/>
              <a:gd name="connsiteX186" fmla="*/ 7312522 w 9354533"/>
              <a:gd name="connsiteY18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9354533" h="6857999">
                <a:moveTo>
                  <a:pt x="811424" y="6511811"/>
                </a:moveTo>
                <a:lnTo>
                  <a:pt x="855285" y="6511811"/>
                </a:lnTo>
                <a:lnTo>
                  <a:pt x="899145" y="6511811"/>
                </a:lnTo>
                <a:lnTo>
                  <a:pt x="940265" y="6514555"/>
                </a:lnTo>
                <a:lnTo>
                  <a:pt x="986866" y="6522788"/>
                </a:lnTo>
                <a:lnTo>
                  <a:pt x="1030726" y="6531020"/>
                </a:lnTo>
                <a:lnTo>
                  <a:pt x="1071846" y="6539252"/>
                </a:lnTo>
                <a:lnTo>
                  <a:pt x="1112965" y="6550230"/>
                </a:lnTo>
                <a:lnTo>
                  <a:pt x="1156826" y="6563951"/>
                </a:lnTo>
                <a:lnTo>
                  <a:pt x="1197945" y="6577672"/>
                </a:lnTo>
                <a:lnTo>
                  <a:pt x="1239064" y="6596881"/>
                </a:lnTo>
                <a:lnTo>
                  <a:pt x="1277443" y="6616091"/>
                </a:lnTo>
                <a:lnTo>
                  <a:pt x="1318562" y="6638044"/>
                </a:lnTo>
                <a:lnTo>
                  <a:pt x="1356942" y="6662741"/>
                </a:lnTo>
                <a:lnTo>
                  <a:pt x="1392576" y="6687440"/>
                </a:lnTo>
                <a:lnTo>
                  <a:pt x="1430955" y="6717627"/>
                </a:lnTo>
                <a:lnTo>
                  <a:pt x="1463850" y="6745068"/>
                </a:lnTo>
                <a:lnTo>
                  <a:pt x="1499488" y="6780744"/>
                </a:lnTo>
                <a:lnTo>
                  <a:pt x="1576429" y="6857999"/>
                </a:lnTo>
                <a:lnTo>
                  <a:pt x="141549" y="6857999"/>
                </a:lnTo>
                <a:lnTo>
                  <a:pt x="148030" y="6849348"/>
                </a:lnTo>
                <a:lnTo>
                  <a:pt x="180926" y="6810929"/>
                </a:lnTo>
                <a:lnTo>
                  <a:pt x="211081" y="6780744"/>
                </a:lnTo>
                <a:lnTo>
                  <a:pt x="246717" y="6745068"/>
                </a:lnTo>
                <a:lnTo>
                  <a:pt x="279611" y="6717627"/>
                </a:lnTo>
                <a:lnTo>
                  <a:pt x="317990" y="6687440"/>
                </a:lnTo>
                <a:lnTo>
                  <a:pt x="353629" y="6662741"/>
                </a:lnTo>
                <a:lnTo>
                  <a:pt x="392005" y="6638044"/>
                </a:lnTo>
                <a:lnTo>
                  <a:pt x="433124" y="6616091"/>
                </a:lnTo>
                <a:lnTo>
                  <a:pt x="471503" y="6596881"/>
                </a:lnTo>
                <a:lnTo>
                  <a:pt x="512622" y="6577672"/>
                </a:lnTo>
                <a:lnTo>
                  <a:pt x="553742" y="6563951"/>
                </a:lnTo>
                <a:lnTo>
                  <a:pt x="594861" y="6550230"/>
                </a:lnTo>
                <a:lnTo>
                  <a:pt x="638721" y="6539252"/>
                </a:lnTo>
                <a:lnTo>
                  <a:pt x="679841" y="6531020"/>
                </a:lnTo>
                <a:lnTo>
                  <a:pt x="723702" y="6522788"/>
                </a:lnTo>
                <a:lnTo>
                  <a:pt x="767562" y="6514555"/>
                </a:lnTo>
                <a:close/>
                <a:moveTo>
                  <a:pt x="863507" y="3786810"/>
                </a:moveTo>
                <a:lnTo>
                  <a:pt x="907368" y="3786810"/>
                </a:lnTo>
                <a:lnTo>
                  <a:pt x="948487" y="3786810"/>
                </a:lnTo>
                <a:lnTo>
                  <a:pt x="992347" y="3792299"/>
                </a:lnTo>
                <a:lnTo>
                  <a:pt x="1038951" y="3795043"/>
                </a:lnTo>
                <a:lnTo>
                  <a:pt x="1080070" y="3803275"/>
                </a:lnTo>
                <a:lnTo>
                  <a:pt x="1123931" y="3811507"/>
                </a:lnTo>
                <a:lnTo>
                  <a:pt x="1167791" y="3822484"/>
                </a:lnTo>
                <a:lnTo>
                  <a:pt x="1206170" y="3836206"/>
                </a:lnTo>
                <a:lnTo>
                  <a:pt x="1250030" y="3852671"/>
                </a:lnTo>
                <a:lnTo>
                  <a:pt x="1291149" y="3869136"/>
                </a:lnTo>
                <a:lnTo>
                  <a:pt x="1329528" y="3888346"/>
                </a:lnTo>
                <a:lnTo>
                  <a:pt x="1370648" y="3913043"/>
                </a:lnTo>
                <a:lnTo>
                  <a:pt x="1406283" y="3934997"/>
                </a:lnTo>
                <a:lnTo>
                  <a:pt x="1444661" y="3959695"/>
                </a:lnTo>
                <a:lnTo>
                  <a:pt x="1483041" y="3989881"/>
                </a:lnTo>
                <a:lnTo>
                  <a:pt x="1515936" y="4020067"/>
                </a:lnTo>
                <a:lnTo>
                  <a:pt x="1551573" y="4052999"/>
                </a:lnTo>
                <a:lnTo>
                  <a:pt x="4345134" y="6857999"/>
                </a:lnTo>
                <a:lnTo>
                  <a:pt x="1774225" y="6857999"/>
                </a:lnTo>
                <a:lnTo>
                  <a:pt x="263165" y="5342778"/>
                </a:lnTo>
                <a:lnTo>
                  <a:pt x="230270" y="5307103"/>
                </a:lnTo>
                <a:lnTo>
                  <a:pt x="202857" y="5274172"/>
                </a:lnTo>
                <a:lnTo>
                  <a:pt x="175444" y="5238497"/>
                </a:lnTo>
                <a:lnTo>
                  <a:pt x="148030" y="5200079"/>
                </a:lnTo>
                <a:lnTo>
                  <a:pt x="123358" y="5161661"/>
                </a:lnTo>
                <a:lnTo>
                  <a:pt x="104171" y="5123241"/>
                </a:lnTo>
                <a:lnTo>
                  <a:pt x="82239" y="5082077"/>
                </a:lnTo>
                <a:lnTo>
                  <a:pt x="65792" y="5040914"/>
                </a:lnTo>
                <a:lnTo>
                  <a:pt x="49345" y="4999752"/>
                </a:lnTo>
                <a:lnTo>
                  <a:pt x="35638" y="4955844"/>
                </a:lnTo>
                <a:lnTo>
                  <a:pt x="24672" y="4914681"/>
                </a:lnTo>
                <a:lnTo>
                  <a:pt x="13707" y="4870773"/>
                </a:lnTo>
                <a:lnTo>
                  <a:pt x="8225" y="4826865"/>
                </a:lnTo>
                <a:lnTo>
                  <a:pt x="2744" y="4785702"/>
                </a:lnTo>
                <a:lnTo>
                  <a:pt x="0" y="4741796"/>
                </a:lnTo>
                <a:lnTo>
                  <a:pt x="0" y="4697888"/>
                </a:lnTo>
                <a:lnTo>
                  <a:pt x="0" y="4653981"/>
                </a:lnTo>
                <a:lnTo>
                  <a:pt x="2744" y="4610073"/>
                </a:lnTo>
                <a:lnTo>
                  <a:pt x="8225" y="4566165"/>
                </a:lnTo>
                <a:lnTo>
                  <a:pt x="13707" y="4522259"/>
                </a:lnTo>
                <a:lnTo>
                  <a:pt x="24672" y="4481095"/>
                </a:lnTo>
                <a:lnTo>
                  <a:pt x="35638" y="4437188"/>
                </a:lnTo>
                <a:lnTo>
                  <a:pt x="49345" y="4393280"/>
                </a:lnTo>
                <a:lnTo>
                  <a:pt x="65792" y="4354861"/>
                </a:lnTo>
                <a:lnTo>
                  <a:pt x="82239" y="4313698"/>
                </a:lnTo>
                <a:lnTo>
                  <a:pt x="104171" y="4272536"/>
                </a:lnTo>
                <a:lnTo>
                  <a:pt x="123358" y="4234116"/>
                </a:lnTo>
                <a:lnTo>
                  <a:pt x="148030" y="4195697"/>
                </a:lnTo>
                <a:lnTo>
                  <a:pt x="175444" y="4160023"/>
                </a:lnTo>
                <a:lnTo>
                  <a:pt x="202857" y="4121603"/>
                </a:lnTo>
                <a:lnTo>
                  <a:pt x="230270" y="4085929"/>
                </a:lnTo>
                <a:lnTo>
                  <a:pt x="263165" y="4052999"/>
                </a:lnTo>
                <a:lnTo>
                  <a:pt x="296062" y="4020067"/>
                </a:lnTo>
                <a:lnTo>
                  <a:pt x="331697" y="3989881"/>
                </a:lnTo>
                <a:lnTo>
                  <a:pt x="370076" y="3959695"/>
                </a:lnTo>
                <a:lnTo>
                  <a:pt x="405711" y="3934997"/>
                </a:lnTo>
                <a:lnTo>
                  <a:pt x="444090" y="3913043"/>
                </a:lnTo>
                <a:lnTo>
                  <a:pt x="482469" y="3888346"/>
                </a:lnTo>
                <a:lnTo>
                  <a:pt x="523588" y="3869136"/>
                </a:lnTo>
                <a:lnTo>
                  <a:pt x="564708" y="3852671"/>
                </a:lnTo>
                <a:lnTo>
                  <a:pt x="605827" y="3836206"/>
                </a:lnTo>
                <a:lnTo>
                  <a:pt x="646947" y="3822484"/>
                </a:lnTo>
                <a:lnTo>
                  <a:pt x="688066" y="3811507"/>
                </a:lnTo>
                <a:lnTo>
                  <a:pt x="731926" y="3803275"/>
                </a:lnTo>
                <a:lnTo>
                  <a:pt x="775786" y="3795043"/>
                </a:lnTo>
                <a:lnTo>
                  <a:pt x="816907" y="3792299"/>
                </a:lnTo>
                <a:close/>
                <a:moveTo>
                  <a:pt x="975900" y="1075531"/>
                </a:moveTo>
                <a:lnTo>
                  <a:pt x="1019761" y="1078274"/>
                </a:lnTo>
                <a:lnTo>
                  <a:pt x="1063623" y="1081018"/>
                </a:lnTo>
                <a:lnTo>
                  <a:pt x="1107484" y="1083763"/>
                </a:lnTo>
                <a:lnTo>
                  <a:pt x="1151344" y="1091995"/>
                </a:lnTo>
                <a:lnTo>
                  <a:pt x="1192463" y="1102972"/>
                </a:lnTo>
                <a:lnTo>
                  <a:pt x="1236324" y="1113948"/>
                </a:lnTo>
                <a:lnTo>
                  <a:pt x="1274702" y="1127671"/>
                </a:lnTo>
                <a:lnTo>
                  <a:pt x="1318562" y="1141391"/>
                </a:lnTo>
                <a:lnTo>
                  <a:pt x="1359682" y="1160601"/>
                </a:lnTo>
                <a:lnTo>
                  <a:pt x="1398058" y="1179811"/>
                </a:lnTo>
                <a:lnTo>
                  <a:pt x="1439178" y="1201764"/>
                </a:lnTo>
                <a:lnTo>
                  <a:pt x="1477556" y="1226461"/>
                </a:lnTo>
                <a:lnTo>
                  <a:pt x="1513194" y="1251160"/>
                </a:lnTo>
                <a:lnTo>
                  <a:pt x="1551573" y="1278601"/>
                </a:lnTo>
                <a:lnTo>
                  <a:pt x="1584468" y="1311532"/>
                </a:lnTo>
                <a:lnTo>
                  <a:pt x="1620103" y="1341718"/>
                </a:lnTo>
                <a:lnTo>
                  <a:pt x="7115932" y="6857999"/>
                </a:lnTo>
                <a:lnTo>
                  <a:pt x="4543996" y="6857999"/>
                </a:lnTo>
                <a:lnTo>
                  <a:pt x="331697" y="2631498"/>
                </a:lnTo>
                <a:lnTo>
                  <a:pt x="301543" y="2601310"/>
                </a:lnTo>
                <a:lnTo>
                  <a:pt x="271390" y="2562893"/>
                </a:lnTo>
                <a:lnTo>
                  <a:pt x="243976" y="2527217"/>
                </a:lnTo>
                <a:lnTo>
                  <a:pt x="216563" y="2491543"/>
                </a:lnTo>
                <a:lnTo>
                  <a:pt x="191891" y="2450380"/>
                </a:lnTo>
                <a:lnTo>
                  <a:pt x="172702" y="2414705"/>
                </a:lnTo>
                <a:lnTo>
                  <a:pt x="150772" y="2373541"/>
                </a:lnTo>
                <a:lnTo>
                  <a:pt x="134324" y="2329634"/>
                </a:lnTo>
                <a:lnTo>
                  <a:pt x="117877" y="2291216"/>
                </a:lnTo>
                <a:lnTo>
                  <a:pt x="106912" y="2247308"/>
                </a:lnTo>
                <a:lnTo>
                  <a:pt x="93205" y="2203400"/>
                </a:lnTo>
                <a:lnTo>
                  <a:pt x="82239" y="2162238"/>
                </a:lnTo>
                <a:lnTo>
                  <a:pt x="76757" y="2118330"/>
                </a:lnTo>
                <a:lnTo>
                  <a:pt x="71275" y="2074424"/>
                </a:lnTo>
                <a:lnTo>
                  <a:pt x="68533" y="2030516"/>
                </a:lnTo>
                <a:lnTo>
                  <a:pt x="68533" y="1989352"/>
                </a:lnTo>
                <a:lnTo>
                  <a:pt x="68533" y="1942701"/>
                </a:lnTo>
                <a:lnTo>
                  <a:pt x="71275" y="1898793"/>
                </a:lnTo>
                <a:lnTo>
                  <a:pt x="76757" y="1857629"/>
                </a:lnTo>
                <a:lnTo>
                  <a:pt x="82239" y="1813723"/>
                </a:lnTo>
                <a:lnTo>
                  <a:pt x="93205" y="1769815"/>
                </a:lnTo>
                <a:lnTo>
                  <a:pt x="106912" y="1728652"/>
                </a:lnTo>
                <a:lnTo>
                  <a:pt x="117877" y="1684745"/>
                </a:lnTo>
                <a:lnTo>
                  <a:pt x="134324" y="1643581"/>
                </a:lnTo>
                <a:lnTo>
                  <a:pt x="150772" y="1605162"/>
                </a:lnTo>
                <a:lnTo>
                  <a:pt x="172702" y="1564000"/>
                </a:lnTo>
                <a:lnTo>
                  <a:pt x="191891" y="1522837"/>
                </a:lnTo>
                <a:lnTo>
                  <a:pt x="216563" y="1487162"/>
                </a:lnTo>
                <a:lnTo>
                  <a:pt x="243976" y="1448743"/>
                </a:lnTo>
                <a:lnTo>
                  <a:pt x="271390" y="1413068"/>
                </a:lnTo>
                <a:lnTo>
                  <a:pt x="301543" y="1377393"/>
                </a:lnTo>
                <a:lnTo>
                  <a:pt x="331697" y="1341718"/>
                </a:lnTo>
                <a:lnTo>
                  <a:pt x="367335" y="1311532"/>
                </a:lnTo>
                <a:lnTo>
                  <a:pt x="400229" y="1278601"/>
                </a:lnTo>
                <a:lnTo>
                  <a:pt x="438607" y="1251160"/>
                </a:lnTo>
                <a:lnTo>
                  <a:pt x="474243" y="1226461"/>
                </a:lnTo>
                <a:lnTo>
                  <a:pt x="512622" y="1201764"/>
                </a:lnTo>
                <a:lnTo>
                  <a:pt x="551001" y="1179811"/>
                </a:lnTo>
                <a:lnTo>
                  <a:pt x="592121" y="1160601"/>
                </a:lnTo>
                <a:lnTo>
                  <a:pt x="633240" y="1141391"/>
                </a:lnTo>
                <a:lnTo>
                  <a:pt x="674359" y="1127671"/>
                </a:lnTo>
                <a:lnTo>
                  <a:pt x="715479" y="1113948"/>
                </a:lnTo>
                <a:lnTo>
                  <a:pt x="759339" y="1102972"/>
                </a:lnTo>
                <a:lnTo>
                  <a:pt x="800459" y="1091995"/>
                </a:lnTo>
                <a:lnTo>
                  <a:pt x="844319" y="1083763"/>
                </a:lnTo>
                <a:lnTo>
                  <a:pt x="890920" y="1081018"/>
                </a:lnTo>
                <a:lnTo>
                  <a:pt x="932040" y="1078274"/>
                </a:lnTo>
                <a:close/>
                <a:moveTo>
                  <a:pt x="8785588" y="0"/>
                </a:moveTo>
                <a:lnTo>
                  <a:pt x="9354533" y="0"/>
                </a:lnTo>
                <a:lnTo>
                  <a:pt x="9354533" y="570519"/>
                </a:lnTo>
                <a:close/>
                <a:moveTo>
                  <a:pt x="6019529" y="0"/>
                </a:moveTo>
                <a:lnTo>
                  <a:pt x="8588708" y="0"/>
                </a:lnTo>
                <a:lnTo>
                  <a:pt x="9354533" y="768021"/>
                </a:lnTo>
                <a:lnTo>
                  <a:pt x="9354533" y="3347008"/>
                </a:lnTo>
                <a:close/>
                <a:moveTo>
                  <a:pt x="3248285" y="0"/>
                </a:moveTo>
                <a:lnTo>
                  <a:pt x="5819972" y="0"/>
                </a:lnTo>
                <a:lnTo>
                  <a:pt x="9354533" y="3545079"/>
                </a:lnTo>
                <a:lnTo>
                  <a:pt x="9354533" y="6127044"/>
                </a:lnTo>
                <a:close/>
                <a:moveTo>
                  <a:pt x="476872" y="0"/>
                </a:moveTo>
                <a:lnTo>
                  <a:pt x="3050781" y="0"/>
                </a:lnTo>
                <a:lnTo>
                  <a:pt x="9354533" y="6324693"/>
                </a:lnTo>
                <a:lnTo>
                  <a:pt x="9354533" y="6857999"/>
                </a:lnTo>
                <a:lnTo>
                  <a:pt x="7312522" y="6857999"/>
                </a:lnTo>
                <a:close/>
              </a:path>
            </a:pathLst>
          </a:custGeom>
          <a:gradFill flip="none" rotWithShape="1">
            <a:gsLst>
              <a:gs pos="19000">
                <a:schemeClr val="bg1">
                  <a:alpha val="0"/>
                </a:schemeClr>
              </a:gs>
              <a:gs pos="100000">
                <a:schemeClr val="accent2">
                  <a:alpha val="6000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3" name="Freeform: Shape 35">
            <a:extLst>
              <a:ext uri="{FF2B5EF4-FFF2-40B4-BE49-F238E27FC236}">
                <a16:creationId xmlns:a16="http://schemas.microsoft.com/office/drawing/2014/main" id="{37E18261-7E44-6C59-F43C-5B39733A4D1B}"/>
              </a:ext>
            </a:extLst>
          </p:cNvPr>
          <p:cNvSpPr/>
          <p:nvPr/>
        </p:nvSpPr>
        <p:spPr>
          <a:xfrm>
            <a:off x="9315925" y="5383213"/>
            <a:ext cx="2584231" cy="1222070"/>
          </a:xfrm>
          <a:custGeom>
            <a:avLst/>
            <a:gdLst>
              <a:gd name="connsiteX0" fmla="*/ 1525169 w 2440693"/>
              <a:gd name="connsiteY0" fmla="*/ 0 h 1149657"/>
              <a:gd name="connsiteX1" fmla="*/ 2412927 w 2440693"/>
              <a:gd name="connsiteY1" fmla="*/ 271173 h 1149657"/>
              <a:gd name="connsiteX2" fmla="*/ 2440693 w 2440693"/>
              <a:gd name="connsiteY2" fmla="*/ 291936 h 1149657"/>
              <a:gd name="connsiteX3" fmla="*/ 2440693 w 2440693"/>
              <a:gd name="connsiteY3" fmla="*/ 857571 h 1149657"/>
              <a:gd name="connsiteX4" fmla="*/ 2148607 w 2440693"/>
              <a:gd name="connsiteY4" fmla="*/ 1149657 h 1149657"/>
              <a:gd name="connsiteX5" fmla="*/ 0 w 2440693"/>
              <a:gd name="connsiteY5" fmla="*/ 1149657 h 1149657"/>
              <a:gd name="connsiteX6" fmla="*/ 8747 w 2440693"/>
              <a:gd name="connsiteY6" fmla="*/ 1115642 h 1149657"/>
              <a:gd name="connsiteX7" fmla="*/ 1525169 w 2440693"/>
              <a:gd name="connsiteY7" fmla="*/ 0 h 11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0693" h="1149657">
                <a:moveTo>
                  <a:pt x="1525169" y="0"/>
                </a:moveTo>
                <a:cubicBezTo>
                  <a:pt x="1854015" y="0"/>
                  <a:pt x="2159512" y="99969"/>
                  <a:pt x="2412927" y="271173"/>
                </a:cubicBezTo>
                <a:lnTo>
                  <a:pt x="2440693" y="291936"/>
                </a:lnTo>
                <a:lnTo>
                  <a:pt x="2440693" y="857571"/>
                </a:lnTo>
                <a:cubicBezTo>
                  <a:pt x="2440693" y="1018886"/>
                  <a:pt x="2309922" y="1149657"/>
                  <a:pt x="2148607" y="1149657"/>
                </a:cubicBezTo>
                <a:lnTo>
                  <a:pt x="0" y="1149657"/>
                </a:lnTo>
                <a:lnTo>
                  <a:pt x="8747" y="1115642"/>
                </a:lnTo>
                <a:cubicBezTo>
                  <a:pt x="209781" y="469295"/>
                  <a:pt x="812670" y="0"/>
                  <a:pt x="1525169"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36">
            <a:extLst>
              <a:ext uri="{FF2B5EF4-FFF2-40B4-BE49-F238E27FC236}">
                <a16:creationId xmlns:a16="http://schemas.microsoft.com/office/drawing/2014/main" id="{857DA360-A1AB-4E0D-AEF7-9BB82A6CCA20}"/>
              </a:ext>
            </a:extLst>
          </p:cNvPr>
          <p:cNvSpPr/>
          <p:nvPr/>
        </p:nvSpPr>
        <p:spPr>
          <a:xfrm>
            <a:off x="89613" y="953822"/>
            <a:ext cx="1000694" cy="3175614"/>
          </a:xfrm>
          <a:custGeom>
            <a:avLst/>
            <a:gdLst>
              <a:gd name="connsiteX0" fmla="*/ 0 w 1000694"/>
              <a:gd name="connsiteY0" fmla="*/ 0 h 2948702"/>
              <a:gd name="connsiteX1" fmla="*/ 30934 w 1000694"/>
              <a:gd name="connsiteY1" fmla="*/ 11322 h 2948702"/>
              <a:gd name="connsiteX2" fmla="*/ 1000694 w 1000694"/>
              <a:gd name="connsiteY2" fmla="*/ 1474351 h 2948702"/>
              <a:gd name="connsiteX3" fmla="*/ 30934 w 1000694"/>
              <a:gd name="connsiteY3" fmla="*/ 2937380 h 2948702"/>
              <a:gd name="connsiteX4" fmla="*/ 0 w 1000694"/>
              <a:gd name="connsiteY4" fmla="*/ 2948702 h 294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694" h="2948702">
                <a:moveTo>
                  <a:pt x="0" y="0"/>
                </a:moveTo>
                <a:lnTo>
                  <a:pt x="30934" y="11322"/>
                </a:lnTo>
                <a:cubicBezTo>
                  <a:pt x="600821" y="252364"/>
                  <a:pt x="1000694" y="816660"/>
                  <a:pt x="1000694" y="1474351"/>
                </a:cubicBezTo>
                <a:cubicBezTo>
                  <a:pt x="1000694" y="2132043"/>
                  <a:pt x="600821" y="2696338"/>
                  <a:pt x="30934" y="2937380"/>
                </a:cubicBezTo>
                <a:lnTo>
                  <a:pt x="0" y="2948702"/>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TextBox 22">
            <a:extLst>
              <a:ext uri="{FF2B5EF4-FFF2-40B4-BE49-F238E27FC236}">
                <a16:creationId xmlns:a16="http://schemas.microsoft.com/office/drawing/2014/main" id="{A0A7E1A9-5E19-11D9-510F-87AB385E71E2}"/>
              </a:ext>
            </a:extLst>
          </p:cNvPr>
          <p:cNvSpPr txBox="1"/>
          <p:nvPr/>
        </p:nvSpPr>
        <p:spPr>
          <a:xfrm>
            <a:off x="587864" y="326244"/>
            <a:ext cx="4050670" cy="707886"/>
          </a:xfrm>
          <a:prstGeom prst="rect">
            <a:avLst/>
          </a:prstGeom>
          <a:noFill/>
        </p:spPr>
        <p:txBody>
          <a:bodyPr wrap="square" lIns="91440" tIns="45720" rIns="91440" bIns="45720" rtlCol="0" anchor="t">
            <a:spAutoFit/>
          </a:bodyPr>
          <a:lstStyle/>
          <a:p>
            <a:r>
              <a:rPr lang="en-US" sz="4000">
                <a:solidFill>
                  <a:schemeClr val="bg1"/>
                </a:solidFill>
                <a:latin typeface="+mj-lt"/>
                <a:cs typeface="Poppins SemiBold"/>
              </a:rPr>
              <a:t>RESULTS</a:t>
            </a:r>
            <a:endParaRPr lang="en-US" sz="4000">
              <a:solidFill>
                <a:schemeClr val="bg1"/>
              </a:solidFill>
              <a:latin typeface="+mj-lt"/>
              <a:cs typeface="Poppins SemiBold" panose="00000700000000000000" pitchFamily="2" charset="0"/>
            </a:endParaRPr>
          </a:p>
        </p:txBody>
      </p:sp>
      <p:pic>
        <p:nvPicPr>
          <p:cNvPr id="12" name="Picture 11">
            <a:extLst>
              <a:ext uri="{FF2B5EF4-FFF2-40B4-BE49-F238E27FC236}">
                <a16:creationId xmlns:a16="http://schemas.microsoft.com/office/drawing/2014/main" id="{EB8686E9-9E61-0146-B32F-982BD2CDC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21" y="1259591"/>
            <a:ext cx="4752119" cy="4888603"/>
          </a:xfrm>
          <a:prstGeom prst="rect">
            <a:avLst/>
          </a:prstGeom>
        </p:spPr>
      </p:pic>
    </p:spTree>
    <p:extLst>
      <p:ext uri="{BB962C8B-B14F-4D97-AF65-F5344CB8AC3E}">
        <p14:creationId xmlns:p14="http://schemas.microsoft.com/office/powerpoint/2010/main" val="1178341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63000">
              <a:schemeClr val="accent3">
                <a:lumMod val="50000"/>
                <a:lumOff val="50000"/>
              </a:schemeClr>
            </a:gs>
            <a:gs pos="0">
              <a:schemeClr val="accent1">
                <a:lumMod val="60000"/>
                <a:lumOff val="40000"/>
              </a:schemeClr>
            </a:gs>
            <a:gs pos="100000">
              <a:schemeClr val="accent1">
                <a:lumMod val="30000"/>
                <a:lumOff val="70000"/>
              </a:schemeClr>
            </a:gs>
          </a:gsLst>
          <a:lin ang="3600000" scaled="0"/>
        </a:gradFill>
        <a:effectLst/>
      </p:bgPr>
    </p:bg>
    <p:spTree>
      <p:nvGrpSpPr>
        <p:cNvPr id="1" name="">
          <a:extLst>
            <a:ext uri="{FF2B5EF4-FFF2-40B4-BE49-F238E27FC236}">
              <a16:creationId xmlns:a16="http://schemas.microsoft.com/office/drawing/2014/main" id="{C5A96C0F-164C-7E25-B3A5-06896D909C40}"/>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C959FBC0-5538-6201-0B93-82C3BB767B3B}"/>
              </a:ext>
            </a:extLst>
          </p:cNvPr>
          <p:cNvSpPr/>
          <p:nvPr/>
        </p:nvSpPr>
        <p:spPr>
          <a:xfrm>
            <a:off x="1" y="1043307"/>
            <a:ext cx="1119335" cy="3034744"/>
          </a:xfrm>
          <a:custGeom>
            <a:avLst/>
            <a:gdLst>
              <a:gd name="connsiteX0" fmla="*/ 0 w 1119335"/>
              <a:gd name="connsiteY0" fmla="*/ 0 h 3034744"/>
              <a:gd name="connsiteX1" fmla="*/ 3693 w 1119335"/>
              <a:gd name="connsiteY1" fmla="*/ 950 h 3034744"/>
              <a:gd name="connsiteX2" fmla="*/ 1119335 w 1119335"/>
              <a:gd name="connsiteY2" fmla="*/ 1517372 h 3034744"/>
              <a:gd name="connsiteX3" fmla="*/ 3693 w 1119335"/>
              <a:gd name="connsiteY3" fmla="*/ 3033795 h 3034744"/>
              <a:gd name="connsiteX4" fmla="*/ 0 w 1119335"/>
              <a:gd name="connsiteY4" fmla="*/ 3034744 h 3034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35" h="3034744">
                <a:moveTo>
                  <a:pt x="0" y="0"/>
                </a:moveTo>
                <a:lnTo>
                  <a:pt x="3693" y="950"/>
                </a:lnTo>
                <a:cubicBezTo>
                  <a:pt x="650040" y="201984"/>
                  <a:pt x="1119335" y="804873"/>
                  <a:pt x="1119335" y="1517372"/>
                </a:cubicBezTo>
                <a:cubicBezTo>
                  <a:pt x="1119335" y="2229871"/>
                  <a:pt x="650040" y="2832760"/>
                  <a:pt x="3693" y="3033795"/>
                </a:cubicBezTo>
                <a:lnTo>
                  <a:pt x="0" y="3034744"/>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任意多边形: 形状 2">
            <a:extLst>
              <a:ext uri="{FF2B5EF4-FFF2-40B4-BE49-F238E27FC236}">
                <a16:creationId xmlns:a16="http://schemas.microsoft.com/office/drawing/2014/main" id="{DC4413C6-EB39-243B-CBA6-6AA969444B40}"/>
              </a:ext>
            </a:extLst>
          </p:cNvPr>
          <p:cNvSpPr/>
          <p:nvPr/>
        </p:nvSpPr>
        <p:spPr>
          <a:xfrm>
            <a:off x="9324824" y="5498794"/>
            <a:ext cx="2867177" cy="1359207"/>
          </a:xfrm>
          <a:custGeom>
            <a:avLst/>
            <a:gdLst>
              <a:gd name="connsiteX0" fmla="*/ 1569498 w 2867177"/>
              <a:gd name="connsiteY0" fmla="*/ 0 h 1359207"/>
              <a:gd name="connsiteX1" fmla="*/ 2794727 w 2867177"/>
              <a:gd name="connsiteY1" fmla="*/ 577814 h 1359207"/>
              <a:gd name="connsiteX2" fmla="*/ 2867177 w 2867177"/>
              <a:gd name="connsiteY2" fmla="*/ 674700 h 1359207"/>
              <a:gd name="connsiteX3" fmla="*/ 2867177 w 2867177"/>
              <a:gd name="connsiteY3" fmla="*/ 1359207 h 1359207"/>
              <a:gd name="connsiteX4" fmla="*/ 0 w 2867177"/>
              <a:gd name="connsiteY4" fmla="*/ 1359207 h 1359207"/>
              <a:gd name="connsiteX5" fmla="*/ 13950 w 2867177"/>
              <a:gd name="connsiteY5" fmla="*/ 1267809 h 1359207"/>
              <a:gd name="connsiteX6" fmla="*/ 1569498 w 2867177"/>
              <a:gd name="connsiteY6" fmla="*/ 0 h 135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177" h="1359207">
                <a:moveTo>
                  <a:pt x="1569498" y="0"/>
                </a:moveTo>
                <a:cubicBezTo>
                  <a:pt x="2062767" y="0"/>
                  <a:pt x="2503500" y="224929"/>
                  <a:pt x="2794727" y="577814"/>
                </a:cubicBezTo>
                <a:lnTo>
                  <a:pt x="2867177" y="674700"/>
                </a:lnTo>
                <a:lnTo>
                  <a:pt x="2867177" y="1359207"/>
                </a:lnTo>
                <a:lnTo>
                  <a:pt x="0" y="1359207"/>
                </a:lnTo>
                <a:lnTo>
                  <a:pt x="13950" y="1267809"/>
                </a:lnTo>
                <a:cubicBezTo>
                  <a:pt x="162007" y="544272"/>
                  <a:pt x="802191" y="0"/>
                  <a:pt x="1569498"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 name="Group 32">
            <a:extLst>
              <a:ext uri="{FF2B5EF4-FFF2-40B4-BE49-F238E27FC236}">
                <a16:creationId xmlns:a16="http://schemas.microsoft.com/office/drawing/2014/main" id="{AA09E381-7953-C272-8806-83B2034055AD}"/>
              </a:ext>
            </a:extLst>
          </p:cNvPr>
          <p:cNvGrpSpPr/>
          <p:nvPr/>
        </p:nvGrpSpPr>
        <p:grpSpPr>
          <a:xfrm>
            <a:off x="8941188" y="1510690"/>
            <a:ext cx="2064994" cy="2064994"/>
            <a:chOff x="10640582" y="1220864"/>
            <a:chExt cx="2064994" cy="2064994"/>
          </a:xfrm>
        </p:grpSpPr>
        <p:sp>
          <p:nvSpPr>
            <p:cNvPr id="5" name="Circle: Hollow 38">
              <a:extLst>
                <a:ext uri="{FF2B5EF4-FFF2-40B4-BE49-F238E27FC236}">
                  <a16:creationId xmlns:a16="http://schemas.microsoft.com/office/drawing/2014/main" id="{3A9C907F-8095-AC78-DA90-9AF193691E13}"/>
                </a:ext>
              </a:extLst>
            </p:cNvPr>
            <p:cNvSpPr/>
            <p:nvPr/>
          </p:nvSpPr>
          <p:spPr>
            <a:xfrm rot="20700000">
              <a:off x="10640582" y="1220864"/>
              <a:ext cx="2064994" cy="2064994"/>
            </a:xfrm>
            <a:prstGeom prst="donut">
              <a:avLst>
                <a:gd name="adj" fmla="val 37753"/>
              </a:avLst>
            </a:prstGeom>
            <a:gradFill>
              <a:gsLst>
                <a:gs pos="100000">
                  <a:schemeClr val="accent6"/>
                </a:gs>
                <a:gs pos="60000">
                  <a:schemeClr val="accent5"/>
                </a:gs>
                <a:gs pos="5000">
                  <a:schemeClr val="accent4"/>
                </a:gs>
              </a:gsLst>
              <a:path path="circle">
                <a:fillToRect l="100000" t="100000"/>
              </a:path>
            </a:gradFill>
            <a:ln>
              <a:noFill/>
            </a:ln>
            <a:effectLst>
              <a:outerShdw blurRad="774700" dist="546100" dir="2700000" algn="tl" rotWithShape="0">
                <a:prstClr val="black">
                  <a:alpha val="40000"/>
                </a:prstClr>
              </a:outerShdw>
              <a:softEdge rad="698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ircle: Hollow 39">
              <a:extLst>
                <a:ext uri="{FF2B5EF4-FFF2-40B4-BE49-F238E27FC236}">
                  <a16:creationId xmlns:a16="http://schemas.microsoft.com/office/drawing/2014/main" id="{CF537906-111D-0AF8-D21A-E4438547D30F}"/>
                </a:ext>
              </a:extLst>
            </p:cNvPr>
            <p:cNvSpPr/>
            <p:nvPr/>
          </p:nvSpPr>
          <p:spPr>
            <a:xfrm rot="20700000">
              <a:off x="10864033" y="1444315"/>
              <a:ext cx="1618092" cy="1618092"/>
            </a:xfrm>
            <a:prstGeom prst="donut">
              <a:avLst/>
            </a:prstGeom>
            <a:solidFill>
              <a:schemeClr val="bg1"/>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ircle: Hollow 40">
              <a:extLst>
                <a:ext uri="{FF2B5EF4-FFF2-40B4-BE49-F238E27FC236}">
                  <a16:creationId xmlns:a16="http://schemas.microsoft.com/office/drawing/2014/main" id="{4EF72BFB-5422-3639-2601-79221B3FE450}"/>
                </a:ext>
              </a:extLst>
            </p:cNvPr>
            <p:cNvSpPr/>
            <p:nvPr/>
          </p:nvSpPr>
          <p:spPr>
            <a:xfrm rot="20700000">
              <a:off x="10864033" y="1444315"/>
              <a:ext cx="1618092" cy="1618092"/>
            </a:xfrm>
            <a:prstGeom prst="donut">
              <a:avLst/>
            </a:prstGeom>
            <a:gradFill>
              <a:gsLst>
                <a:gs pos="100000">
                  <a:schemeClr val="accent6"/>
                </a:gs>
                <a:gs pos="60000">
                  <a:schemeClr val="accent5"/>
                </a:gs>
                <a:gs pos="5000">
                  <a:schemeClr val="accent4"/>
                </a:gs>
              </a:gsLst>
              <a:path path="circle">
                <a:fillToRect l="100000" t="100000"/>
              </a:path>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8" name="Rectangle: Rounded Corners 31">
            <a:extLst>
              <a:ext uri="{FF2B5EF4-FFF2-40B4-BE49-F238E27FC236}">
                <a16:creationId xmlns:a16="http://schemas.microsoft.com/office/drawing/2014/main" id="{9C46DD09-0CD1-A461-4E69-09BF5443D125}"/>
              </a:ext>
            </a:extLst>
          </p:cNvPr>
          <p:cNvSpPr/>
          <p:nvPr/>
        </p:nvSpPr>
        <p:spPr>
          <a:xfrm>
            <a:off x="193780" y="361759"/>
            <a:ext cx="11707521" cy="6229541"/>
          </a:xfrm>
          <a:prstGeom prst="roundRect">
            <a:avLst>
              <a:gd name="adj" fmla="val 4883"/>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任意多边形: 形状 8">
            <a:extLst>
              <a:ext uri="{FF2B5EF4-FFF2-40B4-BE49-F238E27FC236}">
                <a16:creationId xmlns:a16="http://schemas.microsoft.com/office/drawing/2014/main" id="{B01D0C5C-AB16-E423-EF95-C1E95A12B49A}"/>
              </a:ext>
            </a:extLst>
          </p:cNvPr>
          <p:cNvSpPr/>
          <p:nvPr/>
        </p:nvSpPr>
        <p:spPr>
          <a:xfrm>
            <a:off x="2837466" y="0"/>
            <a:ext cx="9354533" cy="6857999"/>
          </a:xfrm>
          <a:custGeom>
            <a:avLst/>
            <a:gdLst>
              <a:gd name="connsiteX0" fmla="*/ 811424 w 9354533"/>
              <a:gd name="connsiteY0" fmla="*/ 6511811 h 6857999"/>
              <a:gd name="connsiteX1" fmla="*/ 855285 w 9354533"/>
              <a:gd name="connsiteY1" fmla="*/ 6511811 h 6857999"/>
              <a:gd name="connsiteX2" fmla="*/ 899145 w 9354533"/>
              <a:gd name="connsiteY2" fmla="*/ 6511811 h 6857999"/>
              <a:gd name="connsiteX3" fmla="*/ 940265 w 9354533"/>
              <a:gd name="connsiteY3" fmla="*/ 6514555 h 6857999"/>
              <a:gd name="connsiteX4" fmla="*/ 986866 w 9354533"/>
              <a:gd name="connsiteY4" fmla="*/ 6522788 h 6857999"/>
              <a:gd name="connsiteX5" fmla="*/ 1030726 w 9354533"/>
              <a:gd name="connsiteY5" fmla="*/ 6531020 h 6857999"/>
              <a:gd name="connsiteX6" fmla="*/ 1071846 w 9354533"/>
              <a:gd name="connsiteY6" fmla="*/ 6539252 h 6857999"/>
              <a:gd name="connsiteX7" fmla="*/ 1112965 w 9354533"/>
              <a:gd name="connsiteY7" fmla="*/ 6550230 h 6857999"/>
              <a:gd name="connsiteX8" fmla="*/ 1156826 w 9354533"/>
              <a:gd name="connsiteY8" fmla="*/ 6563951 h 6857999"/>
              <a:gd name="connsiteX9" fmla="*/ 1197945 w 9354533"/>
              <a:gd name="connsiteY9" fmla="*/ 6577672 h 6857999"/>
              <a:gd name="connsiteX10" fmla="*/ 1239064 w 9354533"/>
              <a:gd name="connsiteY10" fmla="*/ 6596881 h 6857999"/>
              <a:gd name="connsiteX11" fmla="*/ 1277443 w 9354533"/>
              <a:gd name="connsiteY11" fmla="*/ 6616091 h 6857999"/>
              <a:gd name="connsiteX12" fmla="*/ 1318562 w 9354533"/>
              <a:gd name="connsiteY12" fmla="*/ 6638044 h 6857999"/>
              <a:gd name="connsiteX13" fmla="*/ 1356942 w 9354533"/>
              <a:gd name="connsiteY13" fmla="*/ 6662741 h 6857999"/>
              <a:gd name="connsiteX14" fmla="*/ 1392576 w 9354533"/>
              <a:gd name="connsiteY14" fmla="*/ 6687440 h 6857999"/>
              <a:gd name="connsiteX15" fmla="*/ 1430955 w 9354533"/>
              <a:gd name="connsiteY15" fmla="*/ 6717627 h 6857999"/>
              <a:gd name="connsiteX16" fmla="*/ 1463850 w 9354533"/>
              <a:gd name="connsiteY16" fmla="*/ 6745068 h 6857999"/>
              <a:gd name="connsiteX17" fmla="*/ 1499488 w 9354533"/>
              <a:gd name="connsiteY17" fmla="*/ 6780744 h 6857999"/>
              <a:gd name="connsiteX18" fmla="*/ 1576429 w 9354533"/>
              <a:gd name="connsiteY18" fmla="*/ 6857999 h 6857999"/>
              <a:gd name="connsiteX19" fmla="*/ 141549 w 9354533"/>
              <a:gd name="connsiteY19" fmla="*/ 6857999 h 6857999"/>
              <a:gd name="connsiteX20" fmla="*/ 148030 w 9354533"/>
              <a:gd name="connsiteY20" fmla="*/ 6849348 h 6857999"/>
              <a:gd name="connsiteX21" fmla="*/ 180926 w 9354533"/>
              <a:gd name="connsiteY21" fmla="*/ 6810929 h 6857999"/>
              <a:gd name="connsiteX22" fmla="*/ 211081 w 9354533"/>
              <a:gd name="connsiteY22" fmla="*/ 6780744 h 6857999"/>
              <a:gd name="connsiteX23" fmla="*/ 246717 w 9354533"/>
              <a:gd name="connsiteY23" fmla="*/ 6745068 h 6857999"/>
              <a:gd name="connsiteX24" fmla="*/ 279611 w 9354533"/>
              <a:gd name="connsiteY24" fmla="*/ 6717627 h 6857999"/>
              <a:gd name="connsiteX25" fmla="*/ 317990 w 9354533"/>
              <a:gd name="connsiteY25" fmla="*/ 6687440 h 6857999"/>
              <a:gd name="connsiteX26" fmla="*/ 353629 w 9354533"/>
              <a:gd name="connsiteY26" fmla="*/ 6662741 h 6857999"/>
              <a:gd name="connsiteX27" fmla="*/ 392005 w 9354533"/>
              <a:gd name="connsiteY27" fmla="*/ 6638044 h 6857999"/>
              <a:gd name="connsiteX28" fmla="*/ 433124 w 9354533"/>
              <a:gd name="connsiteY28" fmla="*/ 6616091 h 6857999"/>
              <a:gd name="connsiteX29" fmla="*/ 471503 w 9354533"/>
              <a:gd name="connsiteY29" fmla="*/ 6596881 h 6857999"/>
              <a:gd name="connsiteX30" fmla="*/ 512622 w 9354533"/>
              <a:gd name="connsiteY30" fmla="*/ 6577672 h 6857999"/>
              <a:gd name="connsiteX31" fmla="*/ 553742 w 9354533"/>
              <a:gd name="connsiteY31" fmla="*/ 6563951 h 6857999"/>
              <a:gd name="connsiteX32" fmla="*/ 594861 w 9354533"/>
              <a:gd name="connsiteY32" fmla="*/ 6550230 h 6857999"/>
              <a:gd name="connsiteX33" fmla="*/ 638721 w 9354533"/>
              <a:gd name="connsiteY33" fmla="*/ 6539252 h 6857999"/>
              <a:gd name="connsiteX34" fmla="*/ 679841 w 9354533"/>
              <a:gd name="connsiteY34" fmla="*/ 6531020 h 6857999"/>
              <a:gd name="connsiteX35" fmla="*/ 723702 w 9354533"/>
              <a:gd name="connsiteY35" fmla="*/ 6522788 h 6857999"/>
              <a:gd name="connsiteX36" fmla="*/ 767562 w 9354533"/>
              <a:gd name="connsiteY36" fmla="*/ 6514555 h 6857999"/>
              <a:gd name="connsiteX37" fmla="*/ 863507 w 9354533"/>
              <a:gd name="connsiteY37" fmla="*/ 3786810 h 6857999"/>
              <a:gd name="connsiteX38" fmla="*/ 907368 w 9354533"/>
              <a:gd name="connsiteY38" fmla="*/ 3786810 h 6857999"/>
              <a:gd name="connsiteX39" fmla="*/ 948487 w 9354533"/>
              <a:gd name="connsiteY39" fmla="*/ 3786810 h 6857999"/>
              <a:gd name="connsiteX40" fmla="*/ 992347 w 9354533"/>
              <a:gd name="connsiteY40" fmla="*/ 3792299 h 6857999"/>
              <a:gd name="connsiteX41" fmla="*/ 1038951 w 9354533"/>
              <a:gd name="connsiteY41" fmla="*/ 3795043 h 6857999"/>
              <a:gd name="connsiteX42" fmla="*/ 1080070 w 9354533"/>
              <a:gd name="connsiteY42" fmla="*/ 3803275 h 6857999"/>
              <a:gd name="connsiteX43" fmla="*/ 1123931 w 9354533"/>
              <a:gd name="connsiteY43" fmla="*/ 3811507 h 6857999"/>
              <a:gd name="connsiteX44" fmla="*/ 1167791 w 9354533"/>
              <a:gd name="connsiteY44" fmla="*/ 3822484 h 6857999"/>
              <a:gd name="connsiteX45" fmla="*/ 1206170 w 9354533"/>
              <a:gd name="connsiteY45" fmla="*/ 3836206 h 6857999"/>
              <a:gd name="connsiteX46" fmla="*/ 1250030 w 9354533"/>
              <a:gd name="connsiteY46" fmla="*/ 3852671 h 6857999"/>
              <a:gd name="connsiteX47" fmla="*/ 1291149 w 9354533"/>
              <a:gd name="connsiteY47" fmla="*/ 3869136 h 6857999"/>
              <a:gd name="connsiteX48" fmla="*/ 1329528 w 9354533"/>
              <a:gd name="connsiteY48" fmla="*/ 3888346 h 6857999"/>
              <a:gd name="connsiteX49" fmla="*/ 1370648 w 9354533"/>
              <a:gd name="connsiteY49" fmla="*/ 3913043 h 6857999"/>
              <a:gd name="connsiteX50" fmla="*/ 1406283 w 9354533"/>
              <a:gd name="connsiteY50" fmla="*/ 3934997 h 6857999"/>
              <a:gd name="connsiteX51" fmla="*/ 1444661 w 9354533"/>
              <a:gd name="connsiteY51" fmla="*/ 3959695 h 6857999"/>
              <a:gd name="connsiteX52" fmla="*/ 1483041 w 9354533"/>
              <a:gd name="connsiteY52" fmla="*/ 3989881 h 6857999"/>
              <a:gd name="connsiteX53" fmla="*/ 1515936 w 9354533"/>
              <a:gd name="connsiteY53" fmla="*/ 4020067 h 6857999"/>
              <a:gd name="connsiteX54" fmla="*/ 1551573 w 9354533"/>
              <a:gd name="connsiteY54" fmla="*/ 4052999 h 6857999"/>
              <a:gd name="connsiteX55" fmla="*/ 4345134 w 9354533"/>
              <a:gd name="connsiteY55" fmla="*/ 6857999 h 6857999"/>
              <a:gd name="connsiteX56" fmla="*/ 1774225 w 9354533"/>
              <a:gd name="connsiteY56" fmla="*/ 6857999 h 6857999"/>
              <a:gd name="connsiteX57" fmla="*/ 263165 w 9354533"/>
              <a:gd name="connsiteY57" fmla="*/ 5342778 h 6857999"/>
              <a:gd name="connsiteX58" fmla="*/ 230270 w 9354533"/>
              <a:gd name="connsiteY58" fmla="*/ 5307103 h 6857999"/>
              <a:gd name="connsiteX59" fmla="*/ 202857 w 9354533"/>
              <a:gd name="connsiteY59" fmla="*/ 5274172 h 6857999"/>
              <a:gd name="connsiteX60" fmla="*/ 175444 w 9354533"/>
              <a:gd name="connsiteY60" fmla="*/ 5238497 h 6857999"/>
              <a:gd name="connsiteX61" fmla="*/ 148030 w 9354533"/>
              <a:gd name="connsiteY61" fmla="*/ 5200079 h 6857999"/>
              <a:gd name="connsiteX62" fmla="*/ 123358 w 9354533"/>
              <a:gd name="connsiteY62" fmla="*/ 5161661 h 6857999"/>
              <a:gd name="connsiteX63" fmla="*/ 104171 w 9354533"/>
              <a:gd name="connsiteY63" fmla="*/ 5123241 h 6857999"/>
              <a:gd name="connsiteX64" fmla="*/ 82239 w 9354533"/>
              <a:gd name="connsiteY64" fmla="*/ 5082077 h 6857999"/>
              <a:gd name="connsiteX65" fmla="*/ 65792 w 9354533"/>
              <a:gd name="connsiteY65" fmla="*/ 5040914 h 6857999"/>
              <a:gd name="connsiteX66" fmla="*/ 49345 w 9354533"/>
              <a:gd name="connsiteY66" fmla="*/ 4999752 h 6857999"/>
              <a:gd name="connsiteX67" fmla="*/ 35638 w 9354533"/>
              <a:gd name="connsiteY67" fmla="*/ 4955844 h 6857999"/>
              <a:gd name="connsiteX68" fmla="*/ 24672 w 9354533"/>
              <a:gd name="connsiteY68" fmla="*/ 4914681 h 6857999"/>
              <a:gd name="connsiteX69" fmla="*/ 13707 w 9354533"/>
              <a:gd name="connsiteY69" fmla="*/ 4870773 h 6857999"/>
              <a:gd name="connsiteX70" fmla="*/ 8225 w 9354533"/>
              <a:gd name="connsiteY70" fmla="*/ 4826865 h 6857999"/>
              <a:gd name="connsiteX71" fmla="*/ 2744 w 9354533"/>
              <a:gd name="connsiteY71" fmla="*/ 4785702 h 6857999"/>
              <a:gd name="connsiteX72" fmla="*/ 0 w 9354533"/>
              <a:gd name="connsiteY72" fmla="*/ 4741796 h 6857999"/>
              <a:gd name="connsiteX73" fmla="*/ 0 w 9354533"/>
              <a:gd name="connsiteY73" fmla="*/ 4697888 h 6857999"/>
              <a:gd name="connsiteX74" fmla="*/ 0 w 9354533"/>
              <a:gd name="connsiteY74" fmla="*/ 4653981 h 6857999"/>
              <a:gd name="connsiteX75" fmla="*/ 2744 w 9354533"/>
              <a:gd name="connsiteY75" fmla="*/ 4610073 h 6857999"/>
              <a:gd name="connsiteX76" fmla="*/ 8225 w 9354533"/>
              <a:gd name="connsiteY76" fmla="*/ 4566165 h 6857999"/>
              <a:gd name="connsiteX77" fmla="*/ 13707 w 9354533"/>
              <a:gd name="connsiteY77" fmla="*/ 4522259 h 6857999"/>
              <a:gd name="connsiteX78" fmla="*/ 24672 w 9354533"/>
              <a:gd name="connsiteY78" fmla="*/ 4481095 h 6857999"/>
              <a:gd name="connsiteX79" fmla="*/ 35638 w 9354533"/>
              <a:gd name="connsiteY79" fmla="*/ 4437188 h 6857999"/>
              <a:gd name="connsiteX80" fmla="*/ 49345 w 9354533"/>
              <a:gd name="connsiteY80" fmla="*/ 4393280 h 6857999"/>
              <a:gd name="connsiteX81" fmla="*/ 65792 w 9354533"/>
              <a:gd name="connsiteY81" fmla="*/ 4354861 h 6857999"/>
              <a:gd name="connsiteX82" fmla="*/ 82239 w 9354533"/>
              <a:gd name="connsiteY82" fmla="*/ 4313698 h 6857999"/>
              <a:gd name="connsiteX83" fmla="*/ 104171 w 9354533"/>
              <a:gd name="connsiteY83" fmla="*/ 4272536 h 6857999"/>
              <a:gd name="connsiteX84" fmla="*/ 123358 w 9354533"/>
              <a:gd name="connsiteY84" fmla="*/ 4234116 h 6857999"/>
              <a:gd name="connsiteX85" fmla="*/ 148030 w 9354533"/>
              <a:gd name="connsiteY85" fmla="*/ 4195697 h 6857999"/>
              <a:gd name="connsiteX86" fmla="*/ 175444 w 9354533"/>
              <a:gd name="connsiteY86" fmla="*/ 4160023 h 6857999"/>
              <a:gd name="connsiteX87" fmla="*/ 202857 w 9354533"/>
              <a:gd name="connsiteY87" fmla="*/ 4121603 h 6857999"/>
              <a:gd name="connsiteX88" fmla="*/ 230270 w 9354533"/>
              <a:gd name="connsiteY88" fmla="*/ 4085929 h 6857999"/>
              <a:gd name="connsiteX89" fmla="*/ 263165 w 9354533"/>
              <a:gd name="connsiteY89" fmla="*/ 4052999 h 6857999"/>
              <a:gd name="connsiteX90" fmla="*/ 296062 w 9354533"/>
              <a:gd name="connsiteY90" fmla="*/ 4020067 h 6857999"/>
              <a:gd name="connsiteX91" fmla="*/ 331697 w 9354533"/>
              <a:gd name="connsiteY91" fmla="*/ 3989881 h 6857999"/>
              <a:gd name="connsiteX92" fmla="*/ 370076 w 9354533"/>
              <a:gd name="connsiteY92" fmla="*/ 3959695 h 6857999"/>
              <a:gd name="connsiteX93" fmla="*/ 405711 w 9354533"/>
              <a:gd name="connsiteY93" fmla="*/ 3934997 h 6857999"/>
              <a:gd name="connsiteX94" fmla="*/ 444090 w 9354533"/>
              <a:gd name="connsiteY94" fmla="*/ 3913043 h 6857999"/>
              <a:gd name="connsiteX95" fmla="*/ 482469 w 9354533"/>
              <a:gd name="connsiteY95" fmla="*/ 3888346 h 6857999"/>
              <a:gd name="connsiteX96" fmla="*/ 523588 w 9354533"/>
              <a:gd name="connsiteY96" fmla="*/ 3869136 h 6857999"/>
              <a:gd name="connsiteX97" fmla="*/ 564708 w 9354533"/>
              <a:gd name="connsiteY97" fmla="*/ 3852671 h 6857999"/>
              <a:gd name="connsiteX98" fmla="*/ 605827 w 9354533"/>
              <a:gd name="connsiteY98" fmla="*/ 3836206 h 6857999"/>
              <a:gd name="connsiteX99" fmla="*/ 646947 w 9354533"/>
              <a:gd name="connsiteY99" fmla="*/ 3822484 h 6857999"/>
              <a:gd name="connsiteX100" fmla="*/ 688066 w 9354533"/>
              <a:gd name="connsiteY100" fmla="*/ 3811507 h 6857999"/>
              <a:gd name="connsiteX101" fmla="*/ 731926 w 9354533"/>
              <a:gd name="connsiteY101" fmla="*/ 3803275 h 6857999"/>
              <a:gd name="connsiteX102" fmla="*/ 775786 w 9354533"/>
              <a:gd name="connsiteY102" fmla="*/ 3795043 h 6857999"/>
              <a:gd name="connsiteX103" fmla="*/ 816907 w 9354533"/>
              <a:gd name="connsiteY103" fmla="*/ 3792299 h 6857999"/>
              <a:gd name="connsiteX104" fmla="*/ 975900 w 9354533"/>
              <a:gd name="connsiteY104" fmla="*/ 1075531 h 6857999"/>
              <a:gd name="connsiteX105" fmla="*/ 1019761 w 9354533"/>
              <a:gd name="connsiteY105" fmla="*/ 1078274 h 6857999"/>
              <a:gd name="connsiteX106" fmla="*/ 1063623 w 9354533"/>
              <a:gd name="connsiteY106" fmla="*/ 1081018 h 6857999"/>
              <a:gd name="connsiteX107" fmla="*/ 1107484 w 9354533"/>
              <a:gd name="connsiteY107" fmla="*/ 1083763 h 6857999"/>
              <a:gd name="connsiteX108" fmla="*/ 1151344 w 9354533"/>
              <a:gd name="connsiteY108" fmla="*/ 1091995 h 6857999"/>
              <a:gd name="connsiteX109" fmla="*/ 1192463 w 9354533"/>
              <a:gd name="connsiteY109" fmla="*/ 1102972 h 6857999"/>
              <a:gd name="connsiteX110" fmla="*/ 1236324 w 9354533"/>
              <a:gd name="connsiteY110" fmla="*/ 1113948 h 6857999"/>
              <a:gd name="connsiteX111" fmla="*/ 1274702 w 9354533"/>
              <a:gd name="connsiteY111" fmla="*/ 1127671 h 6857999"/>
              <a:gd name="connsiteX112" fmla="*/ 1318562 w 9354533"/>
              <a:gd name="connsiteY112" fmla="*/ 1141391 h 6857999"/>
              <a:gd name="connsiteX113" fmla="*/ 1359682 w 9354533"/>
              <a:gd name="connsiteY113" fmla="*/ 1160601 h 6857999"/>
              <a:gd name="connsiteX114" fmla="*/ 1398058 w 9354533"/>
              <a:gd name="connsiteY114" fmla="*/ 1179811 h 6857999"/>
              <a:gd name="connsiteX115" fmla="*/ 1439178 w 9354533"/>
              <a:gd name="connsiteY115" fmla="*/ 1201764 h 6857999"/>
              <a:gd name="connsiteX116" fmla="*/ 1477556 w 9354533"/>
              <a:gd name="connsiteY116" fmla="*/ 1226461 h 6857999"/>
              <a:gd name="connsiteX117" fmla="*/ 1513194 w 9354533"/>
              <a:gd name="connsiteY117" fmla="*/ 1251160 h 6857999"/>
              <a:gd name="connsiteX118" fmla="*/ 1551573 w 9354533"/>
              <a:gd name="connsiteY118" fmla="*/ 1278601 h 6857999"/>
              <a:gd name="connsiteX119" fmla="*/ 1584468 w 9354533"/>
              <a:gd name="connsiteY119" fmla="*/ 1311532 h 6857999"/>
              <a:gd name="connsiteX120" fmla="*/ 1620103 w 9354533"/>
              <a:gd name="connsiteY120" fmla="*/ 1341718 h 6857999"/>
              <a:gd name="connsiteX121" fmla="*/ 7115932 w 9354533"/>
              <a:gd name="connsiteY121" fmla="*/ 6857999 h 6857999"/>
              <a:gd name="connsiteX122" fmla="*/ 4543996 w 9354533"/>
              <a:gd name="connsiteY122" fmla="*/ 6857999 h 6857999"/>
              <a:gd name="connsiteX123" fmla="*/ 331697 w 9354533"/>
              <a:gd name="connsiteY123" fmla="*/ 2631498 h 6857999"/>
              <a:gd name="connsiteX124" fmla="*/ 301543 w 9354533"/>
              <a:gd name="connsiteY124" fmla="*/ 2601310 h 6857999"/>
              <a:gd name="connsiteX125" fmla="*/ 271390 w 9354533"/>
              <a:gd name="connsiteY125" fmla="*/ 2562893 h 6857999"/>
              <a:gd name="connsiteX126" fmla="*/ 243976 w 9354533"/>
              <a:gd name="connsiteY126" fmla="*/ 2527217 h 6857999"/>
              <a:gd name="connsiteX127" fmla="*/ 216563 w 9354533"/>
              <a:gd name="connsiteY127" fmla="*/ 2491543 h 6857999"/>
              <a:gd name="connsiteX128" fmla="*/ 191891 w 9354533"/>
              <a:gd name="connsiteY128" fmla="*/ 2450380 h 6857999"/>
              <a:gd name="connsiteX129" fmla="*/ 172702 w 9354533"/>
              <a:gd name="connsiteY129" fmla="*/ 2414705 h 6857999"/>
              <a:gd name="connsiteX130" fmla="*/ 150772 w 9354533"/>
              <a:gd name="connsiteY130" fmla="*/ 2373541 h 6857999"/>
              <a:gd name="connsiteX131" fmla="*/ 134324 w 9354533"/>
              <a:gd name="connsiteY131" fmla="*/ 2329634 h 6857999"/>
              <a:gd name="connsiteX132" fmla="*/ 117877 w 9354533"/>
              <a:gd name="connsiteY132" fmla="*/ 2291216 h 6857999"/>
              <a:gd name="connsiteX133" fmla="*/ 106912 w 9354533"/>
              <a:gd name="connsiteY133" fmla="*/ 2247308 h 6857999"/>
              <a:gd name="connsiteX134" fmla="*/ 93205 w 9354533"/>
              <a:gd name="connsiteY134" fmla="*/ 2203400 h 6857999"/>
              <a:gd name="connsiteX135" fmla="*/ 82239 w 9354533"/>
              <a:gd name="connsiteY135" fmla="*/ 2162238 h 6857999"/>
              <a:gd name="connsiteX136" fmla="*/ 76757 w 9354533"/>
              <a:gd name="connsiteY136" fmla="*/ 2118330 h 6857999"/>
              <a:gd name="connsiteX137" fmla="*/ 71275 w 9354533"/>
              <a:gd name="connsiteY137" fmla="*/ 2074424 h 6857999"/>
              <a:gd name="connsiteX138" fmla="*/ 68533 w 9354533"/>
              <a:gd name="connsiteY138" fmla="*/ 2030516 h 6857999"/>
              <a:gd name="connsiteX139" fmla="*/ 68533 w 9354533"/>
              <a:gd name="connsiteY139" fmla="*/ 1989352 h 6857999"/>
              <a:gd name="connsiteX140" fmla="*/ 68533 w 9354533"/>
              <a:gd name="connsiteY140" fmla="*/ 1942701 h 6857999"/>
              <a:gd name="connsiteX141" fmla="*/ 71275 w 9354533"/>
              <a:gd name="connsiteY141" fmla="*/ 1898793 h 6857999"/>
              <a:gd name="connsiteX142" fmla="*/ 76757 w 9354533"/>
              <a:gd name="connsiteY142" fmla="*/ 1857629 h 6857999"/>
              <a:gd name="connsiteX143" fmla="*/ 82239 w 9354533"/>
              <a:gd name="connsiteY143" fmla="*/ 1813723 h 6857999"/>
              <a:gd name="connsiteX144" fmla="*/ 93205 w 9354533"/>
              <a:gd name="connsiteY144" fmla="*/ 1769815 h 6857999"/>
              <a:gd name="connsiteX145" fmla="*/ 106912 w 9354533"/>
              <a:gd name="connsiteY145" fmla="*/ 1728652 h 6857999"/>
              <a:gd name="connsiteX146" fmla="*/ 117877 w 9354533"/>
              <a:gd name="connsiteY146" fmla="*/ 1684745 h 6857999"/>
              <a:gd name="connsiteX147" fmla="*/ 134324 w 9354533"/>
              <a:gd name="connsiteY147" fmla="*/ 1643581 h 6857999"/>
              <a:gd name="connsiteX148" fmla="*/ 150772 w 9354533"/>
              <a:gd name="connsiteY148" fmla="*/ 1605162 h 6857999"/>
              <a:gd name="connsiteX149" fmla="*/ 172702 w 9354533"/>
              <a:gd name="connsiteY149" fmla="*/ 1564000 h 6857999"/>
              <a:gd name="connsiteX150" fmla="*/ 191891 w 9354533"/>
              <a:gd name="connsiteY150" fmla="*/ 1522837 h 6857999"/>
              <a:gd name="connsiteX151" fmla="*/ 216563 w 9354533"/>
              <a:gd name="connsiteY151" fmla="*/ 1487162 h 6857999"/>
              <a:gd name="connsiteX152" fmla="*/ 243976 w 9354533"/>
              <a:gd name="connsiteY152" fmla="*/ 1448743 h 6857999"/>
              <a:gd name="connsiteX153" fmla="*/ 271390 w 9354533"/>
              <a:gd name="connsiteY153" fmla="*/ 1413068 h 6857999"/>
              <a:gd name="connsiteX154" fmla="*/ 301543 w 9354533"/>
              <a:gd name="connsiteY154" fmla="*/ 1377393 h 6857999"/>
              <a:gd name="connsiteX155" fmla="*/ 331697 w 9354533"/>
              <a:gd name="connsiteY155" fmla="*/ 1341718 h 6857999"/>
              <a:gd name="connsiteX156" fmla="*/ 367335 w 9354533"/>
              <a:gd name="connsiteY156" fmla="*/ 1311532 h 6857999"/>
              <a:gd name="connsiteX157" fmla="*/ 400229 w 9354533"/>
              <a:gd name="connsiteY157" fmla="*/ 1278601 h 6857999"/>
              <a:gd name="connsiteX158" fmla="*/ 438607 w 9354533"/>
              <a:gd name="connsiteY158" fmla="*/ 1251160 h 6857999"/>
              <a:gd name="connsiteX159" fmla="*/ 474243 w 9354533"/>
              <a:gd name="connsiteY159" fmla="*/ 1226461 h 6857999"/>
              <a:gd name="connsiteX160" fmla="*/ 512622 w 9354533"/>
              <a:gd name="connsiteY160" fmla="*/ 1201764 h 6857999"/>
              <a:gd name="connsiteX161" fmla="*/ 551001 w 9354533"/>
              <a:gd name="connsiteY161" fmla="*/ 1179811 h 6857999"/>
              <a:gd name="connsiteX162" fmla="*/ 592121 w 9354533"/>
              <a:gd name="connsiteY162" fmla="*/ 1160601 h 6857999"/>
              <a:gd name="connsiteX163" fmla="*/ 633240 w 9354533"/>
              <a:gd name="connsiteY163" fmla="*/ 1141391 h 6857999"/>
              <a:gd name="connsiteX164" fmla="*/ 674359 w 9354533"/>
              <a:gd name="connsiteY164" fmla="*/ 1127671 h 6857999"/>
              <a:gd name="connsiteX165" fmla="*/ 715479 w 9354533"/>
              <a:gd name="connsiteY165" fmla="*/ 1113948 h 6857999"/>
              <a:gd name="connsiteX166" fmla="*/ 759339 w 9354533"/>
              <a:gd name="connsiteY166" fmla="*/ 1102972 h 6857999"/>
              <a:gd name="connsiteX167" fmla="*/ 800459 w 9354533"/>
              <a:gd name="connsiteY167" fmla="*/ 1091995 h 6857999"/>
              <a:gd name="connsiteX168" fmla="*/ 844319 w 9354533"/>
              <a:gd name="connsiteY168" fmla="*/ 1083763 h 6857999"/>
              <a:gd name="connsiteX169" fmla="*/ 890920 w 9354533"/>
              <a:gd name="connsiteY169" fmla="*/ 1081018 h 6857999"/>
              <a:gd name="connsiteX170" fmla="*/ 932040 w 9354533"/>
              <a:gd name="connsiteY170" fmla="*/ 1078274 h 6857999"/>
              <a:gd name="connsiteX171" fmla="*/ 8785588 w 9354533"/>
              <a:gd name="connsiteY171" fmla="*/ 0 h 6857999"/>
              <a:gd name="connsiteX172" fmla="*/ 9354533 w 9354533"/>
              <a:gd name="connsiteY172" fmla="*/ 0 h 6857999"/>
              <a:gd name="connsiteX173" fmla="*/ 9354533 w 9354533"/>
              <a:gd name="connsiteY173" fmla="*/ 570519 h 6857999"/>
              <a:gd name="connsiteX174" fmla="*/ 6019529 w 9354533"/>
              <a:gd name="connsiteY174" fmla="*/ 0 h 6857999"/>
              <a:gd name="connsiteX175" fmla="*/ 8588708 w 9354533"/>
              <a:gd name="connsiteY175" fmla="*/ 0 h 6857999"/>
              <a:gd name="connsiteX176" fmla="*/ 9354533 w 9354533"/>
              <a:gd name="connsiteY176" fmla="*/ 768021 h 6857999"/>
              <a:gd name="connsiteX177" fmla="*/ 9354533 w 9354533"/>
              <a:gd name="connsiteY177" fmla="*/ 3347008 h 6857999"/>
              <a:gd name="connsiteX178" fmla="*/ 3248285 w 9354533"/>
              <a:gd name="connsiteY178" fmla="*/ 0 h 6857999"/>
              <a:gd name="connsiteX179" fmla="*/ 5819972 w 9354533"/>
              <a:gd name="connsiteY179" fmla="*/ 0 h 6857999"/>
              <a:gd name="connsiteX180" fmla="*/ 9354533 w 9354533"/>
              <a:gd name="connsiteY180" fmla="*/ 3545079 h 6857999"/>
              <a:gd name="connsiteX181" fmla="*/ 9354533 w 9354533"/>
              <a:gd name="connsiteY181" fmla="*/ 6127044 h 6857999"/>
              <a:gd name="connsiteX182" fmla="*/ 476872 w 9354533"/>
              <a:gd name="connsiteY182" fmla="*/ 0 h 6857999"/>
              <a:gd name="connsiteX183" fmla="*/ 3050781 w 9354533"/>
              <a:gd name="connsiteY183" fmla="*/ 0 h 6857999"/>
              <a:gd name="connsiteX184" fmla="*/ 9354533 w 9354533"/>
              <a:gd name="connsiteY184" fmla="*/ 6324693 h 6857999"/>
              <a:gd name="connsiteX185" fmla="*/ 9354533 w 9354533"/>
              <a:gd name="connsiteY185" fmla="*/ 6857999 h 6857999"/>
              <a:gd name="connsiteX186" fmla="*/ 7312522 w 9354533"/>
              <a:gd name="connsiteY18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9354533" h="6857999">
                <a:moveTo>
                  <a:pt x="811424" y="6511811"/>
                </a:moveTo>
                <a:lnTo>
                  <a:pt x="855285" y="6511811"/>
                </a:lnTo>
                <a:lnTo>
                  <a:pt x="899145" y="6511811"/>
                </a:lnTo>
                <a:lnTo>
                  <a:pt x="940265" y="6514555"/>
                </a:lnTo>
                <a:lnTo>
                  <a:pt x="986866" y="6522788"/>
                </a:lnTo>
                <a:lnTo>
                  <a:pt x="1030726" y="6531020"/>
                </a:lnTo>
                <a:lnTo>
                  <a:pt x="1071846" y="6539252"/>
                </a:lnTo>
                <a:lnTo>
                  <a:pt x="1112965" y="6550230"/>
                </a:lnTo>
                <a:lnTo>
                  <a:pt x="1156826" y="6563951"/>
                </a:lnTo>
                <a:lnTo>
                  <a:pt x="1197945" y="6577672"/>
                </a:lnTo>
                <a:lnTo>
                  <a:pt x="1239064" y="6596881"/>
                </a:lnTo>
                <a:lnTo>
                  <a:pt x="1277443" y="6616091"/>
                </a:lnTo>
                <a:lnTo>
                  <a:pt x="1318562" y="6638044"/>
                </a:lnTo>
                <a:lnTo>
                  <a:pt x="1356942" y="6662741"/>
                </a:lnTo>
                <a:lnTo>
                  <a:pt x="1392576" y="6687440"/>
                </a:lnTo>
                <a:lnTo>
                  <a:pt x="1430955" y="6717627"/>
                </a:lnTo>
                <a:lnTo>
                  <a:pt x="1463850" y="6745068"/>
                </a:lnTo>
                <a:lnTo>
                  <a:pt x="1499488" y="6780744"/>
                </a:lnTo>
                <a:lnTo>
                  <a:pt x="1576429" y="6857999"/>
                </a:lnTo>
                <a:lnTo>
                  <a:pt x="141549" y="6857999"/>
                </a:lnTo>
                <a:lnTo>
                  <a:pt x="148030" y="6849348"/>
                </a:lnTo>
                <a:lnTo>
                  <a:pt x="180926" y="6810929"/>
                </a:lnTo>
                <a:lnTo>
                  <a:pt x="211081" y="6780744"/>
                </a:lnTo>
                <a:lnTo>
                  <a:pt x="246717" y="6745068"/>
                </a:lnTo>
                <a:lnTo>
                  <a:pt x="279611" y="6717627"/>
                </a:lnTo>
                <a:lnTo>
                  <a:pt x="317990" y="6687440"/>
                </a:lnTo>
                <a:lnTo>
                  <a:pt x="353629" y="6662741"/>
                </a:lnTo>
                <a:lnTo>
                  <a:pt x="392005" y="6638044"/>
                </a:lnTo>
                <a:lnTo>
                  <a:pt x="433124" y="6616091"/>
                </a:lnTo>
                <a:lnTo>
                  <a:pt x="471503" y="6596881"/>
                </a:lnTo>
                <a:lnTo>
                  <a:pt x="512622" y="6577672"/>
                </a:lnTo>
                <a:lnTo>
                  <a:pt x="553742" y="6563951"/>
                </a:lnTo>
                <a:lnTo>
                  <a:pt x="594861" y="6550230"/>
                </a:lnTo>
                <a:lnTo>
                  <a:pt x="638721" y="6539252"/>
                </a:lnTo>
                <a:lnTo>
                  <a:pt x="679841" y="6531020"/>
                </a:lnTo>
                <a:lnTo>
                  <a:pt x="723702" y="6522788"/>
                </a:lnTo>
                <a:lnTo>
                  <a:pt x="767562" y="6514555"/>
                </a:lnTo>
                <a:close/>
                <a:moveTo>
                  <a:pt x="863507" y="3786810"/>
                </a:moveTo>
                <a:lnTo>
                  <a:pt x="907368" y="3786810"/>
                </a:lnTo>
                <a:lnTo>
                  <a:pt x="948487" y="3786810"/>
                </a:lnTo>
                <a:lnTo>
                  <a:pt x="992347" y="3792299"/>
                </a:lnTo>
                <a:lnTo>
                  <a:pt x="1038951" y="3795043"/>
                </a:lnTo>
                <a:lnTo>
                  <a:pt x="1080070" y="3803275"/>
                </a:lnTo>
                <a:lnTo>
                  <a:pt x="1123931" y="3811507"/>
                </a:lnTo>
                <a:lnTo>
                  <a:pt x="1167791" y="3822484"/>
                </a:lnTo>
                <a:lnTo>
                  <a:pt x="1206170" y="3836206"/>
                </a:lnTo>
                <a:lnTo>
                  <a:pt x="1250030" y="3852671"/>
                </a:lnTo>
                <a:lnTo>
                  <a:pt x="1291149" y="3869136"/>
                </a:lnTo>
                <a:lnTo>
                  <a:pt x="1329528" y="3888346"/>
                </a:lnTo>
                <a:lnTo>
                  <a:pt x="1370648" y="3913043"/>
                </a:lnTo>
                <a:lnTo>
                  <a:pt x="1406283" y="3934997"/>
                </a:lnTo>
                <a:lnTo>
                  <a:pt x="1444661" y="3959695"/>
                </a:lnTo>
                <a:lnTo>
                  <a:pt x="1483041" y="3989881"/>
                </a:lnTo>
                <a:lnTo>
                  <a:pt x="1515936" y="4020067"/>
                </a:lnTo>
                <a:lnTo>
                  <a:pt x="1551573" y="4052999"/>
                </a:lnTo>
                <a:lnTo>
                  <a:pt x="4345134" y="6857999"/>
                </a:lnTo>
                <a:lnTo>
                  <a:pt x="1774225" y="6857999"/>
                </a:lnTo>
                <a:lnTo>
                  <a:pt x="263165" y="5342778"/>
                </a:lnTo>
                <a:lnTo>
                  <a:pt x="230270" y="5307103"/>
                </a:lnTo>
                <a:lnTo>
                  <a:pt x="202857" y="5274172"/>
                </a:lnTo>
                <a:lnTo>
                  <a:pt x="175444" y="5238497"/>
                </a:lnTo>
                <a:lnTo>
                  <a:pt x="148030" y="5200079"/>
                </a:lnTo>
                <a:lnTo>
                  <a:pt x="123358" y="5161661"/>
                </a:lnTo>
                <a:lnTo>
                  <a:pt x="104171" y="5123241"/>
                </a:lnTo>
                <a:lnTo>
                  <a:pt x="82239" y="5082077"/>
                </a:lnTo>
                <a:lnTo>
                  <a:pt x="65792" y="5040914"/>
                </a:lnTo>
                <a:lnTo>
                  <a:pt x="49345" y="4999752"/>
                </a:lnTo>
                <a:lnTo>
                  <a:pt x="35638" y="4955844"/>
                </a:lnTo>
                <a:lnTo>
                  <a:pt x="24672" y="4914681"/>
                </a:lnTo>
                <a:lnTo>
                  <a:pt x="13707" y="4870773"/>
                </a:lnTo>
                <a:lnTo>
                  <a:pt x="8225" y="4826865"/>
                </a:lnTo>
                <a:lnTo>
                  <a:pt x="2744" y="4785702"/>
                </a:lnTo>
                <a:lnTo>
                  <a:pt x="0" y="4741796"/>
                </a:lnTo>
                <a:lnTo>
                  <a:pt x="0" y="4697888"/>
                </a:lnTo>
                <a:lnTo>
                  <a:pt x="0" y="4653981"/>
                </a:lnTo>
                <a:lnTo>
                  <a:pt x="2744" y="4610073"/>
                </a:lnTo>
                <a:lnTo>
                  <a:pt x="8225" y="4566165"/>
                </a:lnTo>
                <a:lnTo>
                  <a:pt x="13707" y="4522259"/>
                </a:lnTo>
                <a:lnTo>
                  <a:pt x="24672" y="4481095"/>
                </a:lnTo>
                <a:lnTo>
                  <a:pt x="35638" y="4437188"/>
                </a:lnTo>
                <a:lnTo>
                  <a:pt x="49345" y="4393280"/>
                </a:lnTo>
                <a:lnTo>
                  <a:pt x="65792" y="4354861"/>
                </a:lnTo>
                <a:lnTo>
                  <a:pt x="82239" y="4313698"/>
                </a:lnTo>
                <a:lnTo>
                  <a:pt x="104171" y="4272536"/>
                </a:lnTo>
                <a:lnTo>
                  <a:pt x="123358" y="4234116"/>
                </a:lnTo>
                <a:lnTo>
                  <a:pt x="148030" y="4195697"/>
                </a:lnTo>
                <a:lnTo>
                  <a:pt x="175444" y="4160023"/>
                </a:lnTo>
                <a:lnTo>
                  <a:pt x="202857" y="4121603"/>
                </a:lnTo>
                <a:lnTo>
                  <a:pt x="230270" y="4085929"/>
                </a:lnTo>
                <a:lnTo>
                  <a:pt x="263165" y="4052999"/>
                </a:lnTo>
                <a:lnTo>
                  <a:pt x="296062" y="4020067"/>
                </a:lnTo>
                <a:lnTo>
                  <a:pt x="331697" y="3989881"/>
                </a:lnTo>
                <a:lnTo>
                  <a:pt x="370076" y="3959695"/>
                </a:lnTo>
                <a:lnTo>
                  <a:pt x="405711" y="3934997"/>
                </a:lnTo>
                <a:lnTo>
                  <a:pt x="444090" y="3913043"/>
                </a:lnTo>
                <a:lnTo>
                  <a:pt x="482469" y="3888346"/>
                </a:lnTo>
                <a:lnTo>
                  <a:pt x="523588" y="3869136"/>
                </a:lnTo>
                <a:lnTo>
                  <a:pt x="564708" y="3852671"/>
                </a:lnTo>
                <a:lnTo>
                  <a:pt x="605827" y="3836206"/>
                </a:lnTo>
                <a:lnTo>
                  <a:pt x="646947" y="3822484"/>
                </a:lnTo>
                <a:lnTo>
                  <a:pt x="688066" y="3811507"/>
                </a:lnTo>
                <a:lnTo>
                  <a:pt x="731926" y="3803275"/>
                </a:lnTo>
                <a:lnTo>
                  <a:pt x="775786" y="3795043"/>
                </a:lnTo>
                <a:lnTo>
                  <a:pt x="816907" y="3792299"/>
                </a:lnTo>
                <a:close/>
                <a:moveTo>
                  <a:pt x="975900" y="1075531"/>
                </a:moveTo>
                <a:lnTo>
                  <a:pt x="1019761" y="1078274"/>
                </a:lnTo>
                <a:lnTo>
                  <a:pt x="1063623" y="1081018"/>
                </a:lnTo>
                <a:lnTo>
                  <a:pt x="1107484" y="1083763"/>
                </a:lnTo>
                <a:lnTo>
                  <a:pt x="1151344" y="1091995"/>
                </a:lnTo>
                <a:lnTo>
                  <a:pt x="1192463" y="1102972"/>
                </a:lnTo>
                <a:lnTo>
                  <a:pt x="1236324" y="1113948"/>
                </a:lnTo>
                <a:lnTo>
                  <a:pt x="1274702" y="1127671"/>
                </a:lnTo>
                <a:lnTo>
                  <a:pt x="1318562" y="1141391"/>
                </a:lnTo>
                <a:lnTo>
                  <a:pt x="1359682" y="1160601"/>
                </a:lnTo>
                <a:lnTo>
                  <a:pt x="1398058" y="1179811"/>
                </a:lnTo>
                <a:lnTo>
                  <a:pt x="1439178" y="1201764"/>
                </a:lnTo>
                <a:lnTo>
                  <a:pt x="1477556" y="1226461"/>
                </a:lnTo>
                <a:lnTo>
                  <a:pt x="1513194" y="1251160"/>
                </a:lnTo>
                <a:lnTo>
                  <a:pt x="1551573" y="1278601"/>
                </a:lnTo>
                <a:lnTo>
                  <a:pt x="1584468" y="1311532"/>
                </a:lnTo>
                <a:lnTo>
                  <a:pt x="1620103" y="1341718"/>
                </a:lnTo>
                <a:lnTo>
                  <a:pt x="7115932" y="6857999"/>
                </a:lnTo>
                <a:lnTo>
                  <a:pt x="4543996" y="6857999"/>
                </a:lnTo>
                <a:lnTo>
                  <a:pt x="331697" y="2631498"/>
                </a:lnTo>
                <a:lnTo>
                  <a:pt x="301543" y="2601310"/>
                </a:lnTo>
                <a:lnTo>
                  <a:pt x="271390" y="2562893"/>
                </a:lnTo>
                <a:lnTo>
                  <a:pt x="243976" y="2527217"/>
                </a:lnTo>
                <a:lnTo>
                  <a:pt x="216563" y="2491543"/>
                </a:lnTo>
                <a:lnTo>
                  <a:pt x="191891" y="2450380"/>
                </a:lnTo>
                <a:lnTo>
                  <a:pt x="172702" y="2414705"/>
                </a:lnTo>
                <a:lnTo>
                  <a:pt x="150772" y="2373541"/>
                </a:lnTo>
                <a:lnTo>
                  <a:pt x="134324" y="2329634"/>
                </a:lnTo>
                <a:lnTo>
                  <a:pt x="117877" y="2291216"/>
                </a:lnTo>
                <a:lnTo>
                  <a:pt x="106912" y="2247308"/>
                </a:lnTo>
                <a:lnTo>
                  <a:pt x="93205" y="2203400"/>
                </a:lnTo>
                <a:lnTo>
                  <a:pt x="82239" y="2162238"/>
                </a:lnTo>
                <a:lnTo>
                  <a:pt x="76757" y="2118330"/>
                </a:lnTo>
                <a:lnTo>
                  <a:pt x="71275" y="2074424"/>
                </a:lnTo>
                <a:lnTo>
                  <a:pt x="68533" y="2030516"/>
                </a:lnTo>
                <a:lnTo>
                  <a:pt x="68533" y="1989352"/>
                </a:lnTo>
                <a:lnTo>
                  <a:pt x="68533" y="1942701"/>
                </a:lnTo>
                <a:lnTo>
                  <a:pt x="71275" y="1898793"/>
                </a:lnTo>
                <a:lnTo>
                  <a:pt x="76757" y="1857629"/>
                </a:lnTo>
                <a:lnTo>
                  <a:pt x="82239" y="1813723"/>
                </a:lnTo>
                <a:lnTo>
                  <a:pt x="93205" y="1769815"/>
                </a:lnTo>
                <a:lnTo>
                  <a:pt x="106912" y="1728652"/>
                </a:lnTo>
                <a:lnTo>
                  <a:pt x="117877" y="1684745"/>
                </a:lnTo>
                <a:lnTo>
                  <a:pt x="134324" y="1643581"/>
                </a:lnTo>
                <a:lnTo>
                  <a:pt x="150772" y="1605162"/>
                </a:lnTo>
                <a:lnTo>
                  <a:pt x="172702" y="1564000"/>
                </a:lnTo>
                <a:lnTo>
                  <a:pt x="191891" y="1522837"/>
                </a:lnTo>
                <a:lnTo>
                  <a:pt x="216563" y="1487162"/>
                </a:lnTo>
                <a:lnTo>
                  <a:pt x="243976" y="1448743"/>
                </a:lnTo>
                <a:lnTo>
                  <a:pt x="271390" y="1413068"/>
                </a:lnTo>
                <a:lnTo>
                  <a:pt x="301543" y="1377393"/>
                </a:lnTo>
                <a:lnTo>
                  <a:pt x="331697" y="1341718"/>
                </a:lnTo>
                <a:lnTo>
                  <a:pt x="367335" y="1311532"/>
                </a:lnTo>
                <a:lnTo>
                  <a:pt x="400229" y="1278601"/>
                </a:lnTo>
                <a:lnTo>
                  <a:pt x="438607" y="1251160"/>
                </a:lnTo>
                <a:lnTo>
                  <a:pt x="474243" y="1226461"/>
                </a:lnTo>
                <a:lnTo>
                  <a:pt x="512622" y="1201764"/>
                </a:lnTo>
                <a:lnTo>
                  <a:pt x="551001" y="1179811"/>
                </a:lnTo>
                <a:lnTo>
                  <a:pt x="592121" y="1160601"/>
                </a:lnTo>
                <a:lnTo>
                  <a:pt x="633240" y="1141391"/>
                </a:lnTo>
                <a:lnTo>
                  <a:pt x="674359" y="1127671"/>
                </a:lnTo>
                <a:lnTo>
                  <a:pt x="715479" y="1113948"/>
                </a:lnTo>
                <a:lnTo>
                  <a:pt x="759339" y="1102972"/>
                </a:lnTo>
                <a:lnTo>
                  <a:pt x="800459" y="1091995"/>
                </a:lnTo>
                <a:lnTo>
                  <a:pt x="844319" y="1083763"/>
                </a:lnTo>
                <a:lnTo>
                  <a:pt x="890920" y="1081018"/>
                </a:lnTo>
                <a:lnTo>
                  <a:pt x="932040" y="1078274"/>
                </a:lnTo>
                <a:close/>
                <a:moveTo>
                  <a:pt x="8785588" y="0"/>
                </a:moveTo>
                <a:lnTo>
                  <a:pt x="9354533" y="0"/>
                </a:lnTo>
                <a:lnTo>
                  <a:pt x="9354533" y="570519"/>
                </a:lnTo>
                <a:close/>
                <a:moveTo>
                  <a:pt x="6019529" y="0"/>
                </a:moveTo>
                <a:lnTo>
                  <a:pt x="8588708" y="0"/>
                </a:lnTo>
                <a:lnTo>
                  <a:pt x="9354533" y="768021"/>
                </a:lnTo>
                <a:lnTo>
                  <a:pt x="9354533" y="3347008"/>
                </a:lnTo>
                <a:close/>
                <a:moveTo>
                  <a:pt x="3248285" y="0"/>
                </a:moveTo>
                <a:lnTo>
                  <a:pt x="5819972" y="0"/>
                </a:lnTo>
                <a:lnTo>
                  <a:pt x="9354533" y="3545079"/>
                </a:lnTo>
                <a:lnTo>
                  <a:pt x="9354533" y="6127044"/>
                </a:lnTo>
                <a:close/>
                <a:moveTo>
                  <a:pt x="476872" y="0"/>
                </a:moveTo>
                <a:lnTo>
                  <a:pt x="3050781" y="0"/>
                </a:lnTo>
                <a:lnTo>
                  <a:pt x="9354533" y="6324693"/>
                </a:lnTo>
                <a:lnTo>
                  <a:pt x="9354533" y="6857999"/>
                </a:lnTo>
                <a:lnTo>
                  <a:pt x="7312522" y="6857999"/>
                </a:lnTo>
                <a:close/>
              </a:path>
            </a:pathLst>
          </a:custGeom>
          <a:gradFill flip="none" rotWithShape="1">
            <a:gsLst>
              <a:gs pos="19000">
                <a:schemeClr val="bg1">
                  <a:alpha val="0"/>
                </a:schemeClr>
              </a:gs>
              <a:gs pos="100000">
                <a:schemeClr val="accent2">
                  <a:alpha val="6000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1" name="Freeform: Shape 35">
            <a:extLst>
              <a:ext uri="{FF2B5EF4-FFF2-40B4-BE49-F238E27FC236}">
                <a16:creationId xmlns:a16="http://schemas.microsoft.com/office/drawing/2014/main" id="{51C5343A-9122-803C-6D2B-811C2A29BD90}"/>
              </a:ext>
            </a:extLst>
          </p:cNvPr>
          <p:cNvSpPr/>
          <p:nvPr/>
        </p:nvSpPr>
        <p:spPr>
          <a:xfrm>
            <a:off x="9315925" y="5402263"/>
            <a:ext cx="2584231" cy="1222070"/>
          </a:xfrm>
          <a:custGeom>
            <a:avLst/>
            <a:gdLst>
              <a:gd name="connsiteX0" fmla="*/ 1525169 w 2440693"/>
              <a:gd name="connsiteY0" fmla="*/ 0 h 1149657"/>
              <a:gd name="connsiteX1" fmla="*/ 2412927 w 2440693"/>
              <a:gd name="connsiteY1" fmla="*/ 271173 h 1149657"/>
              <a:gd name="connsiteX2" fmla="*/ 2440693 w 2440693"/>
              <a:gd name="connsiteY2" fmla="*/ 291936 h 1149657"/>
              <a:gd name="connsiteX3" fmla="*/ 2440693 w 2440693"/>
              <a:gd name="connsiteY3" fmla="*/ 857571 h 1149657"/>
              <a:gd name="connsiteX4" fmla="*/ 2148607 w 2440693"/>
              <a:gd name="connsiteY4" fmla="*/ 1149657 h 1149657"/>
              <a:gd name="connsiteX5" fmla="*/ 0 w 2440693"/>
              <a:gd name="connsiteY5" fmla="*/ 1149657 h 1149657"/>
              <a:gd name="connsiteX6" fmla="*/ 8747 w 2440693"/>
              <a:gd name="connsiteY6" fmla="*/ 1115642 h 1149657"/>
              <a:gd name="connsiteX7" fmla="*/ 1525169 w 2440693"/>
              <a:gd name="connsiteY7" fmla="*/ 0 h 11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0693" h="1149657">
                <a:moveTo>
                  <a:pt x="1525169" y="0"/>
                </a:moveTo>
                <a:cubicBezTo>
                  <a:pt x="1854015" y="0"/>
                  <a:pt x="2159512" y="99969"/>
                  <a:pt x="2412927" y="271173"/>
                </a:cubicBezTo>
                <a:lnTo>
                  <a:pt x="2440693" y="291936"/>
                </a:lnTo>
                <a:lnTo>
                  <a:pt x="2440693" y="857571"/>
                </a:lnTo>
                <a:cubicBezTo>
                  <a:pt x="2440693" y="1018886"/>
                  <a:pt x="2309922" y="1149657"/>
                  <a:pt x="2148607" y="1149657"/>
                </a:cubicBezTo>
                <a:lnTo>
                  <a:pt x="0" y="1149657"/>
                </a:lnTo>
                <a:lnTo>
                  <a:pt x="8747" y="1115642"/>
                </a:lnTo>
                <a:cubicBezTo>
                  <a:pt x="209781" y="469295"/>
                  <a:pt x="812670" y="0"/>
                  <a:pt x="1525169"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36">
            <a:extLst>
              <a:ext uri="{FF2B5EF4-FFF2-40B4-BE49-F238E27FC236}">
                <a16:creationId xmlns:a16="http://schemas.microsoft.com/office/drawing/2014/main" id="{73449B51-EB96-4888-71DA-C4A4AEA9F9E9}"/>
              </a:ext>
            </a:extLst>
          </p:cNvPr>
          <p:cNvSpPr/>
          <p:nvPr/>
        </p:nvSpPr>
        <p:spPr>
          <a:xfrm>
            <a:off x="89613" y="972872"/>
            <a:ext cx="1000694" cy="3175614"/>
          </a:xfrm>
          <a:custGeom>
            <a:avLst/>
            <a:gdLst>
              <a:gd name="connsiteX0" fmla="*/ 0 w 1000694"/>
              <a:gd name="connsiteY0" fmla="*/ 0 h 2948702"/>
              <a:gd name="connsiteX1" fmla="*/ 30934 w 1000694"/>
              <a:gd name="connsiteY1" fmla="*/ 11322 h 2948702"/>
              <a:gd name="connsiteX2" fmla="*/ 1000694 w 1000694"/>
              <a:gd name="connsiteY2" fmla="*/ 1474351 h 2948702"/>
              <a:gd name="connsiteX3" fmla="*/ 30934 w 1000694"/>
              <a:gd name="connsiteY3" fmla="*/ 2937380 h 2948702"/>
              <a:gd name="connsiteX4" fmla="*/ 0 w 1000694"/>
              <a:gd name="connsiteY4" fmla="*/ 2948702 h 294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694" h="2948702">
                <a:moveTo>
                  <a:pt x="0" y="0"/>
                </a:moveTo>
                <a:lnTo>
                  <a:pt x="30934" y="11322"/>
                </a:lnTo>
                <a:cubicBezTo>
                  <a:pt x="600821" y="252364"/>
                  <a:pt x="1000694" y="816660"/>
                  <a:pt x="1000694" y="1474351"/>
                </a:cubicBezTo>
                <a:cubicBezTo>
                  <a:pt x="1000694" y="2132043"/>
                  <a:pt x="600821" y="2696338"/>
                  <a:pt x="30934" y="2937380"/>
                </a:cubicBezTo>
                <a:lnTo>
                  <a:pt x="0" y="2948702"/>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文本框 18">
            <a:extLst>
              <a:ext uri="{FF2B5EF4-FFF2-40B4-BE49-F238E27FC236}">
                <a16:creationId xmlns:a16="http://schemas.microsoft.com/office/drawing/2014/main" id="{31643CFB-15F3-8031-D500-FDAC4736575F}"/>
              </a:ext>
            </a:extLst>
          </p:cNvPr>
          <p:cNvSpPr txBox="1"/>
          <p:nvPr/>
        </p:nvSpPr>
        <p:spPr>
          <a:xfrm>
            <a:off x="627807" y="391887"/>
            <a:ext cx="5145496" cy="769441"/>
          </a:xfrm>
          <a:prstGeom prst="rect">
            <a:avLst/>
          </a:prstGeom>
          <a:noFill/>
        </p:spPr>
        <p:txBody>
          <a:bodyPr wrap="square" rtlCol="0">
            <a:spAutoFit/>
          </a:bodyPr>
          <a:lstStyle/>
          <a:p>
            <a:r>
              <a:rPr lang="en-IN" altLang="zh-CN" sz="4400">
                <a:solidFill>
                  <a:schemeClr val="bg1"/>
                </a:solidFill>
                <a:latin typeface="+mj-lt"/>
                <a:cs typeface="OPPOSans M" panose="00020600040101010101" charset="-122"/>
              </a:rPr>
              <a:t>Application:</a:t>
            </a:r>
            <a:endParaRPr lang="zh-CN" altLang="en-US" sz="4400">
              <a:solidFill>
                <a:schemeClr val="bg1"/>
              </a:solidFill>
              <a:latin typeface="+mj-lt"/>
              <a:cs typeface="OPPOSans M" panose="00020600040101010101" charset="-122"/>
            </a:endParaRPr>
          </a:p>
        </p:txBody>
      </p:sp>
      <p:sp>
        <p:nvSpPr>
          <p:cNvPr id="24" name="矩形 23">
            <a:extLst>
              <a:ext uri="{FF2B5EF4-FFF2-40B4-BE49-F238E27FC236}">
                <a16:creationId xmlns:a16="http://schemas.microsoft.com/office/drawing/2014/main" id="{201F0CF3-B325-D639-8AB8-00702763099D}"/>
              </a:ext>
            </a:extLst>
          </p:cNvPr>
          <p:cNvSpPr/>
          <p:nvPr/>
        </p:nvSpPr>
        <p:spPr>
          <a:xfrm>
            <a:off x="5248275" y="1776058"/>
            <a:ext cx="1695450" cy="92371"/>
          </a:xfrm>
          <a:prstGeom prst="rect">
            <a:avLst/>
          </a:prstGeom>
          <a:gradFill>
            <a:gsLst>
              <a:gs pos="0">
                <a:schemeClr val="accent2"/>
              </a:gs>
              <a:gs pos="100000">
                <a:schemeClr val="accent1">
                  <a:lumMod val="60000"/>
                  <a:lumOff val="4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chemeClr val="accent1"/>
                  </a:gs>
                  <a:gs pos="100000">
                    <a:schemeClr val="accent2"/>
                  </a:gs>
                </a:gsLst>
                <a:lin ang="0" scaled="0"/>
              </a:gradFill>
              <a:cs typeface="OPPOSans M" panose="00020600040101010101" charset="-122"/>
            </a:endParaRPr>
          </a:p>
        </p:txBody>
      </p:sp>
      <p:sp>
        <p:nvSpPr>
          <p:cNvPr id="14" name="TextBox 13">
            <a:extLst>
              <a:ext uri="{FF2B5EF4-FFF2-40B4-BE49-F238E27FC236}">
                <a16:creationId xmlns:a16="http://schemas.microsoft.com/office/drawing/2014/main" id="{D0B7AAE4-8D7C-5E23-88B7-7007EB801A9C}"/>
              </a:ext>
            </a:extLst>
          </p:cNvPr>
          <p:cNvSpPr txBox="1"/>
          <p:nvPr/>
        </p:nvSpPr>
        <p:spPr>
          <a:xfrm>
            <a:off x="1090307" y="1415783"/>
            <a:ext cx="10599174" cy="5324535"/>
          </a:xfrm>
          <a:prstGeom prst="rect">
            <a:avLst/>
          </a:prstGeom>
          <a:noFill/>
        </p:spPr>
        <p:txBody>
          <a:bodyPr wrap="square" rtlCol="0">
            <a:spAutoFit/>
          </a:bodyPr>
          <a:lstStyle/>
          <a:p>
            <a:r>
              <a:rPr lang="en-US" sz="2000" dirty="0">
                <a:solidFill>
                  <a:schemeClr val="bg1"/>
                </a:solidFill>
              </a:rPr>
              <a:t>This project presented a complete, AI-powered eye-tracking system designed to support early-stage screening of Autism Spectrum Disorder (ASD) using accessible, webcam-based technology. </a:t>
            </a:r>
          </a:p>
          <a:p>
            <a:endParaRPr lang="en-US" sz="2000" dirty="0">
              <a:solidFill>
                <a:schemeClr val="bg1"/>
              </a:solidFill>
            </a:endParaRPr>
          </a:p>
          <a:p>
            <a:pPr marL="342900" indent="-342900">
              <a:buFont typeface="Arial" panose="020B0604020202020204" pitchFamily="34" charset="0"/>
              <a:buChar char="•"/>
            </a:pPr>
            <a:r>
              <a:rPr lang="en-US" sz="2000" dirty="0">
                <a:solidFill>
                  <a:schemeClr val="bg1"/>
                </a:solidFill>
              </a:rPr>
              <a:t>Designed for clinics, schools, and home settings, it combines real-time processing, accessible hardware, and structured reporting. Looking at how often focus changes, size of eye motions, blinking speed, or ability to follow objects gives doctors clearer clues, Research constantly ties these actions to ASD. </a:t>
            </a:r>
          </a:p>
          <a:p>
            <a:pPr marL="342900" indent="-342900">
              <a:buFont typeface="Arial" panose="020B0604020202020204" pitchFamily="34" charset="0"/>
              <a:buChar char="•"/>
            </a:pPr>
            <a:endParaRPr lang="en-US" sz="2000" dirty="0">
              <a:solidFill>
                <a:schemeClr val="bg1"/>
              </a:solidFill>
            </a:endParaRPr>
          </a:p>
          <a:p>
            <a:pPr marL="342900" indent="-342900">
              <a:buFont typeface="Arial" panose="020B0604020202020204" pitchFamily="34" charset="0"/>
              <a:buChar char="•"/>
            </a:pPr>
            <a:r>
              <a:rPr lang="en-US" sz="2000" dirty="0">
                <a:solidFill>
                  <a:schemeClr val="bg1"/>
                </a:solidFill>
              </a:rPr>
              <a:t>The system runs videos at 30 frames per second, displaying real-time motion while flagging dangerous situations which helps teachers or healthcare workers catch events instantly – skipping slow playback check.</a:t>
            </a:r>
          </a:p>
          <a:p>
            <a:pPr marL="342900" indent="-342900">
              <a:buFont typeface="Arial" panose="020B0604020202020204" pitchFamily="34" charset="0"/>
              <a:buChar char="•"/>
            </a:pPr>
            <a:endParaRPr lang="en-US" sz="2000" dirty="0">
              <a:solidFill>
                <a:schemeClr val="bg1"/>
              </a:solidFill>
            </a:endParaRPr>
          </a:p>
          <a:p>
            <a:pPr marL="342900" indent="-342900">
              <a:buFont typeface="Arial" panose="020B0604020202020204" pitchFamily="34" charset="0"/>
              <a:buChar char="•"/>
            </a:pPr>
            <a:r>
              <a:rPr lang="en-US" sz="2000" dirty="0">
                <a:solidFill>
                  <a:schemeClr val="bg1"/>
                </a:solidFill>
              </a:rPr>
              <a:t>Auto data collection works well with regular check-ups on features, cutting 4 down hands-on work – great for research, student wellness drives, or trial runs in clinics</a:t>
            </a:r>
            <a:endParaRPr lang="en-IN" sz="2000" dirty="0">
              <a:solidFill>
                <a:schemeClr val="bg1"/>
              </a:solidFill>
            </a:endParaRPr>
          </a:p>
        </p:txBody>
      </p:sp>
    </p:spTree>
    <p:extLst>
      <p:ext uri="{BB962C8B-B14F-4D97-AF65-F5344CB8AC3E}">
        <p14:creationId xmlns:p14="http://schemas.microsoft.com/office/powerpoint/2010/main" val="1110160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63000">
              <a:schemeClr val="accent3">
                <a:lumMod val="50000"/>
                <a:lumOff val="50000"/>
              </a:schemeClr>
            </a:gs>
            <a:gs pos="0">
              <a:schemeClr val="accent1">
                <a:lumMod val="60000"/>
                <a:lumOff val="40000"/>
              </a:schemeClr>
            </a:gs>
            <a:gs pos="100000">
              <a:schemeClr val="accent1">
                <a:lumMod val="30000"/>
                <a:lumOff val="70000"/>
              </a:schemeClr>
            </a:gs>
          </a:gsLst>
          <a:lin ang="3600000" scaled="0"/>
        </a:gradFill>
        <a:effectLst/>
      </p:bgPr>
    </p:bg>
    <p:spTree>
      <p:nvGrpSpPr>
        <p:cNvPr id="1" name="">
          <a:extLst>
            <a:ext uri="{FF2B5EF4-FFF2-40B4-BE49-F238E27FC236}">
              <a16:creationId xmlns:a16="http://schemas.microsoft.com/office/drawing/2014/main" id="{8D3ACB9B-3279-EFFF-C044-15A1D0D5C13C}"/>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3450B570-42D7-A60D-0A3D-0162113C3D0D}"/>
              </a:ext>
            </a:extLst>
          </p:cNvPr>
          <p:cNvSpPr/>
          <p:nvPr/>
        </p:nvSpPr>
        <p:spPr>
          <a:xfrm>
            <a:off x="1" y="1043307"/>
            <a:ext cx="1119335" cy="3034744"/>
          </a:xfrm>
          <a:custGeom>
            <a:avLst/>
            <a:gdLst>
              <a:gd name="connsiteX0" fmla="*/ 0 w 1119335"/>
              <a:gd name="connsiteY0" fmla="*/ 0 h 3034744"/>
              <a:gd name="connsiteX1" fmla="*/ 3693 w 1119335"/>
              <a:gd name="connsiteY1" fmla="*/ 950 h 3034744"/>
              <a:gd name="connsiteX2" fmla="*/ 1119335 w 1119335"/>
              <a:gd name="connsiteY2" fmla="*/ 1517372 h 3034744"/>
              <a:gd name="connsiteX3" fmla="*/ 3693 w 1119335"/>
              <a:gd name="connsiteY3" fmla="*/ 3033795 h 3034744"/>
              <a:gd name="connsiteX4" fmla="*/ 0 w 1119335"/>
              <a:gd name="connsiteY4" fmla="*/ 3034744 h 3034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35" h="3034744">
                <a:moveTo>
                  <a:pt x="0" y="0"/>
                </a:moveTo>
                <a:lnTo>
                  <a:pt x="3693" y="950"/>
                </a:lnTo>
                <a:cubicBezTo>
                  <a:pt x="650040" y="201984"/>
                  <a:pt x="1119335" y="804873"/>
                  <a:pt x="1119335" y="1517372"/>
                </a:cubicBezTo>
                <a:cubicBezTo>
                  <a:pt x="1119335" y="2229871"/>
                  <a:pt x="650040" y="2832760"/>
                  <a:pt x="3693" y="3033795"/>
                </a:cubicBezTo>
                <a:lnTo>
                  <a:pt x="0" y="3034744"/>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任意多边形: 形状 2">
            <a:extLst>
              <a:ext uri="{FF2B5EF4-FFF2-40B4-BE49-F238E27FC236}">
                <a16:creationId xmlns:a16="http://schemas.microsoft.com/office/drawing/2014/main" id="{94327EE6-9D0E-E347-7D2C-ABC91C773374}"/>
              </a:ext>
            </a:extLst>
          </p:cNvPr>
          <p:cNvSpPr/>
          <p:nvPr/>
        </p:nvSpPr>
        <p:spPr>
          <a:xfrm>
            <a:off x="9324824" y="5498794"/>
            <a:ext cx="2867177" cy="1359207"/>
          </a:xfrm>
          <a:custGeom>
            <a:avLst/>
            <a:gdLst>
              <a:gd name="connsiteX0" fmla="*/ 1569498 w 2867177"/>
              <a:gd name="connsiteY0" fmla="*/ 0 h 1359207"/>
              <a:gd name="connsiteX1" fmla="*/ 2794727 w 2867177"/>
              <a:gd name="connsiteY1" fmla="*/ 577814 h 1359207"/>
              <a:gd name="connsiteX2" fmla="*/ 2867177 w 2867177"/>
              <a:gd name="connsiteY2" fmla="*/ 674700 h 1359207"/>
              <a:gd name="connsiteX3" fmla="*/ 2867177 w 2867177"/>
              <a:gd name="connsiteY3" fmla="*/ 1359207 h 1359207"/>
              <a:gd name="connsiteX4" fmla="*/ 0 w 2867177"/>
              <a:gd name="connsiteY4" fmla="*/ 1359207 h 1359207"/>
              <a:gd name="connsiteX5" fmla="*/ 13950 w 2867177"/>
              <a:gd name="connsiteY5" fmla="*/ 1267809 h 1359207"/>
              <a:gd name="connsiteX6" fmla="*/ 1569498 w 2867177"/>
              <a:gd name="connsiteY6" fmla="*/ 0 h 135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177" h="1359207">
                <a:moveTo>
                  <a:pt x="1569498" y="0"/>
                </a:moveTo>
                <a:cubicBezTo>
                  <a:pt x="2062767" y="0"/>
                  <a:pt x="2503500" y="224929"/>
                  <a:pt x="2794727" y="577814"/>
                </a:cubicBezTo>
                <a:lnTo>
                  <a:pt x="2867177" y="674700"/>
                </a:lnTo>
                <a:lnTo>
                  <a:pt x="2867177" y="1359207"/>
                </a:lnTo>
                <a:lnTo>
                  <a:pt x="0" y="1359207"/>
                </a:lnTo>
                <a:lnTo>
                  <a:pt x="13950" y="1267809"/>
                </a:lnTo>
                <a:cubicBezTo>
                  <a:pt x="162007" y="544272"/>
                  <a:pt x="802191" y="0"/>
                  <a:pt x="1569498"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 name="Group 32">
            <a:extLst>
              <a:ext uri="{FF2B5EF4-FFF2-40B4-BE49-F238E27FC236}">
                <a16:creationId xmlns:a16="http://schemas.microsoft.com/office/drawing/2014/main" id="{BBC6A17C-A708-01D3-3671-3291B0A710DC}"/>
              </a:ext>
            </a:extLst>
          </p:cNvPr>
          <p:cNvGrpSpPr/>
          <p:nvPr/>
        </p:nvGrpSpPr>
        <p:grpSpPr>
          <a:xfrm>
            <a:off x="8941188" y="1510690"/>
            <a:ext cx="2064994" cy="2064994"/>
            <a:chOff x="10640582" y="1220864"/>
            <a:chExt cx="2064994" cy="2064994"/>
          </a:xfrm>
        </p:grpSpPr>
        <p:sp>
          <p:nvSpPr>
            <p:cNvPr id="5" name="Circle: Hollow 38">
              <a:extLst>
                <a:ext uri="{FF2B5EF4-FFF2-40B4-BE49-F238E27FC236}">
                  <a16:creationId xmlns:a16="http://schemas.microsoft.com/office/drawing/2014/main" id="{89A9ED3C-5A61-CC48-CF66-075A5845EDEF}"/>
                </a:ext>
              </a:extLst>
            </p:cNvPr>
            <p:cNvSpPr/>
            <p:nvPr/>
          </p:nvSpPr>
          <p:spPr>
            <a:xfrm rot="20700000">
              <a:off x="10640582" y="1220864"/>
              <a:ext cx="2064994" cy="2064994"/>
            </a:xfrm>
            <a:prstGeom prst="donut">
              <a:avLst>
                <a:gd name="adj" fmla="val 37753"/>
              </a:avLst>
            </a:prstGeom>
            <a:gradFill>
              <a:gsLst>
                <a:gs pos="100000">
                  <a:schemeClr val="accent6"/>
                </a:gs>
                <a:gs pos="60000">
                  <a:schemeClr val="accent5"/>
                </a:gs>
                <a:gs pos="5000">
                  <a:schemeClr val="accent4"/>
                </a:gs>
              </a:gsLst>
              <a:path path="circle">
                <a:fillToRect l="100000" t="100000"/>
              </a:path>
            </a:gradFill>
            <a:ln>
              <a:noFill/>
            </a:ln>
            <a:effectLst>
              <a:outerShdw blurRad="774700" dist="546100" dir="2700000" algn="tl" rotWithShape="0">
                <a:prstClr val="black">
                  <a:alpha val="40000"/>
                </a:prstClr>
              </a:outerShdw>
              <a:softEdge rad="698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ircle: Hollow 39">
              <a:extLst>
                <a:ext uri="{FF2B5EF4-FFF2-40B4-BE49-F238E27FC236}">
                  <a16:creationId xmlns:a16="http://schemas.microsoft.com/office/drawing/2014/main" id="{ECFF8D1E-33FE-68A6-ED80-6893B9329C90}"/>
                </a:ext>
              </a:extLst>
            </p:cNvPr>
            <p:cNvSpPr/>
            <p:nvPr/>
          </p:nvSpPr>
          <p:spPr>
            <a:xfrm rot="20700000">
              <a:off x="10864033" y="1444315"/>
              <a:ext cx="1618092" cy="1618092"/>
            </a:xfrm>
            <a:prstGeom prst="donut">
              <a:avLst/>
            </a:prstGeom>
            <a:solidFill>
              <a:schemeClr val="bg1"/>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ircle: Hollow 40">
              <a:extLst>
                <a:ext uri="{FF2B5EF4-FFF2-40B4-BE49-F238E27FC236}">
                  <a16:creationId xmlns:a16="http://schemas.microsoft.com/office/drawing/2014/main" id="{A12447F7-CD54-9491-6024-265C54F4F1C4}"/>
                </a:ext>
              </a:extLst>
            </p:cNvPr>
            <p:cNvSpPr/>
            <p:nvPr/>
          </p:nvSpPr>
          <p:spPr>
            <a:xfrm rot="20700000">
              <a:off x="10864033" y="1444315"/>
              <a:ext cx="1618092" cy="1618092"/>
            </a:xfrm>
            <a:prstGeom prst="donut">
              <a:avLst/>
            </a:prstGeom>
            <a:gradFill>
              <a:gsLst>
                <a:gs pos="100000">
                  <a:schemeClr val="accent6"/>
                </a:gs>
                <a:gs pos="60000">
                  <a:schemeClr val="accent5"/>
                </a:gs>
                <a:gs pos="5000">
                  <a:schemeClr val="accent4"/>
                </a:gs>
              </a:gsLst>
              <a:path path="circle">
                <a:fillToRect l="100000" t="100000"/>
              </a:path>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8" name="Rectangle: Rounded Corners 31">
            <a:extLst>
              <a:ext uri="{FF2B5EF4-FFF2-40B4-BE49-F238E27FC236}">
                <a16:creationId xmlns:a16="http://schemas.microsoft.com/office/drawing/2014/main" id="{874EE0D5-29F8-3948-D685-45E1A0D30D88}"/>
              </a:ext>
            </a:extLst>
          </p:cNvPr>
          <p:cNvSpPr/>
          <p:nvPr/>
        </p:nvSpPr>
        <p:spPr>
          <a:xfrm>
            <a:off x="193778" y="266700"/>
            <a:ext cx="11707521" cy="6229541"/>
          </a:xfrm>
          <a:prstGeom prst="roundRect">
            <a:avLst>
              <a:gd name="adj" fmla="val 4883"/>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任意多边形: 形状 8">
            <a:extLst>
              <a:ext uri="{FF2B5EF4-FFF2-40B4-BE49-F238E27FC236}">
                <a16:creationId xmlns:a16="http://schemas.microsoft.com/office/drawing/2014/main" id="{D1553A11-33C2-9421-54AE-01E590A8AB2E}"/>
              </a:ext>
            </a:extLst>
          </p:cNvPr>
          <p:cNvSpPr/>
          <p:nvPr/>
        </p:nvSpPr>
        <p:spPr>
          <a:xfrm>
            <a:off x="2837466" y="0"/>
            <a:ext cx="9354533" cy="6857999"/>
          </a:xfrm>
          <a:custGeom>
            <a:avLst/>
            <a:gdLst>
              <a:gd name="connsiteX0" fmla="*/ 811424 w 9354533"/>
              <a:gd name="connsiteY0" fmla="*/ 6511811 h 6857999"/>
              <a:gd name="connsiteX1" fmla="*/ 855285 w 9354533"/>
              <a:gd name="connsiteY1" fmla="*/ 6511811 h 6857999"/>
              <a:gd name="connsiteX2" fmla="*/ 899145 w 9354533"/>
              <a:gd name="connsiteY2" fmla="*/ 6511811 h 6857999"/>
              <a:gd name="connsiteX3" fmla="*/ 940265 w 9354533"/>
              <a:gd name="connsiteY3" fmla="*/ 6514555 h 6857999"/>
              <a:gd name="connsiteX4" fmla="*/ 986866 w 9354533"/>
              <a:gd name="connsiteY4" fmla="*/ 6522788 h 6857999"/>
              <a:gd name="connsiteX5" fmla="*/ 1030726 w 9354533"/>
              <a:gd name="connsiteY5" fmla="*/ 6531020 h 6857999"/>
              <a:gd name="connsiteX6" fmla="*/ 1071846 w 9354533"/>
              <a:gd name="connsiteY6" fmla="*/ 6539252 h 6857999"/>
              <a:gd name="connsiteX7" fmla="*/ 1112965 w 9354533"/>
              <a:gd name="connsiteY7" fmla="*/ 6550230 h 6857999"/>
              <a:gd name="connsiteX8" fmla="*/ 1156826 w 9354533"/>
              <a:gd name="connsiteY8" fmla="*/ 6563951 h 6857999"/>
              <a:gd name="connsiteX9" fmla="*/ 1197945 w 9354533"/>
              <a:gd name="connsiteY9" fmla="*/ 6577672 h 6857999"/>
              <a:gd name="connsiteX10" fmla="*/ 1239064 w 9354533"/>
              <a:gd name="connsiteY10" fmla="*/ 6596881 h 6857999"/>
              <a:gd name="connsiteX11" fmla="*/ 1277443 w 9354533"/>
              <a:gd name="connsiteY11" fmla="*/ 6616091 h 6857999"/>
              <a:gd name="connsiteX12" fmla="*/ 1318562 w 9354533"/>
              <a:gd name="connsiteY12" fmla="*/ 6638044 h 6857999"/>
              <a:gd name="connsiteX13" fmla="*/ 1356942 w 9354533"/>
              <a:gd name="connsiteY13" fmla="*/ 6662741 h 6857999"/>
              <a:gd name="connsiteX14" fmla="*/ 1392576 w 9354533"/>
              <a:gd name="connsiteY14" fmla="*/ 6687440 h 6857999"/>
              <a:gd name="connsiteX15" fmla="*/ 1430955 w 9354533"/>
              <a:gd name="connsiteY15" fmla="*/ 6717627 h 6857999"/>
              <a:gd name="connsiteX16" fmla="*/ 1463850 w 9354533"/>
              <a:gd name="connsiteY16" fmla="*/ 6745068 h 6857999"/>
              <a:gd name="connsiteX17" fmla="*/ 1499488 w 9354533"/>
              <a:gd name="connsiteY17" fmla="*/ 6780744 h 6857999"/>
              <a:gd name="connsiteX18" fmla="*/ 1576429 w 9354533"/>
              <a:gd name="connsiteY18" fmla="*/ 6857999 h 6857999"/>
              <a:gd name="connsiteX19" fmla="*/ 141549 w 9354533"/>
              <a:gd name="connsiteY19" fmla="*/ 6857999 h 6857999"/>
              <a:gd name="connsiteX20" fmla="*/ 148030 w 9354533"/>
              <a:gd name="connsiteY20" fmla="*/ 6849348 h 6857999"/>
              <a:gd name="connsiteX21" fmla="*/ 180926 w 9354533"/>
              <a:gd name="connsiteY21" fmla="*/ 6810929 h 6857999"/>
              <a:gd name="connsiteX22" fmla="*/ 211081 w 9354533"/>
              <a:gd name="connsiteY22" fmla="*/ 6780744 h 6857999"/>
              <a:gd name="connsiteX23" fmla="*/ 246717 w 9354533"/>
              <a:gd name="connsiteY23" fmla="*/ 6745068 h 6857999"/>
              <a:gd name="connsiteX24" fmla="*/ 279611 w 9354533"/>
              <a:gd name="connsiteY24" fmla="*/ 6717627 h 6857999"/>
              <a:gd name="connsiteX25" fmla="*/ 317990 w 9354533"/>
              <a:gd name="connsiteY25" fmla="*/ 6687440 h 6857999"/>
              <a:gd name="connsiteX26" fmla="*/ 353629 w 9354533"/>
              <a:gd name="connsiteY26" fmla="*/ 6662741 h 6857999"/>
              <a:gd name="connsiteX27" fmla="*/ 392005 w 9354533"/>
              <a:gd name="connsiteY27" fmla="*/ 6638044 h 6857999"/>
              <a:gd name="connsiteX28" fmla="*/ 433124 w 9354533"/>
              <a:gd name="connsiteY28" fmla="*/ 6616091 h 6857999"/>
              <a:gd name="connsiteX29" fmla="*/ 471503 w 9354533"/>
              <a:gd name="connsiteY29" fmla="*/ 6596881 h 6857999"/>
              <a:gd name="connsiteX30" fmla="*/ 512622 w 9354533"/>
              <a:gd name="connsiteY30" fmla="*/ 6577672 h 6857999"/>
              <a:gd name="connsiteX31" fmla="*/ 553742 w 9354533"/>
              <a:gd name="connsiteY31" fmla="*/ 6563951 h 6857999"/>
              <a:gd name="connsiteX32" fmla="*/ 594861 w 9354533"/>
              <a:gd name="connsiteY32" fmla="*/ 6550230 h 6857999"/>
              <a:gd name="connsiteX33" fmla="*/ 638721 w 9354533"/>
              <a:gd name="connsiteY33" fmla="*/ 6539252 h 6857999"/>
              <a:gd name="connsiteX34" fmla="*/ 679841 w 9354533"/>
              <a:gd name="connsiteY34" fmla="*/ 6531020 h 6857999"/>
              <a:gd name="connsiteX35" fmla="*/ 723702 w 9354533"/>
              <a:gd name="connsiteY35" fmla="*/ 6522788 h 6857999"/>
              <a:gd name="connsiteX36" fmla="*/ 767562 w 9354533"/>
              <a:gd name="connsiteY36" fmla="*/ 6514555 h 6857999"/>
              <a:gd name="connsiteX37" fmla="*/ 863507 w 9354533"/>
              <a:gd name="connsiteY37" fmla="*/ 3786810 h 6857999"/>
              <a:gd name="connsiteX38" fmla="*/ 907368 w 9354533"/>
              <a:gd name="connsiteY38" fmla="*/ 3786810 h 6857999"/>
              <a:gd name="connsiteX39" fmla="*/ 948487 w 9354533"/>
              <a:gd name="connsiteY39" fmla="*/ 3786810 h 6857999"/>
              <a:gd name="connsiteX40" fmla="*/ 992347 w 9354533"/>
              <a:gd name="connsiteY40" fmla="*/ 3792299 h 6857999"/>
              <a:gd name="connsiteX41" fmla="*/ 1038951 w 9354533"/>
              <a:gd name="connsiteY41" fmla="*/ 3795043 h 6857999"/>
              <a:gd name="connsiteX42" fmla="*/ 1080070 w 9354533"/>
              <a:gd name="connsiteY42" fmla="*/ 3803275 h 6857999"/>
              <a:gd name="connsiteX43" fmla="*/ 1123931 w 9354533"/>
              <a:gd name="connsiteY43" fmla="*/ 3811507 h 6857999"/>
              <a:gd name="connsiteX44" fmla="*/ 1167791 w 9354533"/>
              <a:gd name="connsiteY44" fmla="*/ 3822484 h 6857999"/>
              <a:gd name="connsiteX45" fmla="*/ 1206170 w 9354533"/>
              <a:gd name="connsiteY45" fmla="*/ 3836206 h 6857999"/>
              <a:gd name="connsiteX46" fmla="*/ 1250030 w 9354533"/>
              <a:gd name="connsiteY46" fmla="*/ 3852671 h 6857999"/>
              <a:gd name="connsiteX47" fmla="*/ 1291149 w 9354533"/>
              <a:gd name="connsiteY47" fmla="*/ 3869136 h 6857999"/>
              <a:gd name="connsiteX48" fmla="*/ 1329528 w 9354533"/>
              <a:gd name="connsiteY48" fmla="*/ 3888346 h 6857999"/>
              <a:gd name="connsiteX49" fmla="*/ 1370648 w 9354533"/>
              <a:gd name="connsiteY49" fmla="*/ 3913043 h 6857999"/>
              <a:gd name="connsiteX50" fmla="*/ 1406283 w 9354533"/>
              <a:gd name="connsiteY50" fmla="*/ 3934997 h 6857999"/>
              <a:gd name="connsiteX51" fmla="*/ 1444661 w 9354533"/>
              <a:gd name="connsiteY51" fmla="*/ 3959695 h 6857999"/>
              <a:gd name="connsiteX52" fmla="*/ 1483041 w 9354533"/>
              <a:gd name="connsiteY52" fmla="*/ 3989881 h 6857999"/>
              <a:gd name="connsiteX53" fmla="*/ 1515936 w 9354533"/>
              <a:gd name="connsiteY53" fmla="*/ 4020067 h 6857999"/>
              <a:gd name="connsiteX54" fmla="*/ 1551573 w 9354533"/>
              <a:gd name="connsiteY54" fmla="*/ 4052999 h 6857999"/>
              <a:gd name="connsiteX55" fmla="*/ 4345134 w 9354533"/>
              <a:gd name="connsiteY55" fmla="*/ 6857999 h 6857999"/>
              <a:gd name="connsiteX56" fmla="*/ 1774225 w 9354533"/>
              <a:gd name="connsiteY56" fmla="*/ 6857999 h 6857999"/>
              <a:gd name="connsiteX57" fmla="*/ 263165 w 9354533"/>
              <a:gd name="connsiteY57" fmla="*/ 5342778 h 6857999"/>
              <a:gd name="connsiteX58" fmla="*/ 230270 w 9354533"/>
              <a:gd name="connsiteY58" fmla="*/ 5307103 h 6857999"/>
              <a:gd name="connsiteX59" fmla="*/ 202857 w 9354533"/>
              <a:gd name="connsiteY59" fmla="*/ 5274172 h 6857999"/>
              <a:gd name="connsiteX60" fmla="*/ 175444 w 9354533"/>
              <a:gd name="connsiteY60" fmla="*/ 5238497 h 6857999"/>
              <a:gd name="connsiteX61" fmla="*/ 148030 w 9354533"/>
              <a:gd name="connsiteY61" fmla="*/ 5200079 h 6857999"/>
              <a:gd name="connsiteX62" fmla="*/ 123358 w 9354533"/>
              <a:gd name="connsiteY62" fmla="*/ 5161661 h 6857999"/>
              <a:gd name="connsiteX63" fmla="*/ 104171 w 9354533"/>
              <a:gd name="connsiteY63" fmla="*/ 5123241 h 6857999"/>
              <a:gd name="connsiteX64" fmla="*/ 82239 w 9354533"/>
              <a:gd name="connsiteY64" fmla="*/ 5082077 h 6857999"/>
              <a:gd name="connsiteX65" fmla="*/ 65792 w 9354533"/>
              <a:gd name="connsiteY65" fmla="*/ 5040914 h 6857999"/>
              <a:gd name="connsiteX66" fmla="*/ 49345 w 9354533"/>
              <a:gd name="connsiteY66" fmla="*/ 4999752 h 6857999"/>
              <a:gd name="connsiteX67" fmla="*/ 35638 w 9354533"/>
              <a:gd name="connsiteY67" fmla="*/ 4955844 h 6857999"/>
              <a:gd name="connsiteX68" fmla="*/ 24672 w 9354533"/>
              <a:gd name="connsiteY68" fmla="*/ 4914681 h 6857999"/>
              <a:gd name="connsiteX69" fmla="*/ 13707 w 9354533"/>
              <a:gd name="connsiteY69" fmla="*/ 4870773 h 6857999"/>
              <a:gd name="connsiteX70" fmla="*/ 8225 w 9354533"/>
              <a:gd name="connsiteY70" fmla="*/ 4826865 h 6857999"/>
              <a:gd name="connsiteX71" fmla="*/ 2744 w 9354533"/>
              <a:gd name="connsiteY71" fmla="*/ 4785702 h 6857999"/>
              <a:gd name="connsiteX72" fmla="*/ 0 w 9354533"/>
              <a:gd name="connsiteY72" fmla="*/ 4741796 h 6857999"/>
              <a:gd name="connsiteX73" fmla="*/ 0 w 9354533"/>
              <a:gd name="connsiteY73" fmla="*/ 4697888 h 6857999"/>
              <a:gd name="connsiteX74" fmla="*/ 0 w 9354533"/>
              <a:gd name="connsiteY74" fmla="*/ 4653981 h 6857999"/>
              <a:gd name="connsiteX75" fmla="*/ 2744 w 9354533"/>
              <a:gd name="connsiteY75" fmla="*/ 4610073 h 6857999"/>
              <a:gd name="connsiteX76" fmla="*/ 8225 w 9354533"/>
              <a:gd name="connsiteY76" fmla="*/ 4566165 h 6857999"/>
              <a:gd name="connsiteX77" fmla="*/ 13707 w 9354533"/>
              <a:gd name="connsiteY77" fmla="*/ 4522259 h 6857999"/>
              <a:gd name="connsiteX78" fmla="*/ 24672 w 9354533"/>
              <a:gd name="connsiteY78" fmla="*/ 4481095 h 6857999"/>
              <a:gd name="connsiteX79" fmla="*/ 35638 w 9354533"/>
              <a:gd name="connsiteY79" fmla="*/ 4437188 h 6857999"/>
              <a:gd name="connsiteX80" fmla="*/ 49345 w 9354533"/>
              <a:gd name="connsiteY80" fmla="*/ 4393280 h 6857999"/>
              <a:gd name="connsiteX81" fmla="*/ 65792 w 9354533"/>
              <a:gd name="connsiteY81" fmla="*/ 4354861 h 6857999"/>
              <a:gd name="connsiteX82" fmla="*/ 82239 w 9354533"/>
              <a:gd name="connsiteY82" fmla="*/ 4313698 h 6857999"/>
              <a:gd name="connsiteX83" fmla="*/ 104171 w 9354533"/>
              <a:gd name="connsiteY83" fmla="*/ 4272536 h 6857999"/>
              <a:gd name="connsiteX84" fmla="*/ 123358 w 9354533"/>
              <a:gd name="connsiteY84" fmla="*/ 4234116 h 6857999"/>
              <a:gd name="connsiteX85" fmla="*/ 148030 w 9354533"/>
              <a:gd name="connsiteY85" fmla="*/ 4195697 h 6857999"/>
              <a:gd name="connsiteX86" fmla="*/ 175444 w 9354533"/>
              <a:gd name="connsiteY86" fmla="*/ 4160023 h 6857999"/>
              <a:gd name="connsiteX87" fmla="*/ 202857 w 9354533"/>
              <a:gd name="connsiteY87" fmla="*/ 4121603 h 6857999"/>
              <a:gd name="connsiteX88" fmla="*/ 230270 w 9354533"/>
              <a:gd name="connsiteY88" fmla="*/ 4085929 h 6857999"/>
              <a:gd name="connsiteX89" fmla="*/ 263165 w 9354533"/>
              <a:gd name="connsiteY89" fmla="*/ 4052999 h 6857999"/>
              <a:gd name="connsiteX90" fmla="*/ 296062 w 9354533"/>
              <a:gd name="connsiteY90" fmla="*/ 4020067 h 6857999"/>
              <a:gd name="connsiteX91" fmla="*/ 331697 w 9354533"/>
              <a:gd name="connsiteY91" fmla="*/ 3989881 h 6857999"/>
              <a:gd name="connsiteX92" fmla="*/ 370076 w 9354533"/>
              <a:gd name="connsiteY92" fmla="*/ 3959695 h 6857999"/>
              <a:gd name="connsiteX93" fmla="*/ 405711 w 9354533"/>
              <a:gd name="connsiteY93" fmla="*/ 3934997 h 6857999"/>
              <a:gd name="connsiteX94" fmla="*/ 444090 w 9354533"/>
              <a:gd name="connsiteY94" fmla="*/ 3913043 h 6857999"/>
              <a:gd name="connsiteX95" fmla="*/ 482469 w 9354533"/>
              <a:gd name="connsiteY95" fmla="*/ 3888346 h 6857999"/>
              <a:gd name="connsiteX96" fmla="*/ 523588 w 9354533"/>
              <a:gd name="connsiteY96" fmla="*/ 3869136 h 6857999"/>
              <a:gd name="connsiteX97" fmla="*/ 564708 w 9354533"/>
              <a:gd name="connsiteY97" fmla="*/ 3852671 h 6857999"/>
              <a:gd name="connsiteX98" fmla="*/ 605827 w 9354533"/>
              <a:gd name="connsiteY98" fmla="*/ 3836206 h 6857999"/>
              <a:gd name="connsiteX99" fmla="*/ 646947 w 9354533"/>
              <a:gd name="connsiteY99" fmla="*/ 3822484 h 6857999"/>
              <a:gd name="connsiteX100" fmla="*/ 688066 w 9354533"/>
              <a:gd name="connsiteY100" fmla="*/ 3811507 h 6857999"/>
              <a:gd name="connsiteX101" fmla="*/ 731926 w 9354533"/>
              <a:gd name="connsiteY101" fmla="*/ 3803275 h 6857999"/>
              <a:gd name="connsiteX102" fmla="*/ 775786 w 9354533"/>
              <a:gd name="connsiteY102" fmla="*/ 3795043 h 6857999"/>
              <a:gd name="connsiteX103" fmla="*/ 816907 w 9354533"/>
              <a:gd name="connsiteY103" fmla="*/ 3792299 h 6857999"/>
              <a:gd name="connsiteX104" fmla="*/ 975900 w 9354533"/>
              <a:gd name="connsiteY104" fmla="*/ 1075531 h 6857999"/>
              <a:gd name="connsiteX105" fmla="*/ 1019761 w 9354533"/>
              <a:gd name="connsiteY105" fmla="*/ 1078274 h 6857999"/>
              <a:gd name="connsiteX106" fmla="*/ 1063623 w 9354533"/>
              <a:gd name="connsiteY106" fmla="*/ 1081018 h 6857999"/>
              <a:gd name="connsiteX107" fmla="*/ 1107484 w 9354533"/>
              <a:gd name="connsiteY107" fmla="*/ 1083763 h 6857999"/>
              <a:gd name="connsiteX108" fmla="*/ 1151344 w 9354533"/>
              <a:gd name="connsiteY108" fmla="*/ 1091995 h 6857999"/>
              <a:gd name="connsiteX109" fmla="*/ 1192463 w 9354533"/>
              <a:gd name="connsiteY109" fmla="*/ 1102972 h 6857999"/>
              <a:gd name="connsiteX110" fmla="*/ 1236324 w 9354533"/>
              <a:gd name="connsiteY110" fmla="*/ 1113948 h 6857999"/>
              <a:gd name="connsiteX111" fmla="*/ 1274702 w 9354533"/>
              <a:gd name="connsiteY111" fmla="*/ 1127671 h 6857999"/>
              <a:gd name="connsiteX112" fmla="*/ 1318562 w 9354533"/>
              <a:gd name="connsiteY112" fmla="*/ 1141391 h 6857999"/>
              <a:gd name="connsiteX113" fmla="*/ 1359682 w 9354533"/>
              <a:gd name="connsiteY113" fmla="*/ 1160601 h 6857999"/>
              <a:gd name="connsiteX114" fmla="*/ 1398058 w 9354533"/>
              <a:gd name="connsiteY114" fmla="*/ 1179811 h 6857999"/>
              <a:gd name="connsiteX115" fmla="*/ 1439178 w 9354533"/>
              <a:gd name="connsiteY115" fmla="*/ 1201764 h 6857999"/>
              <a:gd name="connsiteX116" fmla="*/ 1477556 w 9354533"/>
              <a:gd name="connsiteY116" fmla="*/ 1226461 h 6857999"/>
              <a:gd name="connsiteX117" fmla="*/ 1513194 w 9354533"/>
              <a:gd name="connsiteY117" fmla="*/ 1251160 h 6857999"/>
              <a:gd name="connsiteX118" fmla="*/ 1551573 w 9354533"/>
              <a:gd name="connsiteY118" fmla="*/ 1278601 h 6857999"/>
              <a:gd name="connsiteX119" fmla="*/ 1584468 w 9354533"/>
              <a:gd name="connsiteY119" fmla="*/ 1311532 h 6857999"/>
              <a:gd name="connsiteX120" fmla="*/ 1620103 w 9354533"/>
              <a:gd name="connsiteY120" fmla="*/ 1341718 h 6857999"/>
              <a:gd name="connsiteX121" fmla="*/ 7115932 w 9354533"/>
              <a:gd name="connsiteY121" fmla="*/ 6857999 h 6857999"/>
              <a:gd name="connsiteX122" fmla="*/ 4543996 w 9354533"/>
              <a:gd name="connsiteY122" fmla="*/ 6857999 h 6857999"/>
              <a:gd name="connsiteX123" fmla="*/ 331697 w 9354533"/>
              <a:gd name="connsiteY123" fmla="*/ 2631498 h 6857999"/>
              <a:gd name="connsiteX124" fmla="*/ 301543 w 9354533"/>
              <a:gd name="connsiteY124" fmla="*/ 2601310 h 6857999"/>
              <a:gd name="connsiteX125" fmla="*/ 271390 w 9354533"/>
              <a:gd name="connsiteY125" fmla="*/ 2562893 h 6857999"/>
              <a:gd name="connsiteX126" fmla="*/ 243976 w 9354533"/>
              <a:gd name="connsiteY126" fmla="*/ 2527217 h 6857999"/>
              <a:gd name="connsiteX127" fmla="*/ 216563 w 9354533"/>
              <a:gd name="connsiteY127" fmla="*/ 2491543 h 6857999"/>
              <a:gd name="connsiteX128" fmla="*/ 191891 w 9354533"/>
              <a:gd name="connsiteY128" fmla="*/ 2450380 h 6857999"/>
              <a:gd name="connsiteX129" fmla="*/ 172702 w 9354533"/>
              <a:gd name="connsiteY129" fmla="*/ 2414705 h 6857999"/>
              <a:gd name="connsiteX130" fmla="*/ 150772 w 9354533"/>
              <a:gd name="connsiteY130" fmla="*/ 2373541 h 6857999"/>
              <a:gd name="connsiteX131" fmla="*/ 134324 w 9354533"/>
              <a:gd name="connsiteY131" fmla="*/ 2329634 h 6857999"/>
              <a:gd name="connsiteX132" fmla="*/ 117877 w 9354533"/>
              <a:gd name="connsiteY132" fmla="*/ 2291216 h 6857999"/>
              <a:gd name="connsiteX133" fmla="*/ 106912 w 9354533"/>
              <a:gd name="connsiteY133" fmla="*/ 2247308 h 6857999"/>
              <a:gd name="connsiteX134" fmla="*/ 93205 w 9354533"/>
              <a:gd name="connsiteY134" fmla="*/ 2203400 h 6857999"/>
              <a:gd name="connsiteX135" fmla="*/ 82239 w 9354533"/>
              <a:gd name="connsiteY135" fmla="*/ 2162238 h 6857999"/>
              <a:gd name="connsiteX136" fmla="*/ 76757 w 9354533"/>
              <a:gd name="connsiteY136" fmla="*/ 2118330 h 6857999"/>
              <a:gd name="connsiteX137" fmla="*/ 71275 w 9354533"/>
              <a:gd name="connsiteY137" fmla="*/ 2074424 h 6857999"/>
              <a:gd name="connsiteX138" fmla="*/ 68533 w 9354533"/>
              <a:gd name="connsiteY138" fmla="*/ 2030516 h 6857999"/>
              <a:gd name="connsiteX139" fmla="*/ 68533 w 9354533"/>
              <a:gd name="connsiteY139" fmla="*/ 1989352 h 6857999"/>
              <a:gd name="connsiteX140" fmla="*/ 68533 w 9354533"/>
              <a:gd name="connsiteY140" fmla="*/ 1942701 h 6857999"/>
              <a:gd name="connsiteX141" fmla="*/ 71275 w 9354533"/>
              <a:gd name="connsiteY141" fmla="*/ 1898793 h 6857999"/>
              <a:gd name="connsiteX142" fmla="*/ 76757 w 9354533"/>
              <a:gd name="connsiteY142" fmla="*/ 1857629 h 6857999"/>
              <a:gd name="connsiteX143" fmla="*/ 82239 w 9354533"/>
              <a:gd name="connsiteY143" fmla="*/ 1813723 h 6857999"/>
              <a:gd name="connsiteX144" fmla="*/ 93205 w 9354533"/>
              <a:gd name="connsiteY144" fmla="*/ 1769815 h 6857999"/>
              <a:gd name="connsiteX145" fmla="*/ 106912 w 9354533"/>
              <a:gd name="connsiteY145" fmla="*/ 1728652 h 6857999"/>
              <a:gd name="connsiteX146" fmla="*/ 117877 w 9354533"/>
              <a:gd name="connsiteY146" fmla="*/ 1684745 h 6857999"/>
              <a:gd name="connsiteX147" fmla="*/ 134324 w 9354533"/>
              <a:gd name="connsiteY147" fmla="*/ 1643581 h 6857999"/>
              <a:gd name="connsiteX148" fmla="*/ 150772 w 9354533"/>
              <a:gd name="connsiteY148" fmla="*/ 1605162 h 6857999"/>
              <a:gd name="connsiteX149" fmla="*/ 172702 w 9354533"/>
              <a:gd name="connsiteY149" fmla="*/ 1564000 h 6857999"/>
              <a:gd name="connsiteX150" fmla="*/ 191891 w 9354533"/>
              <a:gd name="connsiteY150" fmla="*/ 1522837 h 6857999"/>
              <a:gd name="connsiteX151" fmla="*/ 216563 w 9354533"/>
              <a:gd name="connsiteY151" fmla="*/ 1487162 h 6857999"/>
              <a:gd name="connsiteX152" fmla="*/ 243976 w 9354533"/>
              <a:gd name="connsiteY152" fmla="*/ 1448743 h 6857999"/>
              <a:gd name="connsiteX153" fmla="*/ 271390 w 9354533"/>
              <a:gd name="connsiteY153" fmla="*/ 1413068 h 6857999"/>
              <a:gd name="connsiteX154" fmla="*/ 301543 w 9354533"/>
              <a:gd name="connsiteY154" fmla="*/ 1377393 h 6857999"/>
              <a:gd name="connsiteX155" fmla="*/ 331697 w 9354533"/>
              <a:gd name="connsiteY155" fmla="*/ 1341718 h 6857999"/>
              <a:gd name="connsiteX156" fmla="*/ 367335 w 9354533"/>
              <a:gd name="connsiteY156" fmla="*/ 1311532 h 6857999"/>
              <a:gd name="connsiteX157" fmla="*/ 400229 w 9354533"/>
              <a:gd name="connsiteY157" fmla="*/ 1278601 h 6857999"/>
              <a:gd name="connsiteX158" fmla="*/ 438607 w 9354533"/>
              <a:gd name="connsiteY158" fmla="*/ 1251160 h 6857999"/>
              <a:gd name="connsiteX159" fmla="*/ 474243 w 9354533"/>
              <a:gd name="connsiteY159" fmla="*/ 1226461 h 6857999"/>
              <a:gd name="connsiteX160" fmla="*/ 512622 w 9354533"/>
              <a:gd name="connsiteY160" fmla="*/ 1201764 h 6857999"/>
              <a:gd name="connsiteX161" fmla="*/ 551001 w 9354533"/>
              <a:gd name="connsiteY161" fmla="*/ 1179811 h 6857999"/>
              <a:gd name="connsiteX162" fmla="*/ 592121 w 9354533"/>
              <a:gd name="connsiteY162" fmla="*/ 1160601 h 6857999"/>
              <a:gd name="connsiteX163" fmla="*/ 633240 w 9354533"/>
              <a:gd name="connsiteY163" fmla="*/ 1141391 h 6857999"/>
              <a:gd name="connsiteX164" fmla="*/ 674359 w 9354533"/>
              <a:gd name="connsiteY164" fmla="*/ 1127671 h 6857999"/>
              <a:gd name="connsiteX165" fmla="*/ 715479 w 9354533"/>
              <a:gd name="connsiteY165" fmla="*/ 1113948 h 6857999"/>
              <a:gd name="connsiteX166" fmla="*/ 759339 w 9354533"/>
              <a:gd name="connsiteY166" fmla="*/ 1102972 h 6857999"/>
              <a:gd name="connsiteX167" fmla="*/ 800459 w 9354533"/>
              <a:gd name="connsiteY167" fmla="*/ 1091995 h 6857999"/>
              <a:gd name="connsiteX168" fmla="*/ 844319 w 9354533"/>
              <a:gd name="connsiteY168" fmla="*/ 1083763 h 6857999"/>
              <a:gd name="connsiteX169" fmla="*/ 890920 w 9354533"/>
              <a:gd name="connsiteY169" fmla="*/ 1081018 h 6857999"/>
              <a:gd name="connsiteX170" fmla="*/ 932040 w 9354533"/>
              <a:gd name="connsiteY170" fmla="*/ 1078274 h 6857999"/>
              <a:gd name="connsiteX171" fmla="*/ 8785588 w 9354533"/>
              <a:gd name="connsiteY171" fmla="*/ 0 h 6857999"/>
              <a:gd name="connsiteX172" fmla="*/ 9354533 w 9354533"/>
              <a:gd name="connsiteY172" fmla="*/ 0 h 6857999"/>
              <a:gd name="connsiteX173" fmla="*/ 9354533 w 9354533"/>
              <a:gd name="connsiteY173" fmla="*/ 570519 h 6857999"/>
              <a:gd name="connsiteX174" fmla="*/ 6019529 w 9354533"/>
              <a:gd name="connsiteY174" fmla="*/ 0 h 6857999"/>
              <a:gd name="connsiteX175" fmla="*/ 8588708 w 9354533"/>
              <a:gd name="connsiteY175" fmla="*/ 0 h 6857999"/>
              <a:gd name="connsiteX176" fmla="*/ 9354533 w 9354533"/>
              <a:gd name="connsiteY176" fmla="*/ 768021 h 6857999"/>
              <a:gd name="connsiteX177" fmla="*/ 9354533 w 9354533"/>
              <a:gd name="connsiteY177" fmla="*/ 3347008 h 6857999"/>
              <a:gd name="connsiteX178" fmla="*/ 3248285 w 9354533"/>
              <a:gd name="connsiteY178" fmla="*/ 0 h 6857999"/>
              <a:gd name="connsiteX179" fmla="*/ 5819972 w 9354533"/>
              <a:gd name="connsiteY179" fmla="*/ 0 h 6857999"/>
              <a:gd name="connsiteX180" fmla="*/ 9354533 w 9354533"/>
              <a:gd name="connsiteY180" fmla="*/ 3545079 h 6857999"/>
              <a:gd name="connsiteX181" fmla="*/ 9354533 w 9354533"/>
              <a:gd name="connsiteY181" fmla="*/ 6127044 h 6857999"/>
              <a:gd name="connsiteX182" fmla="*/ 476872 w 9354533"/>
              <a:gd name="connsiteY182" fmla="*/ 0 h 6857999"/>
              <a:gd name="connsiteX183" fmla="*/ 3050781 w 9354533"/>
              <a:gd name="connsiteY183" fmla="*/ 0 h 6857999"/>
              <a:gd name="connsiteX184" fmla="*/ 9354533 w 9354533"/>
              <a:gd name="connsiteY184" fmla="*/ 6324693 h 6857999"/>
              <a:gd name="connsiteX185" fmla="*/ 9354533 w 9354533"/>
              <a:gd name="connsiteY185" fmla="*/ 6857999 h 6857999"/>
              <a:gd name="connsiteX186" fmla="*/ 7312522 w 9354533"/>
              <a:gd name="connsiteY18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9354533" h="6857999">
                <a:moveTo>
                  <a:pt x="811424" y="6511811"/>
                </a:moveTo>
                <a:lnTo>
                  <a:pt x="855285" y="6511811"/>
                </a:lnTo>
                <a:lnTo>
                  <a:pt x="899145" y="6511811"/>
                </a:lnTo>
                <a:lnTo>
                  <a:pt x="940265" y="6514555"/>
                </a:lnTo>
                <a:lnTo>
                  <a:pt x="986866" y="6522788"/>
                </a:lnTo>
                <a:lnTo>
                  <a:pt x="1030726" y="6531020"/>
                </a:lnTo>
                <a:lnTo>
                  <a:pt x="1071846" y="6539252"/>
                </a:lnTo>
                <a:lnTo>
                  <a:pt x="1112965" y="6550230"/>
                </a:lnTo>
                <a:lnTo>
                  <a:pt x="1156826" y="6563951"/>
                </a:lnTo>
                <a:lnTo>
                  <a:pt x="1197945" y="6577672"/>
                </a:lnTo>
                <a:lnTo>
                  <a:pt x="1239064" y="6596881"/>
                </a:lnTo>
                <a:lnTo>
                  <a:pt x="1277443" y="6616091"/>
                </a:lnTo>
                <a:lnTo>
                  <a:pt x="1318562" y="6638044"/>
                </a:lnTo>
                <a:lnTo>
                  <a:pt x="1356942" y="6662741"/>
                </a:lnTo>
                <a:lnTo>
                  <a:pt x="1392576" y="6687440"/>
                </a:lnTo>
                <a:lnTo>
                  <a:pt x="1430955" y="6717627"/>
                </a:lnTo>
                <a:lnTo>
                  <a:pt x="1463850" y="6745068"/>
                </a:lnTo>
                <a:lnTo>
                  <a:pt x="1499488" y="6780744"/>
                </a:lnTo>
                <a:lnTo>
                  <a:pt x="1576429" y="6857999"/>
                </a:lnTo>
                <a:lnTo>
                  <a:pt x="141549" y="6857999"/>
                </a:lnTo>
                <a:lnTo>
                  <a:pt x="148030" y="6849348"/>
                </a:lnTo>
                <a:lnTo>
                  <a:pt x="180926" y="6810929"/>
                </a:lnTo>
                <a:lnTo>
                  <a:pt x="211081" y="6780744"/>
                </a:lnTo>
                <a:lnTo>
                  <a:pt x="246717" y="6745068"/>
                </a:lnTo>
                <a:lnTo>
                  <a:pt x="279611" y="6717627"/>
                </a:lnTo>
                <a:lnTo>
                  <a:pt x="317990" y="6687440"/>
                </a:lnTo>
                <a:lnTo>
                  <a:pt x="353629" y="6662741"/>
                </a:lnTo>
                <a:lnTo>
                  <a:pt x="392005" y="6638044"/>
                </a:lnTo>
                <a:lnTo>
                  <a:pt x="433124" y="6616091"/>
                </a:lnTo>
                <a:lnTo>
                  <a:pt x="471503" y="6596881"/>
                </a:lnTo>
                <a:lnTo>
                  <a:pt x="512622" y="6577672"/>
                </a:lnTo>
                <a:lnTo>
                  <a:pt x="553742" y="6563951"/>
                </a:lnTo>
                <a:lnTo>
                  <a:pt x="594861" y="6550230"/>
                </a:lnTo>
                <a:lnTo>
                  <a:pt x="638721" y="6539252"/>
                </a:lnTo>
                <a:lnTo>
                  <a:pt x="679841" y="6531020"/>
                </a:lnTo>
                <a:lnTo>
                  <a:pt x="723702" y="6522788"/>
                </a:lnTo>
                <a:lnTo>
                  <a:pt x="767562" y="6514555"/>
                </a:lnTo>
                <a:close/>
                <a:moveTo>
                  <a:pt x="863507" y="3786810"/>
                </a:moveTo>
                <a:lnTo>
                  <a:pt x="907368" y="3786810"/>
                </a:lnTo>
                <a:lnTo>
                  <a:pt x="948487" y="3786810"/>
                </a:lnTo>
                <a:lnTo>
                  <a:pt x="992347" y="3792299"/>
                </a:lnTo>
                <a:lnTo>
                  <a:pt x="1038951" y="3795043"/>
                </a:lnTo>
                <a:lnTo>
                  <a:pt x="1080070" y="3803275"/>
                </a:lnTo>
                <a:lnTo>
                  <a:pt x="1123931" y="3811507"/>
                </a:lnTo>
                <a:lnTo>
                  <a:pt x="1167791" y="3822484"/>
                </a:lnTo>
                <a:lnTo>
                  <a:pt x="1206170" y="3836206"/>
                </a:lnTo>
                <a:lnTo>
                  <a:pt x="1250030" y="3852671"/>
                </a:lnTo>
                <a:lnTo>
                  <a:pt x="1291149" y="3869136"/>
                </a:lnTo>
                <a:lnTo>
                  <a:pt x="1329528" y="3888346"/>
                </a:lnTo>
                <a:lnTo>
                  <a:pt x="1370648" y="3913043"/>
                </a:lnTo>
                <a:lnTo>
                  <a:pt x="1406283" y="3934997"/>
                </a:lnTo>
                <a:lnTo>
                  <a:pt x="1444661" y="3959695"/>
                </a:lnTo>
                <a:lnTo>
                  <a:pt x="1483041" y="3989881"/>
                </a:lnTo>
                <a:lnTo>
                  <a:pt x="1515936" y="4020067"/>
                </a:lnTo>
                <a:lnTo>
                  <a:pt x="1551573" y="4052999"/>
                </a:lnTo>
                <a:lnTo>
                  <a:pt x="4345134" y="6857999"/>
                </a:lnTo>
                <a:lnTo>
                  <a:pt x="1774225" y="6857999"/>
                </a:lnTo>
                <a:lnTo>
                  <a:pt x="263165" y="5342778"/>
                </a:lnTo>
                <a:lnTo>
                  <a:pt x="230270" y="5307103"/>
                </a:lnTo>
                <a:lnTo>
                  <a:pt x="202857" y="5274172"/>
                </a:lnTo>
                <a:lnTo>
                  <a:pt x="175444" y="5238497"/>
                </a:lnTo>
                <a:lnTo>
                  <a:pt x="148030" y="5200079"/>
                </a:lnTo>
                <a:lnTo>
                  <a:pt x="123358" y="5161661"/>
                </a:lnTo>
                <a:lnTo>
                  <a:pt x="104171" y="5123241"/>
                </a:lnTo>
                <a:lnTo>
                  <a:pt x="82239" y="5082077"/>
                </a:lnTo>
                <a:lnTo>
                  <a:pt x="65792" y="5040914"/>
                </a:lnTo>
                <a:lnTo>
                  <a:pt x="49345" y="4999752"/>
                </a:lnTo>
                <a:lnTo>
                  <a:pt x="35638" y="4955844"/>
                </a:lnTo>
                <a:lnTo>
                  <a:pt x="24672" y="4914681"/>
                </a:lnTo>
                <a:lnTo>
                  <a:pt x="13707" y="4870773"/>
                </a:lnTo>
                <a:lnTo>
                  <a:pt x="8225" y="4826865"/>
                </a:lnTo>
                <a:lnTo>
                  <a:pt x="2744" y="4785702"/>
                </a:lnTo>
                <a:lnTo>
                  <a:pt x="0" y="4741796"/>
                </a:lnTo>
                <a:lnTo>
                  <a:pt x="0" y="4697888"/>
                </a:lnTo>
                <a:lnTo>
                  <a:pt x="0" y="4653981"/>
                </a:lnTo>
                <a:lnTo>
                  <a:pt x="2744" y="4610073"/>
                </a:lnTo>
                <a:lnTo>
                  <a:pt x="8225" y="4566165"/>
                </a:lnTo>
                <a:lnTo>
                  <a:pt x="13707" y="4522259"/>
                </a:lnTo>
                <a:lnTo>
                  <a:pt x="24672" y="4481095"/>
                </a:lnTo>
                <a:lnTo>
                  <a:pt x="35638" y="4437188"/>
                </a:lnTo>
                <a:lnTo>
                  <a:pt x="49345" y="4393280"/>
                </a:lnTo>
                <a:lnTo>
                  <a:pt x="65792" y="4354861"/>
                </a:lnTo>
                <a:lnTo>
                  <a:pt x="82239" y="4313698"/>
                </a:lnTo>
                <a:lnTo>
                  <a:pt x="104171" y="4272536"/>
                </a:lnTo>
                <a:lnTo>
                  <a:pt x="123358" y="4234116"/>
                </a:lnTo>
                <a:lnTo>
                  <a:pt x="148030" y="4195697"/>
                </a:lnTo>
                <a:lnTo>
                  <a:pt x="175444" y="4160023"/>
                </a:lnTo>
                <a:lnTo>
                  <a:pt x="202857" y="4121603"/>
                </a:lnTo>
                <a:lnTo>
                  <a:pt x="230270" y="4085929"/>
                </a:lnTo>
                <a:lnTo>
                  <a:pt x="263165" y="4052999"/>
                </a:lnTo>
                <a:lnTo>
                  <a:pt x="296062" y="4020067"/>
                </a:lnTo>
                <a:lnTo>
                  <a:pt x="331697" y="3989881"/>
                </a:lnTo>
                <a:lnTo>
                  <a:pt x="370076" y="3959695"/>
                </a:lnTo>
                <a:lnTo>
                  <a:pt x="405711" y="3934997"/>
                </a:lnTo>
                <a:lnTo>
                  <a:pt x="444090" y="3913043"/>
                </a:lnTo>
                <a:lnTo>
                  <a:pt x="482469" y="3888346"/>
                </a:lnTo>
                <a:lnTo>
                  <a:pt x="523588" y="3869136"/>
                </a:lnTo>
                <a:lnTo>
                  <a:pt x="564708" y="3852671"/>
                </a:lnTo>
                <a:lnTo>
                  <a:pt x="605827" y="3836206"/>
                </a:lnTo>
                <a:lnTo>
                  <a:pt x="646947" y="3822484"/>
                </a:lnTo>
                <a:lnTo>
                  <a:pt x="688066" y="3811507"/>
                </a:lnTo>
                <a:lnTo>
                  <a:pt x="731926" y="3803275"/>
                </a:lnTo>
                <a:lnTo>
                  <a:pt x="775786" y="3795043"/>
                </a:lnTo>
                <a:lnTo>
                  <a:pt x="816907" y="3792299"/>
                </a:lnTo>
                <a:close/>
                <a:moveTo>
                  <a:pt x="975900" y="1075531"/>
                </a:moveTo>
                <a:lnTo>
                  <a:pt x="1019761" y="1078274"/>
                </a:lnTo>
                <a:lnTo>
                  <a:pt x="1063623" y="1081018"/>
                </a:lnTo>
                <a:lnTo>
                  <a:pt x="1107484" y="1083763"/>
                </a:lnTo>
                <a:lnTo>
                  <a:pt x="1151344" y="1091995"/>
                </a:lnTo>
                <a:lnTo>
                  <a:pt x="1192463" y="1102972"/>
                </a:lnTo>
                <a:lnTo>
                  <a:pt x="1236324" y="1113948"/>
                </a:lnTo>
                <a:lnTo>
                  <a:pt x="1274702" y="1127671"/>
                </a:lnTo>
                <a:lnTo>
                  <a:pt x="1318562" y="1141391"/>
                </a:lnTo>
                <a:lnTo>
                  <a:pt x="1359682" y="1160601"/>
                </a:lnTo>
                <a:lnTo>
                  <a:pt x="1398058" y="1179811"/>
                </a:lnTo>
                <a:lnTo>
                  <a:pt x="1439178" y="1201764"/>
                </a:lnTo>
                <a:lnTo>
                  <a:pt x="1477556" y="1226461"/>
                </a:lnTo>
                <a:lnTo>
                  <a:pt x="1513194" y="1251160"/>
                </a:lnTo>
                <a:lnTo>
                  <a:pt x="1551573" y="1278601"/>
                </a:lnTo>
                <a:lnTo>
                  <a:pt x="1584468" y="1311532"/>
                </a:lnTo>
                <a:lnTo>
                  <a:pt x="1620103" y="1341718"/>
                </a:lnTo>
                <a:lnTo>
                  <a:pt x="7115932" y="6857999"/>
                </a:lnTo>
                <a:lnTo>
                  <a:pt x="4543996" y="6857999"/>
                </a:lnTo>
                <a:lnTo>
                  <a:pt x="331697" y="2631498"/>
                </a:lnTo>
                <a:lnTo>
                  <a:pt x="301543" y="2601310"/>
                </a:lnTo>
                <a:lnTo>
                  <a:pt x="271390" y="2562893"/>
                </a:lnTo>
                <a:lnTo>
                  <a:pt x="243976" y="2527217"/>
                </a:lnTo>
                <a:lnTo>
                  <a:pt x="216563" y="2491543"/>
                </a:lnTo>
                <a:lnTo>
                  <a:pt x="191891" y="2450380"/>
                </a:lnTo>
                <a:lnTo>
                  <a:pt x="172702" y="2414705"/>
                </a:lnTo>
                <a:lnTo>
                  <a:pt x="150772" y="2373541"/>
                </a:lnTo>
                <a:lnTo>
                  <a:pt x="134324" y="2329634"/>
                </a:lnTo>
                <a:lnTo>
                  <a:pt x="117877" y="2291216"/>
                </a:lnTo>
                <a:lnTo>
                  <a:pt x="106912" y="2247308"/>
                </a:lnTo>
                <a:lnTo>
                  <a:pt x="93205" y="2203400"/>
                </a:lnTo>
                <a:lnTo>
                  <a:pt x="82239" y="2162238"/>
                </a:lnTo>
                <a:lnTo>
                  <a:pt x="76757" y="2118330"/>
                </a:lnTo>
                <a:lnTo>
                  <a:pt x="71275" y="2074424"/>
                </a:lnTo>
                <a:lnTo>
                  <a:pt x="68533" y="2030516"/>
                </a:lnTo>
                <a:lnTo>
                  <a:pt x="68533" y="1989352"/>
                </a:lnTo>
                <a:lnTo>
                  <a:pt x="68533" y="1942701"/>
                </a:lnTo>
                <a:lnTo>
                  <a:pt x="71275" y="1898793"/>
                </a:lnTo>
                <a:lnTo>
                  <a:pt x="76757" y="1857629"/>
                </a:lnTo>
                <a:lnTo>
                  <a:pt x="82239" y="1813723"/>
                </a:lnTo>
                <a:lnTo>
                  <a:pt x="93205" y="1769815"/>
                </a:lnTo>
                <a:lnTo>
                  <a:pt x="106912" y="1728652"/>
                </a:lnTo>
                <a:lnTo>
                  <a:pt x="117877" y="1684745"/>
                </a:lnTo>
                <a:lnTo>
                  <a:pt x="134324" y="1643581"/>
                </a:lnTo>
                <a:lnTo>
                  <a:pt x="150772" y="1605162"/>
                </a:lnTo>
                <a:lnTo>
                  <a:pt x="172702" y="1564000"/>
                </a:lnTo>
                <a:lnTo>
                  <a:pt x="191891" y="1522837"/>
                </a:lnTo>
                <a:lnTo>
                  <a:pt x="216563" y="1487162"/>
                </a:lnTo>
                <a:lnTo>
                  <a:pt x="243976" y="1448743"/>
                </a:lnTo>
                <a:lnTo>
                  <a:pt x="271390" y="1413068"/>
                </a:lnTo>
                <a:lnTo>
                  <a:pt x="301543" y="1377393"/>
                </a:lnTo>
                <a:lnTo>
                  <a:pt x="331697" y="1341718"/>
                </a:lnTo>
                <a:lnTo>
                  <a:pt x="367335" y="1311532"/>
                </a:lnTo>
                <a:lnTo>
                  <a:pt x="400229" y="1278601"/>
                </a:lnTo>
                <a:lnTo>
                  <a:pt x="438607" y="1251160"/>
                </a:lnTo>
                <a:lnTo>
                  <a:pt x="474243" y="1226461"/>
                </a:lnTo>
                <a:lnTo>
                  <a:pt x="512622" y="1201764"/>
                </a:lnTo>
                <a:lnTo>
                  <a:pt x="551001" y="1179811"/>
                </a:lnTo>
                <a:lnTo>
                  <a:pt x="592121" y="1160601"/>
                </a:lnTo>
                <a:lnTo>
                  <a:pt x="633240" y="1141391"/>
                </a:lnTo>
                <a:lnTo>
                  <a:pt x="674359" y="1127671"/>
                </a:lnTo>
                <a:lnTo>
                  <a:pt x="715479" y="1113948"/>
                </a:lnTo>
                <a:lnTo>
                  <a:pt x="759339" y="1102972"/>
                </a:lnTo>
                <a:lnTo>
                  <a:pt x="800459" y="1091995"/>
                </a:lnTo>
                <a:lnTo>
                  <a:pt x="844319" y="1083763"/>
                </a:lnTo>
                <a:lnTo>
                  <a:pt x="890920" y="1081018"/>
                </a:lnTo>
                <a:lnTo>
                  <a:pt x="932040" y="1078274"/>
                </a:lnTo>
                <a:close/>
                <a:moveTo>
                  <a:pt x="8785588" y="0"/>
                </a:moveTo>
                <a:lnTo>
                  <a:pt x="9354533" y="0"/>
                </a:lnTo>
                <a:lnTo>
                  <a:pt x="9354533" y="570519"/>
                </a:lnTo>
                <a:close/>
                <a:moveTo>
                  <a:pt x="6019529" y="0"/>
                </a:moveTo>
                <a:lnTo>
                  <a:pt x="8588708" y="0"/>
                </a:lnTo>
                <a:lnTo>
                  <a:pt x="9354533" y="768021"/>
                </a:lnTo>
                <a:lnTo>
                  <a:pt x="9354533" y="3347008"/>
                </a:lnTo>
                <a:close/>
                <a:moveTo>
                  <a:pt x="3248285" y="0"/>
                </a:moveTo>
                <a:lnTo>
                  <a:pt x="5819972" y="0"/>
                </a:lnTo>
                <a:lnTo>
                  <a:pt x="9354533" y="3545079"/>
                </a:lnTo>
                <a:lnTo>
                  <a:pt x="9354533" y="6127044"/>
                </a:lnTo>
                <a:close/>
                <a:moveTo>
                  <a:pt x="476872" y="0"/>
                </a:moveTo>
                <a:lnTo>
                  <a:pt x="3050781" y="0"/>
                </a:lnTo>
                <a:lnTo>
                  <a:pt x="9354533" y="6324693"/>
                </a:lnTo>
                <a:lnTo>
                  <a:pt x="9354533" y="6857999"/>
                </a:lnTo>
                <a:lnTo>
                  <a:pt x="7312522" y="6857999"/>
                </a:lnTo>
                <a:close/>
              </a:path>
            </a:pathLst>
          </a:custGeom>
          <a:gradFill flip="none" rotWithShape="1">
            <a:gsLst>
              <a:gs pos="19000">
                <a:schemeClr val="bg1">
                  <a:alpha val="0"/>
                </a:schemeClr>
              </a:gs>
              <a:gs pos="100000">
                <a:schemeClr val="accent2">
                  <a:alpha val="6000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1" name="Freeform: Shape 35">
            <a:extLst>
              <a:ext uri="{FF2B5EF4-FFF2-40B4-BE49-F238E27FC236}">
                <a16:creationId xmlns:a16="http://schemas.microsoft.com/office/drawing/2014/main" id="{F1DEAAAB-D121-29ED-DD59-238FB153274E}"/>
              </a:ext>
            </a:extLst>
          </p:cNvPr>
          <p:cNvSpPr/>
          <p:nvPr/>
        </p:nvSpPr>
        <p:spPr>
          <a:xfrm>
            <a:off x="9315925" y="5402263"/>
            <a:ext cx="2584231" cy="1222070"/>
          </a:xfrm>
          <a:custGeom>
            <a:avLst/>
            <a:gdLst>
              <a:gd name="connsiteX0" fmla="*/ 1525169 w 2440693"/>
              <a:gd name="connsiteY0" fmla="*/ 0 h 1149657"/>
              <a:gd name="connsiteX1" fmla="*/ 2412927 w 2440693"/>
              <a:gd name="connsiteY1" fmla="*/ 271173 h 1149657"/>
              <a:gd name="connsiteX2" fmla="*/ 2440693 w 2440693"/>
              <a:gd name="connsiteY2" fmla="*/ 291936 h 1149657"/>
              <a:gd name="connsiteX3" fmla="*/ 2440693 w 2440693"/>
              <a:gd name="connsiteY3" fmla="*/ 857571 h 1149657"/>
              <a:gd name="connsiteX4" fmla="*/ 2148607 w 2440693"/>
              <a:gd name="connsiteY4" fmla="*/ 1149657 h 1149657"/>
              <a:gd name="connsiteX5" fmla="*/ 0 w 2440693"/>
              <a:gd name="connsiteY5" fmla="*/ 1149657 h 1149657"/>
              <a:gd name="connsiteX6" fmla="*/ 8747 w 2440693"/>
              <a:gd name="connsiteY6" fmla="*/ 1115642 h 1149657"/>
              <a:gd name="connsiteX7" fmla="*/ 1525169 w 2440693"/>
              <a:gd name="connsiteY7" fmla="*/ 0 h 11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0693" h="1149657">
                <a:moveTo>
                  <a:pt x="1525169" y="0"/>
                </a:moveTo>
                <a:cubicBezTo>
                  <a:pt x="1854015" y="0"/>
                  <a:pt x="2159512" y="99969"/>
                  <a:pt x="2412927" y="271173"/>
                </a:cubicBezTo>
                <a:lnTo>
                  <a:pt x="2440693" y="291936"/>
                </a:lnTo>
                <a:lnTo>
                  <a:pt x="2440693" y="857571"/>
                </a:lnTo>
                <a:cubicBezTo>
                  <a:pt x="2440693" y="1018886"/>
                  <a:pt x="2309922" y="1149657"/>
                  <a:pt x="2148607" y="1149657"/>
                </a:cubicBezTo>
                <a:lnTo>
                  <a:pt x="0" y="1149657"/>
                </a:lnTo>
                <a:lnTo>
                  <a:pt x="8747" y="1115642"/>
                </a:lnTo>
                <a:cubicBezTo>
                  <a:pt x="209781" y="469295"/>
                  <a:pt x="812670" y="0"/>
                  <a:pt x="1525169"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36">
            <a:extLst>
              <a:ext uri="{FF2B5EF4-FFF2-40B4-BE49-F238E27FC236}">
                <a16:creationId xmlns:a16="http://schemas.microsoft.com/office/drawing/2014/main" id="{6405A687-FFE3-BBD7-32C9-4424971EED38}"/>
              </a:ext>
            </a:extLst>
          </p:cNvPr>
          <p:cNvSpPr/>
          <p:nvPr/>
        </p:nvSpPr>
        <p:spPr>
          <a:xfrm>
            <a:off x="89613" y="972872"/>
            <a:ext cx="1000694" cy="3175614"/>
          </a:xfrm>
          <a:custGeom>
            <a:avLst/>
            <a:gdLst>
              <a:gd name="connsiteX0" fmla="*/ 0 w 1000694"/>
              <a:gd name="connsiteY0" fmla="*/ 0 h 2948702"/>
              <a:gd name="connsiteX1" fmla="*/ 30934 w 1000694"/>
              <a:gd name="connsiteY1" fmla="*/ 11322 h 2948702"/>
              <a:gd name="connsiteX2" fmla="*/ 1000694 w 1000694"/>
              <a:gd name="connsiteY2" fmla="*/ 1474351 h 2948702"/>
              <a:gd name="connsiteX3" fmla="*/ 30934 w 1000694"/>
              <a:gd name="connsiteY3" fmla="*/ 2937380 h 2948702"/>
              <a:gd name="connsiteX4" fmla="*/ 0 w 1000694"/>
              <a:gd name="connsiteY4" fmla="*/ 2948702 h 294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694" h="2948702">
                <a:moveTo>
                  <a:pt x="0" y="0"/>
                </a:moveTo>
                <a:lnTo>
                  <a:pt x="30934" y="11322"/>
                </a:lnTo>
                <a:cubicBezTo>
                  <a:pt x="600821" y="252364"/>
                  <a:pt x="1000694" y="816660"/>
                  <a:pt x="1000694" y="1474351"/>
                </a:cubicBezTo>
                <a:cubicBezTo>
                  <a:pt x="1000694" y="2132043"/>
                  <a:pt x="600821" y="2696338"/>
                  <a:pt x="30934" y="2937380"/>
                </a:cubicBezTo>
                <a:lnTo>
                  <a:pt x="0" y="2948702"/>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文本框 18">
            <a:extLst>
              <a:ext uri="{FF2B5EF4-FFF2-40B4-BE49-F238E27FC236}">
                <a16:creationId xmlns:a16="http://schemas.microsoft.com/office/drawing/2014/main" id="{BDA47AB6-D3F2-8321-1790-0B1D5ADF590A}"/>
              </a:ext>
            </a:extLst>
          </p:cNvPr>
          <p:cNvSpPr txBox="1"/>
          <p:nvPr/>
        </p:nvSpPr>
        <p:spPr>
          <a:xfrm>
            <a:off x="627806" y="391887"/>
            <a:ext cx="6534994" cy="769441"/>
          </a:xfrm>
          <a:prstGeom prst="rect">
            <a:avLst/>
          </a:prstGeom>
          <a:noFill/>
        </p:spPr>
        <p:txBody>
          <a:bodyPr wrap="square" rtlCol="0">
            <a:spAutoFit/>
          </a:bodyPr>
          <a:lstStyle/>
          <a:p>
            <a:r>
              <a:rPr lang="en-IN" sz="4400" dirty="0">
                <a:solidFill>
                  <a:schemeClr val="bg1"/>
                </a:solidFill>
              </a:rPr>
              <a:t>Future Enhancements</a:t>
            </a:r>
            <a:endParaRPr lang="zh-CN" altLang="en-US" sz="4400" dirty="0">
              <a:solidFill>
                <a:schemeClr val="bg1"/>
              </a:solidFill>
              <a:latin typeface="+mj-lt"/>
              <a:cs typeface="OPPOSans M" panose="00020600040101010101" charset="-122"/>
            </a:endParaRPr>
          </a:p>
        </p:txBody>
      </p:sp>
      <p:sp>
        <p:nvSpPr>
          <p:cNvPr id="24" name="矩形 23">
            <a:extLst>
              <a:ext uri="{FF2B5EF4-FFF2-40B4-BE49-F238E27FC236}">
                <a16:creationId xmlns:a16="http://schemas.microsoft.com/office/drawing/2014/main" id="{F6E46D90-3443-321C-013D-DF16EF519C73}"/>
              </a:ext>
            </a:extLst>
          </p:cNvPr>
          <p:cNvSpPr/>
          <p:nvPr/>
        </p:nvSpPr>
        <p:spPr>
          <a:xfrm>
            <a:off x="5248275" y="1776058"/>
            <a:ext cx="1695450" cy="92371"/>
          </a:xfrm>
          <a:prstGeom prst="rect">
            <a:avLst/>
          </a:prstGeom>
          <a:gradFill>
            <a:gsLst>
              <a:gs pos="0">
                <a:schemeClr val="accent2"/>
              </a:gs>
              <a:gs pos="100000">
                <a:schemeClr val="accent1">
                  <a:lumMod val="60000"/>
                  <a:lumOff val="4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chemeClr val="accent1"/>
                  </a:gs>
                  <a:gs pos="100000">
                    <a:schemeClr val="accent2"/>
                  </a:gs>
                </a:gsLst>
                <a:lin ang="0" scaled="0"/>
              </a:gradFill>
              <a:cs typeface="OPPOSans M" panose="00020600040101010101" charset="-122"/>
            </a:endParaRPr>
          </a:p>
        </p:txBody>
      </p:sp>
      <p:sp>
        <p:nvSpPr>
          <p:cNvPr id="10" name="TextBox 9">
            <a:extLst>
              <a:ext uri="{FF2B5EF4-FFF2-40B4-BE49-F238E27FC236}">
                <a16:creationId xmlns:a16="http://schemas.microsoft.com/office/drawing/2014/main" id="{6F35F4A7-9FC9-5AD8-EDBB-EDD44F45B11E}"/>
              </a:ext>
            </a:extLst>
          </p:cNvPr>
          <p:cNvSpPr txBox="1"/>
          <p:nvPr/>
        </p:nvSpPr>
        <p:spPr>
          <a:xfrm>
            <a:off x="973296" y="1382067"/>
            <a:ext cx="10148483" cy="3970318"/>
          </a:xfrm>
          <a:prstGeom prst="rect">
            <a:avLst/>
          </a:prstGeom>
          <a:noFill/>
        </p:spPr>
        <p:txBody>
          <a:bodyPr wrap="square" lIns="91440" tIns="45720" rIns="91440" bIns="45720" rtlCol="0" anchor="t">
            <a:spAutoFit/>
          </a:bodyPr>
          <a:lstStyle/>
          <a:p>
            <a:r>
              <a:rPr lang="en-IN" dirty="0">
                <a:solidFill>
                  <a:schemeClr val="bg1"/>
                </a:solidFill>
              </a:rPr>
              <a:t>• </a:t>
            </a:r>
            <a:r>
              <a:rPr lang="en-IN" u="sng" dirty="0">
                <a:solidFill>
                  <a:schemeClr val="bg1"/>
                </a:solidFill>
              </a:rPr>
              <a:t>Deep Learning–Based Gaze Models</a:t>
            </a:r>
            <a:r>
              <a:rPr lang="en-IN" dirty="0">
                <a:solidFill>
                  <a:schemeClr val="bg1"/>
                </a:solidFill>
              </a:rPr>
              <a:t>: Incorporate transformer or CNN-based gaze-estimation models to improve accuracy under challenging environments.</a:t>
            </a:r>
          </a:p>
          <a:p>
            <a:endParaRPr lang="en-IN" dirty="0">
              <a:solidFill>
                <a:schemeClr val="bg1"/>
              </a:solidFill>
            </a:endParaRPr>
          </a:p>
          <a:p>
            <a:r>
              <a:rPr lang="en-IN" dirty="0">
                <a:solidFill>
                  <a:schemeClr val="bg1"/>
                </a:solidFill>
              </a:rPr>
              <a:t> • </a:t>
            </a:r>
            <a:r>
              <a:rPr lang="en-IN" u="sng" dirty="0">
                <a:solidFill>
                  <a:schemeClr val="bg1"/>
                </a:solidFill>
              </a:rPr>
              <a:t>Multimodal Behavioural Signals</a:t>
            </a:r>
            <a:r>
              <a:rPr lang="en-IN" dirty="0">
                <a:solidFill>
                  <a:schemeClr val="bg1"/>
                </a:solidFill>
              </a:rPr>
              <a:t>: Integrate voice patterns, gesture recognition, and micro-expressions to support multimodal ASD analysis.</a:t>
            </a:r>
          </a:p>
          <a:p>
            <a:endParaRPr lang="en-IN" dirty="0">
              <a:solidFill>
                <a:schemeClr val="bg1"/>
              </a:solidFill>
            </a:endParaRPr>
          </a:p>
          <a:p>
            <a:r>
              <a:rPr lang="en-IN" dirty="0">
                <a:solidFill>
                  <a:schemeClr val="bg1"/>
                </a:solidFill>
              </a:rPr>
              <a:t> • </a:t>
            </a:r>
            <a:r>
              <a:rPr lang="en-IN" u="sng" dirty="0">
                <a:solidFill>
                  <a:schemeClr val="bg1"/>
                </a:solidFill>
              </a:rPr>
              <a:t>Adaptive Testing Protocols</a:t>
            </a:r>
            <a:r>
              <a:rPr lang="en-IN" dirty="0">
                <a:solidFill>
                  <a:schemeClr val="bg1"/>
                </a:solidFill>
              </a:rPr>
              <a:t>: Develop dynamic stimuli that adapt to user behaviour in real time to improve engagement and reduce noisy samples. </a:t>
            </a:r>
          </a:p>
          <a:p>
            <a:endParaRPr lang="en-IN" dirty="0">
              <a:solidFill>
                <a:schemeClr val="bg1"/>
              </a:solidFill>
            </a:endParaRPr>
          </a:p>
          <a:p>
            <a:r>
              <a:rPr lang="en-IN" dirty="0">
                <a:solidFill>
                  <a:schemeClr val="bg1"/>
                </a:solidFill>
              </a:rPr>
              <a:t>• </a:t>
            </a:r>
            <a:r>
              <a:rPr lang="en-IN" u="sng" dirty="0">
                <a:solidFill>
                  <a:schemeClr val="bg1"/>
                </a:solidFill>
              </a:rPr>
              <a:t>Cross-Device Calibration</a:t>
            </a:r>
            <a:r>
              <a:rPr lang="en-IN" dirty="0">
                <a:solidFill>
                  <a:schemeClr val="bg1"/>
                </a:solidFill>
              </a:rPr>
              <a:t>: Implement automated calibration methods for different webcams and screen resolutions. </a:t>
            </a:r>
          </a:p>
          <a:p>
            <a:endParaRPr lang="en-IN" dirty="0">
              <a:solidFill>
                <a:schemeClr val="bg1"/>
              </a:solidFill>
            </a:endParaRPr>
          </a:p>
          <a:p>
            <a:r>
              <a:rPr lang="en-IN" dirty="0">
                <a:solidFill>
                  <a:schemeClr val="bg1"/>
                </a:solidFill>
              </a:rPr>
              <a:t>• </a:t>
            </a:r>
            <a:r>
              <a:rPr lang="en-IN" u="sng" dirty="0">
                <a:solidFill>
                  <a:schemeClr val="bg1"/>
                </a:solidFill>
              </a:rPr>
              <a:t>Clinical Validation Studies</a:t>
            </a:r>
            <a:r>
              <a:rPr lang="en-IN" dirty="0">
                <a:solidFill>
                  <a:schemeClr val="bg1"/>
                </a:solidFill>
              </a:rPr>
              <a:t>: Conduct large-scale hospital trials and cross cultural studies to assess generalizability and long- term reliability. </a:t>
            </a:r>
          </a:p>
        </p:txBody>
      </p:sp>
    </p:spTree>
    <p:extLst>
      <p:ext uri="{BB962C8B-B14F-4D97-AF65-F5344CB8AC3E}">
        <p14:creationId xmlns:p14="http://schemas.microsoft.com/office/powerpoint/2010/main" val="3213605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100000">
              <a:schemeClr val="accent2"/>
            </a:gs>
            <a:gs pos="52300">
              <a:schemeClr val="accent3">
                <a:lumMod val="50000"/>
                <a:lumOff val="50000"/>
              </a:schemeClr>
            </a:gs>
            <a:gs pos="0">
              <a:schemeClr val="accent1"/>
            </a:gs>
          </a:gsLst>
          <a:lin ang="4200000" scaled="0"/>
        </a:gradFill>
        <a:effectLst/>
      </p:bgPr>
    </p:bg>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45B34384-3C35-49CA-D129-14F46522AF9D}"/>
              </a:ext>
            </a:extLst>
          </p:cNvPr>
          <p:cNvSpPr/>
          <p:nvPr/>
        </p:nvSpPr>
        <p:spPr>
          <a:xfrm>
            <a:off x="1" y="1024257"/>
            <a:ext cx="1119335" cy="3034744"/>
          </a:xfrm>
          <a:custGeom>
            <a:avLst/>
            <a:gdLst>
              <a:gd name="connsiteX0" fmla="*/ 0 w 1119335"/>
              <a:gd name="connsiteY0" fmla="*/ 0 h 3034744"/>
              <a:gd name="connsiteX1" fmla="*/ 3693 w 1119335"/>
              <a:gd name="connsiteY1" fmla="*/ 950 h 3034744"/>
              <a:gd name="connsiteX2" fmla="*/ 1119335 w 1119335"/>
              <a:gd name="connsiteY2" fmla="*/ 1517372 h 3034744"/>
              <a:gd name="connsiteX3" fmla="*/ 3693 w 1119335"/>
              <a:gd name="connsiteY3" fmla="*/ 3033795 h 3034744"/>
              <a:gd name="connsiteX4" fmla="*/ 0 w 1119335"/>
              <a:gd name="connsiteY4" fmla="*/ 3034744 h 3034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335" h="3034744">
                <a:moveTo>
                  <a:pt x="0" y="0"/>
                </a:moveTo>
                <a:lnTo>
                  <a:pt x="3693" y="950"/>
                </a:lnTo>
                <a:cubicBezTo>
                  <a:pt x="650040" y="201984"/>
                  <a:pt x="1119335" y="804873"/>
                  <a:pt x="1119335" y="1517372"/>
                </a:cubicBezTo>
                <a:cubicBezTo>
                  <a:pt x="1119335" y="2229871"/>
                  <a:pt x="650040" y="2832760"/>
                  <a:pt x="3693" y="3033795"/>
                </a:cubicBezTo>
                <a:lnTo>
                  <a:pt x="0" y="3034744"/>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任意多边形: 形状 2">
            <a:extLst>
              <a:ext uri="{FF2B5EF4-FFF2-40B4-BE49-F238E27FC236}">
                <a16:creationId xmlns:a16="http://schemas.microsoft.com/office/drawing/2014/main" id="{85AD000B-CBEF-6C73-481A-846F4065D341}"/>
              </a:ext>
            </a:extLst>
          </p:cNvPr>
          <p:cNvSpPr/>
          <p:nvPr/>
        </p:nvSpPr>
        <p:spPr>
          <a:xfrm>
            <a:off x="9324824" y="5498794"/>
            <a:ext cx="2867177" cy="1359207"/>
          </a:xfrm>
          <a:custGeom>
            <a:avLst/>
            <a:gdLst>
              <a:gd name="connsiteX0" fmla="*/ 1569498 w 2867177"/>
              <a:gd name="connsiteY0" fmla="*/ 0 h 1359207"/>
              <a:gd name="connsiteX1" fmla="*/ 2794727 w 2867177"/>
              <a:gd name="connsiteY1" fmla="*/ 577814 h 1359207"/>
              <a:gd name="connsiteX2" fmla="*/ 2867177 w 2867177"/>
              <a:gd name="connsiteY2" fmla="*/ 674700 h 1359207"/>
              <a:gd name="connsiteX3" fmla="*/ 2867177 w 2867177"/>
              <a:gd name="connsiteY3" fmla="*/ 1359207 h 1359207"/>
              <a:gd name="connsiteX4" fmla="*/ 0 w 2867177"/>
              <a:gd name="connsiteY4" fmla="*/ 1359207 h 1359207"/>
              <a:gd name="connsiteX5" fmla="*/ 13950 w 2867177"/>
              <a:gd name="connsiteY5" fmla="*/ 1267809 h 1359207"/>
              <a:gd name="connsiteX6" fmla="*/ 1569498 w 2867177"/>
              <a:gd name="connsiteY6" fmla="*/ 0 h 135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177" h="1359207">
                <a:moveTo>
                  <a:pt x="1569498" y="0"/>
                </a:moveTo>
                <a:cubicBezTo>
                  <a:pt x="2062767" y="0"/>
                  <a:pt x="2503500" y="224929"/>
                  <a:pt x="2794727" y="577814"/>
                </a:cubicBezTo>
                <a:lnTo>
                  <a:pt x="2867177" y="674700"/>
                </a:lnTo>
                <a:lnTo>
                  <a:pt x="2867177" y="1359207"/>
                </a:lnTo>
                <a:lnTo>
                  <a:pt x="0" y="1359207"/>
                </a:lnTo>
                <a:lnTo>
                  <a:pt x="13950" y="1267809"/>
                </a:lnTo>
                <a:cubicBezTo>
                  <a:pt x="162007" y="544272"/>
                  <a:pt x="802191" y="0"/>
                  <a:pt x="1569498"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 name="Group 32">
            <a:extLst>
              <a:ext uri="{FF2B5EF4-FFF2-40B4-BE49-F238E27FC236}">
                <a16:creationId xmlns:a16="http://schemas.microsoft.com/office/drawing/2014/main" id="{5264745B-FB8E-3B85-EADB-7A5D228EE765}"/>
              </a:ext>
            </a:extLst>
          </p:cNvPr>
          <p:cNvGrpSpPr/>
          <p:nvPr/>
        </p:nvGrpSpPr>
        <p:grpSpPr>
          <a:xfrm>
            <a:off x="8941188" y="1491640"/>
            <a:ext cx="2064994" cy="2064994"/>
            <a:chOff x="10640582" y="1220864"/>
            <a:chExt cx="2064994" cy="2064994"/>
          </a:xfrm>
        </p:grpSpPr>
        <p:sp>
          <p:nvSpPr>
            <p:cNvPr id="5" name="Circle: Hollow 38">
              <a:extLst>
                <a:ext uri="{FF2B5EF4-FFF2-40B4-BE49-F238E27FC236}">
                  <a16:creationId xmlns:a16="http://schemas.microsoft.com/office/drawing/2014/main" id="{6F27835C-4A53-D5EA-AE23-826EA1A893DC}"/>
                </a:ext>
              </a:extLst>
            </p:cNvPr>
            <p:cNvSpPr/>
            <p:nvPr/>
          </p:nvSpPr>
          <p:spPr>
            <a:xfrm rot="20700000">
              <a:off x="10640582" y="1220864"/>
              <a:ext cx="2064994" cy="2064994"/>
            </a:xfrm>
            <a:prstGeom prst="donut">
              <a:avLst>
                <a:gd name="adj" fmla="val 37753"/>
              </a:avLst>
            </a:prstGeom>
            <a:gradFill>
              <a:gsLst>
                <a:gs pos="100000">
                  <a:schemeClr val="accent6"/>
                </a:gs>
                <a:gs pos="60000">
                  <a:schemeClr val="accent5"/>
                </a:gs>
                <a:gs pos="5000">
                  <a:schemeClr val="accent4"/>
                </a:gs>
              </a:gsLst>
              <a:path path="circle">
                <a:fillToRect l="100000" t="100000"/>
              </a:path>
            </a:gradFill>
            <a:ln>
              <a:noFill/>
            </a:ln>
            <a:effectLst>
              <a:outerShdw blurRad="774700" dist="546100" dir="2700000" algn="tl" rotWithShape="0">
                <a:prstClr val="black">
                  <a:alpha val="40000"/>
                </a:prstClr>
              </a:outerShdw>
              <a:softEdge rad="698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ircle: Hollow 39">
              <a:extLst>
                <a:ext uri="{FF2B5EF4-FFF2-40B4-BE49-F238E27FC236}">
                  <a16:creationId xmlns:a16="http://schemas.microsoft.com/office/drawing/2014/main" id="{16B6EBDB-7E3D-B763-6279-EA8A3AA36C01}"/>
                </a:ext>
              </a:extLst>
            </p:cNvPr>
            <p:cNvSpPr/>
            <p:nvPr/>
          </p:nvSpPr>
          <p:spPr>
            <a:xfrm rot="20700000">
              <a:off x="10864033" y="1444315"/>
              <a:ext cx="1618092" cy="1618092"/>
            </a:xfrm>
            <a:prstGeom prst="donut">
              <a:avLst/>
            </a:prstGeom>
            <a:solidFill>
              <a:schemeClr val="bg1"/>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ircle: Hollow 40">
              <a:extLst>
                <a:ext uri="{FF2B5EF4-FFF2-40B4-BE49-F238E27FC236}">
                  <a16:creationId xmlns:a16="http://schemas.microsoft.com/office/drawing/2014/main" id="{204C0C3D-8234-BAB8-41E5-FB00E47520EF}"/>
                </a:ext>
              </a:extLst>
            </p:cNvPr>
            <p:cNvSpPr/>
            <p:nvPr/>
          </p:nvSpPr>
          <p:spPr>
            <a:xfrm rot="20700000">
              <a:off x="10864033" y="1444315"/>
              <a:ext cx="1618092" cy="1618092"/>
            </a:xfrm>
            <a:prstGeom prst="donut">
              <a:avLst/>
            </a:prstGeom>
            <a:gradFill>
              <a:gsLst>
                <a:gs pos="100000">
                  <a:schemeClr val="accent6"/>
                </a:gs>
                <a:gs pos="60000">
                  <a:schemeClr val="accent5"/>
                </a:gs>
                <a:gs pos="5000">
                  <a:schemeClr val="accent4"/>
                </a:gs>
              </a:gsLst>
              <a:path path="circle">
                <a:fillToRect l="100000" t="100000"/>
              </a:path>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8" name="Rectangle: Rounded Corners 31">
            <a:extLst>
              <a:ext uri="{FF2B5EF4-FFF2-40B4-BE49-F238E27FC236}">
                <a16:creationId xmlns:a16="http://schemas.microsoft.com/office/drawing/2014/main" id="{A688F4E3-CF58-D2F2-8084-C619BBDDD291}"/>
              </a:ext>
            </a:extLst>
          </p:cNvPr>
          <p:cNvSpPr/>
          <p:nvPr/>
        </p:nvSpPr>
        <p:spPr>
          <a:xfrm>
            <a:off x="193780" y="342709"/>
            <a:ext cx="11707521" cy="6229541"/>
          </a:xfrm>
          <a:prstGeom prst="roundRect">
            <a:avLst>
              <a:gd name="adj" fmla="val 4883"/>
            </a:avLst>
          </a:prstGeom>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任意多边形: 形状 11">
            <a:extLst>
              <a:ext uri="{FF2B5EF4-FFF2-40B4-BE49-F238E27FC236}">
                <a16:creationId xmlns:a16="http://schemas.microsoft.com/office/drawing/2014/main" id="{0B665BC5-812B-BF55-CD7A-7815F3B31F7D}"/>
              </a:ext>
            </a:extLst>
          </p:cNvPr>
          <p:cNvSpPr/>
          <p:nvPr/>
        </p:nvSpPr>
        <p:spPr>
          <a:xfrm>
            <a:off x="2837467" y="2"/>
            <a:ext cx="9354533" cy="6857999"/>
          </a:xfrm>
          <a:custGeom>
            <a:avLst/>
            <a:gdLst>
              <a:gd name="connsiteX0" fmla="*/ 811424 w 9354533"/>
              <a:gd name="connsiteY0" fmla="*/ 6511811 h 6857999"/>
              <a:gd name="connsiteX1" fmla="*/ 855285 w 9354533"/>
              <a:gd name="connsiteY1" fmla="*/ 6511811 h 6857999"/>
              <a:gd name="connsiteX2" fmla="*/ 899145 w 9354533"/>
              <a:gd name="connsiteY2" fmla="*/ 6511811 h 6857999"/>
              <a:gd name="connsiteX3" fmla="*/ 940265 w 9354533"/>
              <a:gd name="connsiteY3" fmla="*/ 6514555 h 6857999"/>
              <a:gd name="connsiteX4" fmla="*/ 986866 w 9354533"/>
              <a:gd name="connsiteY4" fmla="*/ 6522788 h 6857999"/>
              <a:gd name="connsiteX5" fmla="*/ 1030726 w 9354533"/>
              <a:gd name="connsiteY5" fmla="*/ 6531020 h 6857999"/>
              <a:gd name="connsiteX6" fmla="*/ 1071846 w 9354533"/>
              <a:gd name="connsiteY6" fmla="*/ 6539252 h 6857999"/>
              <a:gd name="connsiteX7" fmla="*/ 1112965 w 9354533"/>
              <a:gd name="connsiteY7" fmla="*/ 6550230 h 6857999"/>
              <a:gd name="connsiteX8" fmla="*/ 1156826 w 9354533"/>
              <a:gd name="connsiteY8" fmla="*/ 6563951 h 6857999"/>
              <a:gd name="connsiteX9" fmla="*/ 1197945 w 9354533"/>
              <a:gd name="connsiteY9" fmla="*/ 6577672 h 6857999"/>
              <a:gd name="connsiteX10" fmla="*/ 1239064 w 9354533"/>
              <a:gd name="connsiteY10" fmla="*/ 6596881 h 6857999"/>
              <a:gd name="connsiteX11" fmla="*/ 1277443 w 9354533"/>
              <a:gd name="connsiteY11" fmla="*/ 6616091 h 6857999"/>
              <a:gd name="connsiteX12" fmla="*/ 1318562 w 9354533"/>
              <a:gd name="connsiteY12" fmla="*/ 6638044 h 6857999"/>
              <a:gd name="connsiteX13" fmla="*/ 1356942 w 9354533"/>
              <a:gd name="connsiteY13" fmla="*/ 6662741 h 6857999"/>
              <a:gd name="connsiteX14" fmla="*/ 1392576 w 9354533"/>
              <a:gd name="connsiteY14" fmla="*/ 6687440 h 6857999"/>
              <a:gd name="connsiteX15" fmla="*/ 1430955 w 9354533"/>
              <a:gd name="connsiteY15" fmla="*/ 6717627 h 6857999"/>
              <a:gd name="connsiteX16" fmla="*/ 1463850 w 9354533"/>
              <a:gd name="connsiteY16" fmla="*/ 6745068 h 6857999"/>
              <a:gd name="connsiteX17" fmla="*/ 1499488 w 9354533"/>
              <a:gd name="connsiteY17" fmla="*/ 6780744 h 6857999"/>
              <a:gd name="connsiteX18" fmla="*/ 1576429 w 9354533"/>
              <a:gd name="connsiteY18" fmla="*/ 6857999 h 6857999"/>
              <a:gd name="connsiteX19" fmla="*/ 141549 w 9354533"/>
              <a:gd name="connsiteY19" fmla="*/ 6857999 h 6857999"/>
              <a:gd name="connsiteX20" fmla="*/ 148030 w 9354533"/>
              <a:gd name="connsiteY20" fmla="*/ 6849348 h 6857999"/>
              <a:gd name="connsiteX21" fmla="*/ 180926 w 9354533"/>
              <a:gd name="connsiteY21" fmla="*/ 6810929 h 6857999"/>
              <a:gd name="connsiteX22" fmla="*/ 211081 w 9354533"/>
              <a:gd name="connsiteY22" fmla="*/ 6780744 h 6857999"/>
              <a:gd name="connsiteX23" fmla="*/ 246717 w 9354533"/>
              <a:gd name="connsiteY23" fmla="*/ 6745068 h 6857999"/>
              <a:gd name="connsiteX24" fmla="*/ 279611 w 9354533"/>
              <a:gd name="connsiteY24" fmla="*/ 6717627 h 6857999"/>
              <a:gd name="connsiteX25" fmla="*/ 317990 w 9354533"/>
              <a:gd name="connsiteY25" fmla="*/ 6687440 h 6857999"/>
              <a:gd name="connsiteX26" fmla="*/ 353629 w 9354533"/>
              <a:gd name="connsiteY26" fmla="*/ 6662741 h 6857999"/>
              <a:gd name="connsiteX27" fmla="*/ 392005 w 9354533"/>
              <a:gd name="connsiteY27" fmla="*/ 6638044 h 6857999"/>
              <a:gd name="connsiteX28" fmla="*/ 433124 w 9354533"/>
              <a:gd name="connsiteY28" fmla="*/ 6616091 h 6857999"/>
              <a:gd name="connsiteX29" fmla="*/ 471503 w 9354533"/>
              <a:gd name="connsiteY29" fmla="*/ 6596881 h 6857999"/>
              <a:gd name="connsiteX30" fmla="*/ 512622 w 9354533"/>
              <a:gd name="connsiteY30" fmla="*/ 6577672 h 6857999"/>
              <a:gd name="connsiteX31" fmla="*/ 553742 w 9354533"/>
              <a:gd name="connsiteY31" fmla="*/ 6563951 h 6857999"/>
              <a:gd name="connsiteX32" fmla="*/ 594861 w 9354533"/>
              <a:gd name="connsiteY32" fmla="*/ 6550230 h 6857999"/>
              <a:gd name="connsiteX33" fmla="*/ 638721 w 9354533"/>
              <a:gd name="connsiteY33" fmla="*/ 6539252 h 6857999"/>
              <a:gd name="connsiteX34" fmla="*/ 679841 w 9354533"/>
              <a:gd name="connsiteY34" fmla="*/ 6531020 h 6857999"/>
              <a:gd name="connsiteX35" fmla="*/ 723702 w 9354533"/>
              <a:gd name="connsiteY35" fmla="*/ 6522788 h 6857999"/>
              <a:gd name="connsiteX36" fmla="*/ 767562 w 9354533"/>
              <a:gd name="connsiteY36" fmla="*/ 6514555 h 6857999"/>
              <a:gd name="connsiteX37" fmla="*/ 863507 w 9354533"/>
              <a:gd name="connsiteY37" fmla="*/ 3786810 h 6857999"/>
              <a:gd name="connsiteX38" fmla="*/ 907368 w 9354533"/>
              <a:gd name="connsiteY38" fmla="*/ 3786810 h 6857999"/>
              <a:gd name="connsiteX39" fmla="*/ 948487 w 9354533"/>
              <a:gd name="connsiteY39" fmla="*/ 3786810 h 6857999"/>
              <a:gd name="connsiteX40" fmla="*/ 992347 w 9354533"/>
              <a:gd name="connsiteY40" fmla="*/ 3792299 h 6857999"/>
              <a:gd name="connsiteX41" fmla="*/ 1038951 w 9354533"/>
              <a:gd name="connsiteY41" fmla="*/ 3795043 h 6857999"/>
              <a:gd name="connsiteX42" fmla="*/ 1080070 w 9354533"/>
              <a:gd name="connsiteY42" fmla="*/ 3803275 h 6857999"/>
              <a:gd name="connsiteX43" fmla="*/ 1123931 w 9354533"/>
              <a:gd name="connsiteY43" fmla="*/ 3811507 h 6857999"/>
              <a:gd name="connsiteX44" fmla="*/ 1167791 w 9354533"/>
              <a:gd name="connsiteY44" fmla="*/ 3822484 h 6857999"/>
              <a:gd name="connsiteX45" fmla="*/ 1206170 w 9354533"/>
              <a:gd name="connsiteY45" fmla="*/ 3836206 h 6857999"/>
              <a:gd name="connsiteX46" fmla="*/ 1250030 w 9354533"/>
              <a:gd name="connsiteY46" fmla="*/ 3852671 h 6857999"/>
              <a:gd name="connsiteX47" fmla="*/ 1291149 w 9354533"/>
              <a:gd name="connsiteY47" fmla="*/ 3869136 h 6857999"/>
              <a:gd name="connsiteX48" fmla="*/ 1329528 w 9354533"/>
              <a:gd name="connsiteY48" fmla="*/ 3888346 h 6857999"/>
              <a:gd name="connsiteX49" fmla="*/ 1370648 w 9354533"/>
              <a:gd name="connsiteY49" fmla="*/ 3913043 h 6857999"/>
              <a:gd name="connsiteX50" fmla="*/ 1406283 w 9354533"/>
              <a:gd name="connsiteY50" fmla="*/ 3934997 h 6857999"/>
              <a:gd name="connsiteX51" fmla="*/ 1444661 w 9354533"/>
              <a:gd name="connsiteY51" fmla="*/ 3959695 h 6857999"/>
              <a:gd name="connsiteX52" fmla="*/ 1483041 w 9354533"/>
              <a:gd name="connsiteY52" fmla="*/ 3989881 h 6857999"/>
              <a:gd name="connsiteX53" fmla="*/ 1515936 w 9354533"/>
              <a:gd name="connsiteY53" fmla="*/ 4020067 h 6857999"/>
              <a:gd name="connsiteX54" fmla="*/ 1551573 w 9354533"/>
              <a:gd name="connsiteY54" fmla="*/ 4052999 h 6857999"/>
              <a:gd name="connsiteX55" fmla="*/ 4345134 w 9354533"/>
              <a:gd name="connsiteY55" fmla="*/ 6857999 h 6857999"/>
              <a:gd name="connsiteX56" fmla="*/ 1774225 w 9354533"/>
              <a:gd name="connsiteY56" fmla="*/ 6857999 h 6857999"/>
              <a:gd name="connsiteX57" fmla="*/ 263165 w 9354533"/>
              <a:gd name="connsiteY57" fmla="*/ 5342778 h 6857999"/>
              <a:gd name="connsiteX58" fmla="*/ 230270 w 9354533"/>
              <a:gd name="connsiteY58" fmla="*/ 5307103 h 6857999"/>
              <a:gd name="connsiteX59" fmla="*/ 202857 w 9354533"/>
              <a:gd name="connsiteY59" fmla="*/ 5274172 h 6857999"/>
              <a:gd name="connsiteX60" fmla="*/ 175444 w 9354533"/>
              <a:gd name="connsiteY60" fmla="*/ 5238497 h 6857999"/>
              <a:gd name="connsiteX61" fmla="*/ 148030 w 9354533"/>
              <a:gd name="connsiteY61" fmla="*/ 5200079 h 6857999"/>
              <a:gd name="connsiteX62" fmla="*/ 123358 w 9354533"/>
              <a:gd name="connsiteY62" fmla="*/ 5161661 h 6857999"/>
              <a:gd name="connsiteX63" fmla="*/ 104171 w 9354533"/>
              <a:gd name="connsiteY63" fmla="*/ 5123241 h 6857999"/>
              <a:gd name="connsiteX64" fmla="*/ 82239 w 9354533"/>
              <a:gd name="connsiteY64" fmla="*/ 5082077 h 6857999"/>
              <a:gd name="connsiteX65" fmla="*/ 65792 w 9354533"/>
              <a:gd name="connsiteY65" fmla="*/ 5040914 h 6857999"/>
              <a:gd name="connsiteX66" fmla="*/ 49345 w 9354533"/>
              <a:gd name="connsiteY66" fmla="*/ 4999752 h 6857999"/>
              <a:gd name="connsiteX67" fmla="*/ 35638 w 9354533"/>
              <a:gd name="connsiteY67" fmla="*/ 4955844 h 6857999"/>
              <a:gd name="connsiteX68" fmla="*/ 24672 w 9354533"/>
              <a:gd name="connsiteY68" fmla="*/ 4914681 h 6857999"/>
              <a:gd name="connsiteX69" fmla="*/ 13707 w 9354533"/>
              <a:gd name="connsiteY69" fmla="*/ 4870773 h 6857999"/>
              <a:gd name="connsiteX70" fmla="*/ 8225 w 9354533"/>
              <a:gd name="connsiteY70" fmla="*/ 4826865 h 6857999"/>
              <a:gd name="connsiteX71" fmla="*/ 2744 w 9354533"/>
              <a:gd name="connsiteY71" fmla="*/ 4785702 h 6857999"/>
              <a:gd name="connsiteX72" fmla="*/ 0 w 9354533"/>
              <a:gd name="connsiteY72" fmla="*/ 4741796 h 6857999"/>
              <a:gd name="connsiteX73" fmla="*/ 0 w 9354533"/>
              <a:gd name="connsiteY73" fmla="*/ 4697888 h 6857999"/>
              <a:gd name="connsiteX74" fmla="*/ 0 w 9354533"/>
              <a:gd name="connsiteY74" fmla="*/ 4653981 h 6857999"/>
              <a:gd name="connsiteX75" fmla="*/ 2744 w 9354533"/>
              <a:gd name="connsiteY75" fmla="*/ 4610073 h 6857999"/>
              <a:gd name="connsiteX76" fmla="*/ 8225 w 9354533"/>
              <a:gd name="connsiteY76" fmla="*/ 4566165 h 6857999"/>
              <a:gd name="connsiteX77" fmla="*/ 13707 w 9354533"/>
              <a:gd name="connsiteY77" fmla="*/ 4522259 h 6857999"/>
              <a:gd name="connsiteX78" fmla="*/ 24672 w 9354533"/>
              <a:gd name="connsiteY78" fmla="*/ 4481095 h 6857999"/>
              <a:gd name="connsiteX79" fmla="*/ 35638 w 9354533"/>
              <a:gd name="connsiteY79" fmla="*/ 4437188 h 6857999"/>
              <a:gd name="connsiteX80" fmla="*/ 49345 w 9354533"/>
              <a:gd name="connsiteY80" fmla="*/ 4393280 h 6857999"/>
              <a:gd name="connsiteX81" fmla="*/ 65792 w 9354533"/>
              <a:gd name="connsiteY81" fmla="*/ 4354861 h 6857999"/>
              <a:gd name="connsiteX82" fmla="*/ 82239 w 9354533"/>
              <a:gd name="connsiteY82" fmla="*/ 4313698 h 6857999"/>
              <a:gd name="connsiteX83" fmla="*/ 104171 w 9354533"/>
              <a:gd name="connsiteY83" fmla="*/ 4272536 h 6857999"/>
              <a:gd name="connsiteX84" fmla="*/ 123358 w 9354533"/>
              <a:gd name="connsiteY84" fmla="*/ 4234116 h 6857999"/>
              <a:gd name="connsiteX85" fmla="*/ 148030 w 9354533"/>
              <a:gd name="connsiteY85" fmla="*/ 4195697 h 6857999"/>
              <a:gd name="connsiteX86" fmla="*/ 175444 w 9354533"/>
              <a:gd name="connsiteY86" fmla="*/ 4160023 h 6857999"/>
              <a:gd name="connsiteX87" fmla="*/ 202857 w 9354533"/>
              <a:gd name="connsiteY87" fmla="*/ 4121603 h 6857999"/>
              <a:gd name="connsiteX88" fmla="*/ 230270 w 9354533"/>
              <a:gd name="connsiteY88" fmla="*/ 4085929 h 6857999"/>
              <a:gd name="connsiteX89" fmla="*/ 263165 w 9354533"/>
              <a:gd name="connsiteY89" fmla="*/ 4052999 h 6857999"/>
              <a:gd name="connsiteX90" fmla="*/ 296062 w 9354533"/>
              <a:gd name="connsiteY90" fmla="*/ 4020067 h 6857999"/>
              <a:gd name="connsiteX91" fmla="*/ 331697 w 9354533"/>
              <a:gd name="connsiteY91" fmla="*/ 3989881 h 6857999"/>
              <a:gd name="connsiteX92" fmla="*/ 370076 w 9354533"/>
              <a:gd name="connsiteY92" fmla="*/ 3959695 h 6857999"/>
              <a:gd name="connsiteX93" fmla="*/ 405711 w 9354533"/>
              <a:gd name="connsiteY93" fmla="*/ 3934997 h 6857999"/>
              <a:gd name="connsiteX94" fmla="*/ 444090 w 9354533"/>
              <a:gd name="connsiteY94" fmla="*/ 3913043 h 6857999"/>
              <a:gd name="connsiteX95" fmla="*/ 482469 w 9354533"/>
              <a:gd name="connsiteY95" fmla="*/ 3888346 h 6857999"/>
              <a:gd name="connsiteX96" fmla="*/ 523588 w 9354533"/>
              <a:gd name="connsiteY96" fmla="*/ 3869136 h 6857999"/>
              <a:gd name="connsiteX97" fmla="*/ 564708 w 9354533"/>
              <a:gd name="connsiteY97" fmla="*/ 3852671 h 6857999"/>
              <a:gd name="connsiteX98" fmla="*/ 605827 w 9354533"/>
              <a:gd name="connsiteY98" fmla="*/ 3836206 h 6857999"/>
              <a:gd name="connsiteX99" fmla="*/ 646947 w 9354533"/>
              <a:gd name="connsiteY99" fmla="*/ 3822484 h 6857999"/>
              <a:gd name="connsiteX100" fmla="*/ 688066 w 9354533"/>
              <a:gd name="connsiteY100" fmla="*/ 3811507 h 6857999"/>
              <a:gd name="connsiteX101" fmla="*/ 731926 w 9354533"/>
              <a:gd name="connsiteY101" fmla="*/ 3803275 h 6857999"/>
              <a:gd name="connsiteX102" fmla="*/ 775786 w 9354533"/>
              <a:gd name="connsiteY102" fmla="*/ 3795043 h 6857999"/>
              <a:gd name="connsiteX103" fmla="*/ 816907 w 9354533"/>
              <a:gd name="connsiteY103" fmla="*/ 3792299 h 6857999"/>
              <a:gd name="connsiteX104" fmla="*/ 975900 w 9354533"/>
              <a:gd name="connsiteY104" fmla="*/ 1075531 h 6857999"/>
              <a:gd name="connsiteX105" fmla="*/ 1019761 w 9354533"/>
              <a:gd name="connsiteY105" fmla="*/ 1078274 h 6857999"/>
              <a:gd name="connsiteX106" fmla="*/ 1063623 w 9354533"/>
              <a:gd name="connsiteY106" fmla="*/ 1081018 h 6857999"/>
              <a:gd name="connsiteX107" fmla="*/ 1107484 w 9354533"/>
              <a:gd name="connsiteY107" fmla="*/ 1083763 h 6857999"/>
              <a:gd name="connsiteX108" fmla="*/ 1151344 w 9354533"/>
              <a:gd name="connsiteY108" fmla="*/ 1091995 h 6857999"/>
              <a:gd name="connsiteX109" fmla="*/ 1192463 w 9354533"/>
              <a:gd name="connsiteY109" fmla="*/ 1102972 h 6857999"/>
              <a:gd name="connsiteX110" fmla="*/ 1236324 w 9354533"/>
              <a:gd name="connsiteY110" fmla="*/ 1113948 h 6857999"/>
              <a:gd name="connsiteX111" fmla="*/ 1274702 w 9354533"/>
              <a:gd name="connsiteY111" fmla="*/ 1127671 h 6857999"/>
              <a:gd name="connsiteX112" fmla="*/ 1318562 w 9354533"/>
              <a:gd name="connsiteY112" fmla="*/ 1141391 h 6857999"/>
              <a:gd name="connsiteX113" fmla="*/ 1359682 w 9354533"/>
              <a:gd name="connsiteY113" fmla="*/ 1160601 h 6857999"/>
              <a:gd name="connsiteX114" fmla="*/ 1398058 w 9354533"/>
              <a:gd name="connsiteY114" fmla="*/ 1179811 h 6857999"/>
              <a:gd name="connsiteX115" fmla="*/ 1439178 w 9354533"/>
              <a:gd name="connsiteY115" fmla="*/ 1201764 h 6857999"/>
              <a:gd name="connsiteX116" fmla="*/ 1477556 w 9354533"/>
              <a:gd name="connsiteY116" fmla="*/ 1226461 h 6857999"/>
              <a:gd name="connsiteX117" fmla="*/ 1513194 w 9354533"/>
              <a:gd name="connsiteY117" fmla="*/ 1251160 h 6857999"/>
              <a:gd name="connsiteX118" fmla="*/ 1551573 w 9354533"/>
              <a:gd name="connsiteY118" fmla="*/ 1278601 h 6857999"/>
              <a:gd name="connsiteX119" fmla="*/ 1584468 w 9354533"/>
              <a:gd name="connsiteY119" fmla="*/ 1311532 h 6857999"/>
              <a:gd name="connsiteX120" fmla="*/ 1620103 w 9354533"/>
              <a:gd name="connsiteY120" fmla="*/ 1341718 h 6857999"/>
              <a:gd name="connsiteX121" fmla="*/ 7115932 w 9354533"/>
              <a:gd name="connsiteY121" fmla="*/ 6857999 h 6857999"/>
              <a:gd name="connsiteX122" fmla="*/ 4543996 w 9354533"/>
              <a:gd name="connsiteY122" fmla="*/ 6857999 h 6857999"/>
              <a:gd name="connsiteX123" fmla="*/ 331697 w 9354533"/>
              <a:gd name="connsiteY123" fmla="*/ 2631498 h 6857999"/>
              <a:gd name="connsiteX124" fmla="*/ 301543 w 9354533"/>
              <a:gd name="connsiteY124" fmla="*/ 2601310 h 6857999"/>
              <a:gd name="connsiteX125" fmla="*/ 271390 w 9354533"/>
              <a:gd name="connsiteY125" fmla="*/ 2562893 h 6857999"/>
              <a:gd name="connsiteX126" fmla="*/ 243976 w 9354533"/>
              <a:gd name="connsiteY126" fmla="*/ 2527217 h 6857999"/>
              <a:gd name="connsiteX127" fmla="*/ 216563 w 9354533"/>
              <a:gd name="connsiteY127" fmla="*/ 2491543 h 6857999"/>
              <a:gd name="connsiteX128" fmla="*/ 191891 w 9354533"/>
              <a:gd name="connsiteY128" fmla="*/ 2450380 h 6857999"/>
              <a:gd name="connsiteX129" fmla="*/ 172702 w 9354533"/>
              <a:gd name="connsiteY129" fmla="*/ 2414705 h 6857999"/>
              <a:gd name="connsiteX130" fmla="*/ 150772 w 9354533"/>
              <a:gd name="connsiteY130" fmla="*/ 2373541 h 6857999"/>
              <a:gd name="connsiteX131" fmla="*/ 134324 w 9354533"/>
              <a:gd name="connsiteY131" fmla="*/ 2329634 h 6857999"/>
              <a:gd name="connsiteX132" fmla="*/ 117877 w 9354533"/>
              <a:gd name="connsiteY132" fmla="*/ 2291216 h 6857999"/>
              <a:gd name="connsiteX133" fmla="*/ 106912 w 9354533"/>
              <a:gd name="connsiteY133" fmla="*/ 2247308 h 6857999"/>
              <a:gd name="connsiteX134" fmla="*/ 93205 w 9354533"/>
              <a:gd name="connsiteY134" fmla="*/ 2203400 h 6857999"/>
              <a:gd name="connsiteX135" fmla="*/ 82239 w 9354533"/>
              <a:gd name="connsiteY135" fmla="*/ 2162238 h 6857999"/>
              <a:gd name="connsiteX136" fmla="*/ 76757 w 9354533"/>
              <a:gd name="connsiteY136" fmla="*/ 2118330 h 6857999"/>
              <a:gd name="connsiteX137" fmla="*/ 71275 w 9354533"/>
              <a:gd name="connsiteY137" fmla="*/ 2074424 h 6857999"/>
              <a:gd name="connsiteX138" fmla="*/ 68533 w 9354533"/>
              <a:gd name="connsiteY138" fmla="*/ 2030516 h 6857999"/>
              <a:gd name="connsiteX139" fmla="*/ 68533 w 9354533"/>
              <a:gd name="connsiteY139" fmla="*/ 1989352 h 6857999"/>
              <a:gd name="connsiteX140" fmla="*/ 68533 w 9354533"/>
              <a:gd name="connsiteY140" fmla="*/ 1942701 h 6857999"/>
              <a:gd name="connsiteX141" fmla="*/ 71275 w 9354533"/>
              <a:gd name="connsiteY141" fmla="*/ 1898793 h 6857999"/>
              <a:gd name="connsiteX142" fmla="*/ 76757 w 9354533"/>
              <a:gd name="connsiteY142" fmla="*/ 1857629 h 6857999"/>
              <a:gd name="connsiteX143" fmla="*/ 82239 w 9354533"/>
              <a:gd name="connsiteY143" fmla="*/ 1813723 h 6857999"/>
              <a:gd name="connsiteX144" fmla="*/ 93205 w 9354533"/>
              <a:gd name="connsiteY144" fmla="*/ 1769815 h 6857999"/>
              <a:gd name="connsiteX145" fmla="*/ 106912 w 9354533"/>
              <a:gd name="connsiteY145" fmla="*/ 1728652 h 6857999"/>
              <a:gd name="connsiteX146" fmla="*/ 117877 w 9354533"/>
              <a:gd name="connsiteY146" fmla="*/ 1684745 h 6857999"/>
              <a:gd name="connsiteX147" fmla="*/ 134324 w 9354533"/>
              <a:gd name="connsiteY147" fmla="*/ 1643581 h 6857999"/>
              <a:gd name="connsiteX148" fmla="*/ 150772 w 9354533"/>
              <a:gd name="connsiteY148" fmla="*/ 1605162 h 6857999"/>
              <a:gd name="connsiteX149" fmla="*/ 172702 w 9354533"/>
              <a:gd name="connsiteY149" fmla="*/ 1564000 h 6857999"/>
              <a:gd name="connsiteX150" fmla="*/ 191891 w 9354533"/>
              <a:gd name="connsiteY150" fmla="*/ 1522837 h 6857999"/>
              <a:gd name="connsiteX151" fmla="*/ 216563 w 9354533"/>
              <a:gd name="connsiteY151" fmla="*/ 1487162 h 6857999"/>
              <a:gd name="connsiteX152" fmla="*/ 243976 w 9354533"/>
              <a:gd name="connsiteY152" fmla="*/ 1448743 h 6857999"/>
              <a:gd name="connsiteX153" fmla="*/ 271390 w 9354533"/>
              <a:gd name="connsiteY153" fmla="*/ 1413068 h 6857999"/>
              <a:gd name="connsiteX154" fmla="*/ 301543 w 9354533"/>
              <a:gd name="connsiteY154" fmla="*/ 1377393 h 6857999"/>
              <a:gd name="connsiteX155" fmla="*/ 331697 w 9354533"/>
              <a:gd name="connsiteY155" fmla="*/ 1341718 h 6857999"/>
              <a:gd name="connsiteX156" fmla="*/ 367335 w 9354533"/>
              <a:gd name="connsiteY156" fmla="*/ 1311532 h 6857999"/>
              <a:gd name="connsiteX157" fmla="*/ 400229 w 9354533"/>
              <a:gd name="connsiteY157" fmla="*/ 1278601 h 6857999"/>
              <a:gd name="connsiteX158" fmla="*/ 438607 w 9354533"/>
              <a:gd name="connsiteY158" fmla="*/ 1251160 h 6857999"/>
              <a:gd name="connsiteX159" fmla="*/ 474243 w 9354533"/>
              <a:gd name="connsiteY159" fmla="*/ 1226461 h 6857999"/>
              <a:gd name="connsiteX160" fmla="*/ 512622 w 9354533"/>
              <a:gd name="connsiteY160" fmla="*/ 1201764 h 6857999"/>
              <a:gd name="connsiteX161" fmla="*/ 551001 w 9354533"/>
              <a:gd name="connsiteY161" fmla="*/ 1179811 h 6857999"/>
              <a:gd name="connsiteX162" fmla="*/ 592121 w 9354533"/>
              <a:gd name="connsiteY162" fmla="*/ 1160601 h 6857999"/>
              <a:gd name="connsiteX163" fmla="*/ 633240 w 9354533"/>
              <a:gd name="connsiteY163" fmla="*/ 1141391 h 6857999"/>
              <a:gd name="connsiteX164" fmla="*/ 674359 w 9354533"/>
              <a:gd name="connsiteY164" fmla="*/ 1127671 h 6857999"/>
              <a:gd name="connsiteX165" fmla="*/ 715479 w 9354533"/>
              <a:gd name="connsiteY165" fmla="*/ 1113948 h 6857999"/>
              <a:gd name="connsiteX166" fmla="*/ 759339 w 9354533"/>
              <a:gd name="connsiteY166" fmla="*/ 1102972 h 6857999"/>
              <a:gd name="connsiteX167" fmla="*/ 800459 w 9354533"/>
              <a:gd name="connsiteY167" fmla="*/ 1091995 h 6857999"/>
              <a:gd name="connsiteX168" fmla="*/ 844319 w 9354533"/>
              <a:gd name="connsiteY168" fmla="*/ 1083763 h 6857999"/>
              <a:gd name="connsiteX169" fmla="*/ 890920 w 9354533"/>
              <a:gd name="connsiteY169" fmla="*/ 1081018 h 6857999"/>
              <a:gd name="connsiteX170" fmla="*/ 932040 w 9354533"/>
              <a:gd name="connsiteY170" fmla="*/ 1078274 h 6857999"/>
              <a:gd name="connsiteX171" fmla="*/ 8785588 w 9354533"/>
              <a:gd name="connsiteY171" fmla="*/ 0 h 6857999"/>
              <a:gd name="connsiteX172" fmla="*/ 9354533 w 9354533"/>
              <a:gd name="connsiteY172" fmla="*/ 0 h 6857999"/>
              <a:gd name="connsiteX173" fmla="*/ 9354533 w 9354533"/>
              <a:gd name="connsiteY173" fmla="*/ 570519 h 6857999"/>
              <a:gd name="connsiteX174" fmla="*/ 6019529 w 9354533"/>
              <a:gd name="connsiteY174" fmla="*/ 0 h 6857999"/>
              <a:gd name="connsiteX175" fmla="*/ 8588708 w 9354533"/>
              <a:gd name="connsiteY175" fmla="*/ 0 h 6857999"/>
              <a:gd name="connsiteX176" fmla="*/ 9354533 w 9354533"/>
              <a:gd name="connsiteY176" fmla="*/ 768021 h 6857999"/>
              <a:gd name="connsiteX177" fmla="*/ 9354533 w 9354533"/>
              <a:gd name="connsiteY177" fmla="*/ 3347008 h 6857999"/>
              <a:gd name="connsiteX178" fmla="*/ 3248285 w 9354533"/>
              <a:gd name="connsiteY178" fmla="*/ 0 h 6857999"/>
              <a:gd name="connsiteX179" fmla="*/ 5819972 w 9354533"/>
              <a:gd name="connsiteY179" fmla="*/ 0 h 6857999"/>
              <a:gd name="connsiteX180" fmla="*/ 9354533 w 9354533"/>
              <a:gd name="connsiteY180" fmla="*/ 3545079 h 6857999"/>
              <a:gd name="connsiteX181" fmla="*/ 9354533 w 9354533"/>
              <a:gd name="connsiteY181" fmla="*/ 6127044 h 6857999"/>
              <a:gd name="connsiteX182" fmla="*/ 476872 w 9354533"/>
              <a:gd name="connsiteY182" fmla="*/ 0 h 6857999"/>
              <a:gd name="connsiteX183" fmla="*/ 3050781 w 9354533"/>
              <a:gd name="connsiteY183" fmla="*/ 0 h 6857999"/>
              <a:gd name="connsiteX184" fmla="*/ 9354533 w 9354533"/>
              <a:gd name="connsiteY184" fmla="*/ 6324693 h 6857999"/>
              <a:gd name="connsiteX185" fmla="*/ 9354533 w 9354533"/>
              <a:gd name="connsiteY185" fmla="*/ 6857999 h 6857999"/>
              <a:gd name="connsiteX186" fmla="*/ 7312522 w 9354533"/>
              <a:gd name="connsiteY18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9354533" h="6857999">
                <a:moveTo>
                  <a:pt x="811424" y="6511811"/>
                </a:moveTo>
                <a:lnTo>
                  <a:pt x="855285" y="6511811"/>
                </a:lnTo>
                <a:lnTo>
                  <a:pt x="899145" y="6511811"/>
                </a:lnTo>
                <a:lnTo>
                  <a:pt x="940265" y="6514555"/>
                </a:lnTo>
                <a:lnTo>
                  <a:pt x="986866" y="6522788"/>
                </a:lnTo>
                <a:lnTo>
                  <a:pt x="1030726" y="6531020"/>
                </a:lnTo>
                <a:lnTo>
                  <a:pt x="1071846" y="6539252"/>
                </a:lnTo>
                <a:lnTo>
                  <a:pt x="1112965" y="6550230"/>
                </a:lnTo>
                <a:lnTo>
                  <a:pt x="1156826" y="6563951"/>
                </a:lnTo>
                <a:lnTo>
                  <a:pt x="1197945" y="6577672"/>
                </a:lnTo>
                <a:lnTo>
                  <a:pt x="1239064" y="6596881"/>
                </a:lnTo>
                <a:lnTo>
                  <a:pt x="1277443" y="6616091"/>
                </a:lnTo>
                <a:lnTo>
                  <a:pt x="1318562" y="6638044"/>
                </a:lnTo>
                <a:lnTo>
                  <a:pt x="1356942" y="6662741"/>
                </a:lnTo>
                <a:lnTo>
                  <a:pt x="1392576" y="6687440"/>
                </a:lnTo>
                <a:lnTo>
                  <a:pt x="1430955" y="6717627"/>
                </a:lnTo>
                <a:lnTo>
                  <a:pt x="1463850" y="6745068"/>
                </a:lnTo>
                <a:lnTo>
                  <a:pt x="1499488" y="6780744"/>
                </a:lnTo>
                <a:lnTo>
                  <a:pt x="1576429" y="6857999"/>
                </a:lnTo>
                <a:lnTo>
                  <a:pt x="141549" y="6857999"/>
                </a:lnTo>
                <a:lnTo>
                  <a:pt x="148030" y="6849348"/>
                </a:lnTo>
                <a:lnTo>
                  <a:pt x="180926" y="6810929"/>
                </a:lnTo>
                <a:lnTo>
                  <a:pt x="211081" y="6780744"/>
                </a:lnTo>
                <a:lnTo>
                  <a:pt x="246717" y="6745068"/>
                </a:lnTo>
                <a:lnTo>
                  <a:pt x="279611" y="6717627"/>
                </a:lnTo>
                <a:lnTo>
                  <a:pt x="317990" y="6687440"/>
                </a:lnTo>
                <a:lnTo>
                  <a:pt x="353629" y="6662741"/>
                </a:lnTo>
                <a:lnTo>
                  <a:pt x="392005" y="6638044"/>
                </a:lnTo>
                <a:lnTo>
                  <a:pt x="433124" y="6616091"/>
                </a:lnTo>
                <a:lnTo>
                  <a:pt x="471503" y="6596881"/>
                </a:lnTo>
                <a:lnTo>
                  <a:pt x="512622" y="6577672"/>
                </a:lnTo>
                <a:lnTo>
                  <a:pt x="553742" y="6563951"/>
                </a:lnTo>
                <a:lnTo>
                  <a:pt x="594861" y="6550230"/>
                </a:lnTo>
                <a:lnTo>
                  <a:pt x="638721" y="6539252"/>
                </a:lnTo>
                <a:lnTo>
                  <a:pt x="679841" y="6531020"/>
                </a:lnTo>
                <a:lnTo>
                  <a:pt x="723702" y="6522788"/>
                </a:lnTo>
                <a:lnTo>
                  <a:pt x="767562" y="6514555"/>
                </a:lnTo>
                <a:close/>
                <a:moveTo>
                  <a:pt x="863507" y="3786810"/>
                </a:moveTo>
                <a:lnTo>
                  <a:pt x="907368" y="3786810"/>
                </a:lnTo>
                <a:lnTo>
                  <a:pt x="948487" y="3786810"/>
                </a:lnTo>
                <a:lnTo>
                  <a:pt x="992347" y="3792299"/>
                </a:lnTo>
                <a:lnTo>
                  <a:pt x="1038951" y="3795043"/>
                </a:lnTo>
                <a:lnTo>
                  <a:pt x="1080070" y="3803275"/>
                </a:lnTo>
                <a:lnTo>
                  <a:pt x="1123931" y="3811507"/>
                </a:lnTo>
                <a:lnTo>
                  <a:pt x="1167791" y="3822484"/>
                </a:lnTo>
                <a:lnTo>
                  <a:pt x="1206170" y="3836206"/>
                </a:lnTo>
                <a:lnTo>
                  <a:pt x="1250030" y="3852671"/>
                </a:lnTo>
                <a:lnTo>
                  <a:pt x="1291149" y="3869136"/>
                </a:lnTo>
                <a:lnTo>
                  <a:pt x="1329528" y="3888346"/>
                </a:lnTo>
                <a:lnTo>
                  <a:pt x="1370648" y="3913043"/>
                </a:lnTo>
                <a:lnTo>
                  <a:pt x="1406283" y="3934997"/>
                </a:lnTo>
                <a:lnTo>
                  <a:pt x="1444661" y="3959695"/>
                </a:lnTo>
                <a:lnTo>
                  <a:pt x="1483041" y="3989881"/>
                </a:lnTo>
                <a:lnTo>
                  <a:pt x="1515936" y="4020067"/>
                </a:lnTo>
                <a:lnTo>
                  <a:pt x="1551573" y="4052999"/>
                </a:lnTo>
                <a:lnTo>
                  <a:pt x="4345134" y="6857999"/>
                </a:lnTo>
                <a:lnTo>
                  <a:pt x="1774225" y="6857999"/>
                </a:lnTo>
                <a:lnTo>
                  <a:pt x="263165" y="5342778"/>
                </a:lnTo>
                <a:lnTo>
                  <a:pt x="230270" y="5307103"/>
                </a:lnTo>
                <a:lnTo>
                  <a:pt x="202857" y="5274172"/>
                </a:lnTo>
                <a:lnTo>
                  <a:pt x="175444" y="5238497"/>
                </a:lnTo>
                <a:lnTo>
                  <a:pt x="148030" y="5200079"/>
                </a:lnTo>
                <a:lnTo>
                  <a:pt x="123358" y="5161661"/>
                </a:lnTo>
                <a:lnTo>
                  <a:pt x="104171" y="5123241"/>
                </a:lnTo>
                <a:lnTo>
                  <a:pt x="82239" y="5082077"/>
                </a:lnTo>
                <a:lnTo>
                  <a:pt x="65792" y="5040914"/>
                </a:lnTo>
                <a:lnTo>
                  <a:pt x="49345" y="4999752"/>
                </a:lnTo>
                <a:lnTo>
                  <a:pt x="35638" y="4955844"/>
                </a:lnTo>
                <a:lnTo>
                  <a:pt x="24672" y="4914681"/>
                </a:lnTo>
                <a:lnTo>
                  <a:pt x="13707" y="4870773"/>
                </a:lnTo>
                <a:lnTo>
                  <a:pt x="8225" y="4826865"/>
                </a:lnTo>
                <a:lnTo>
                  <a:pt x="2744" y="4785702"/>
                </a:lnTo>
                <a:lnTo>
                  <a:pt x="0" y="4741796"/>
                </a:lnTo>
                <a:lnTo>
                  <a:pt x="0" y="4697888"/>
                </a:lnTo>
                <a:lnTo>
                  <a:pt x="0" y="4653981"/>
                </a:lnTo>
                <a:lnTo>
                  <a:pt x="2744" y="4610073"/>
                </a:lnTo>
                <a:lnTo>
                  <a:pt x="8225" y="4566165"/>
                </a:lnTo>
                <a:lnTo>
                  <a:pt x="13707" y="4522259"/>
                </a:lnTo>
                <a:lnTo>
                  <a:pt x="24672" y="4481095"/>
                </a:lnTo>
                <a:lnTo>
                  <a:pt x="35638" y="4437188"/>
                </a:lnTo>
                <a:lnTo>
                  <a:pt x="49345" y="4393280"/>
                </a:lnTo>
                <a:lnTo>
                  <a:pt x="65792" y="4354861"/>
                </a:lnTo>
                <a:lnTo>
                  <a:pt x="82239" y="4313698"/>
                </a:lnTo>
                <a:lnTo>
                  <a:pt x="104171" y="4272536"/>
                </a:lnTo>
                <a:lnTo>
                  <a:pt x="123358" y="4234116"/>
                </a:lnTo>
                <a:lnTo>
                  <a:pt x="148030" y="4195697"/>
                </a:lnTo>
                <a:lnTo>
                  <a:pt x="175444" y="4160023"/>
                </a:lnTo>
                <a:lnTo>
                  <a:pt x="202857" y="4121603"/>
                </a:lnTo>
                <a:lnTo>
                  <a:pt x="230270" y="4085929"/>
                </a:lnTo>
                <a:lnTo>
                  <a:pt x="263165" y="4052999"/>
                </a:lnTo>
                <a:lnTo>
                  <a:pt x="296062" y="4020067"/>
                </a:lnTo>
                <a:lnTo>
                  <a:pt x="331697" y="3989881"/>
                </a:lnTo>
                <a:lnTo>
                  <a:pt x="370076" y="3959695"/>
                </a:lnTo>
                <a:lnTo>
                  <a:pt x="405711" y="3934997"/>
                </a:lnTo>
                <a:lnTo>
                  <a:pt x="444090" y="3913043"/>
                </a:lnTo>
                <a:lnTo>
                  <a:pt x="482469" y="3888346"/>
                </a:lnTo>
                <a:lnTo>
                  <a:pt x="523588" y="3869136"/>
                </a:lnTo>
                <a:lnTo>
                  <a:pt x="564708" y="3852671"/>
                </a:lnTo>
                <a:lnTo>
                  <a:pt x="605827" y="3836206"/>
                </a:lnTo>
                <a:lnTo>
                  <a:pt x="646947" y="3822484"/>
                </a:lnTo>
                <a:lnTo>
                  <a:pt x="688066" y="3811507"/>
                </a:lnTo>
                <a:lnTo>
                  <a:pt x="731926" y="3803275"/>
                </a:lnTo>
                <a:lnTo>
                  <a:pt x="775786" y="3795043"/>
                </a:lnTo>
                <a:lnTo>
                  <a:pt x="816907" y="3792299"/>
                </a:lnTo>
                <a:close/>
                <a:moveTo>
                  <a:pt x="975900" y="1075531"/>
                </a:moveTo>
                <a:lnTo>
                  <a:pt x="1019761" y="1078274"/>
                </a:lnTo>
                <a:lnTo>
                  <a:pt x="1063623" y="1081018"/>
                </a:lnTo>
                <a:lnTo>
                  <a:pt x="1107484" y="1083763"/>
                </a:lnTo>
                <a:lnTo>
                  <a:pt x="1151344" y="1091995"/>
                </a:lnTo>
                <a:lnTo>
                  <a:pt x="1192463" y="1102972"/>
                </a:lnTo>
                <a:lnTo>
                  <a:pt x="1236324" y="1113948"/>
                </a:lnTo>
                <a:lnTo>
                  <a:pt x="1274702" y="1127671"/>
                </a:lnTo>
                <a:lnTo>
                  <a:pt x="1318562" y="1141391"/>
                </a:lnTo>
                <a:lnTo>
                  <a:pt x="1359682" y="1160601"/>
                </a:lnTo>
                <a:lnTo>
                  <a:pt x="1398058" y="1179811"/>
                </a:lnTo>
                <a:lnTo>
                  <a:pt x="1439178" y="1201764"/>
                </a:lnTo>
                <a:lnTo>
                  <a:pt x="1477556" y="1226461"/>
                </a:lnTo>
                <a:lnTo>
                  <a:pt x="1513194" y="1251160"/>
                </a:lnTo>
                <a:lnTo>
                  <a:pt x="1551573" y="1278601"/>
                </a:lnTo>
                <a:lnTo>
                  <a:pt x="1584468" y="1311532"/>
                </a:lnTo>
                <a:lnTo>
                  <a:pt x="1620103" y="1341718"/>
                </a:lnTo>
                <a:lnTo>
                  <a:pt x="7115932" y="6857999"/>
                </a:lnTo>
                <a:lnTo>
                  <a:pt x="4543996" y="6857999"/>
                </a:lnTo>
                <a:lnTo>
                  <a:pt x="331697" y="2631498"/>
                </a:lnTo>
                <a:lnTo>
                  <a:pt x="301543" y="2601310"/>
                </a:lnTo>
                <a:lnTo>
                  <a:pt x="271390" y="2562893"/>
                </a:lnTo>
                <a:lnTo>
                  <a:pt x="243976" y="2527217"/>
                </a:lnTo>
                <a:lnTo>
                  <a:pt x="216563" y="2491543"/>
                </a:lnTo>
                <a:lnTo>
                  <a:pt x="191891" y="2450380"/>
                </a:lnTo>
                <a:lnTo>
                  <a:pt x="172702" y="2414705"/>
                </a:lnTo>
                <a:lnTo>
                  <a:pt x="150772" y="2373541"/>
                </a:lnTo>
                <a:lnTo>
                  <a:pt x="134324" y="2329634"/>
                </a:lnTo>
                <a:lnTo>
                  <a:pt x="117877" y="2291216"/>
                </a:lnTo>
                <a:lnTo>
                  <a:pt x="106912" y="2247308"/>
                </a:lnTo>
                <a:lnTo>
                  <a:pt x="93205" y="2203400"/>
                </a:lnTo>
                <a:lnTo>
                  <a:pt x="82239" y="2162238"/>
                </a:lnTo>
                <a:lnTo>
                  <a:pt x="76757" y="2118330"/>
                </a:lnTo>
                <a:lnTo>
                  <a:pt x="71275" y="2074424"/>
                </a:lnTo>
                <a:lnTo>
                  <a:pt x="68533" y="2030516"/>
                </a:lnTo>
                <a:lnTo>
                  <a:pt x="68533" y="1989352"/>
                </a:lnTo>
                <a:lnTo>
                  <a:pt x="68533" y="1942701"/>
                </a:lnTo>
                <a:lnTo>
                  <a:pt x="71275" y="1898793"/>
                </a:lnTo>
                <a:lnTo>
                  <a:pt x="76757" y="1857629"/>
                </a:lnTo>
                <a:lnTo>
                  <a:pt x="82239" y="1813723"/>
                </a:lnTo>
                <a:lnTo>
                  <a:pt x="93205" y="1769815"/>
                </a:lnTo>
                <a:lnTo>
                  <a:pt x="106912" y="1728652"/>
                </a:lnTo>
                <a:lnTo>
                  <a:pt x="117877" y="1684745"/>
                </a:lnTo>
                <a:lnTo>
                  <a:pt x="134324" y="1643581"/>
                </a:lnTo>
                <a:lnTo>
                  <a:pt x="150772" y="1605162"/>
                </a:lnTo>
                <a:lnTo>
                  <a:pt x="172702" y="1564000"/>
                </a:lnTo>
                <a:lnTo>
                  <a:pt x="191891" y="1522837"/>
                </a:lnTo>
                <a:lnTo>
                  <a:pt x="216563" y="1487162"/>
                </a:lnTo>
                <a:lnTo>
                  <a:pt x="243976" y="1448743"/>
                </a:lnTo>
                <a:lnTo>
                  <a:pt x="271390" y="1413068"/>
                </a:lnTo>
                <a:lnTo>
                  <a:pt x="301543" y="1377393"/>
                </a:lnTo>
                <a:lnTo>
                  <a:pt x="331697" y="1341718"/>
                </a:lnTo>
                <a:lnTo>
                  <a:pt x="367335" y="1311532"/>
                </a:lnTo>
                <a:lnTo>
                  <a:pt x="400229" y="1278601"/>
                </a:lnTo>
                <a:lnTo>
                  <a:pt x="438607" y="1251160"/>
                </a:lnTo>
                <a:lnTo>
                  <a:pt x="474243" y="1226461"/>
                </a:lnTo>
                <a:lnTo>
                  <a:pt x="512622" y="1201764"/>
                </a:lnTo>
                <a:lnTo>
                  <a:pt x="551001" y="1179811"/>
                </a:lnTo>
                <a:lnTo>
                  <a:pt x="592121" y="1160601"/>
                </a:lnTo>
                <a:lnTo>
                  <a:pt x="633240" y="1141391"/>
                </a:lnTo>
                <a:lnTo>
                  <a:pt x="674359" y="1127671"/>
                </a:lnTo>
                <a:lnTo>
                  <a:pt x="715479" y="1113948"/>
                </a:lnTo>
                <a:lnTo>
                  <a:pt x="759339" y="1102972"/>
                </a:lnTo>
                <a:lnTo>
                  <a:pt x="800459" y="1091995"/>
                </a:lnTo>
                <a:lnTo>
                  <a:pt x="844319" y="1083763"/>
                </a:lnTo>
                <a:lnTo>
                  <a:pt x="890920" y="1081018"/>
                </a:lnTo>
                <a:lnTo>
                  <a:pt x="932040" y="1078274"/>
                </a:lnTo>
                <a:close/>
                <a:moveTo>
                  <a:pt x="8785588" y="0"/>
                </a:moveTo>
                <a:lnTo>
                  <a:pt x="9354533" y="0"/>
                </a:lnTo>
                <a:lnTo>
                  <a:pt x="9354533" y="570519"/>
                </a:lnTo>
                <a:close/>
                <a:moveTo>
                  <a:pt x="6019529" y="0"/>
                </a:moveTo>
                <a:lnTo>
                  <a:pt x="8588708" y="0"/>
                </a:lnTo>
                <a:lnTo>
                  <a:pt x="9354533" y="768021"/>
                </a:lnTo>
                <a:lnTo>
                  <a:pt x="9354533" y="3347008"/>
                </a:lnTo>
                <a:close/>
                <a:moveTo>
                  <a:pt x="3248285" y="0"/>
                </a:moveTo>
                <a:lnTo>
                  <a:pt x="5819972" y="0"/>
                </a:lnTo>
                <a:lnTo>
                  <a:pt x="9354533" y="3545079"/>
                </a:lnTo>
                <a:lnTo>
                  <a:pt x="9354533" y="6127044"/>
                </a:lnTo>
                <a:close/>
                <a:moveTo>
                  <a:pt x="476872" y="0"/>
                </a:moveTo>
                <a:lnTo>
                  <a:pt x="3050781" y="0"/>
                </a:lnTo>
                <a:lnTo>
                  <a:pt x="9354533" y="6324693"/>
                </a:lnTo>
                <a:lnTo>
                  <a:pt x="9354533" y="6857999"/>
                </a:lnTo>
                <a:lnTo>
                  <a:pt x="7312522" y="6857999"/>
                </a:lnTo>
                <a:close/>
              </a:path>
            </a:pathLst>
          </a:custGeom>
          <a:gradFill flip="none" rotWithShape="1">
            <a:gsLst>
              <a:gs pos="19000">
                <a:schemeClr val="bg1">
                  <a:alpha val="0"/>
                </a:schemeClr>
              </a:gs>
              <a:gs pos="100000">
                <a:schemeClr val="accent2">
                  <a:alpha val="60000"/>
                </a:schemeClr>
              </a:gs>
            </a:gsLst>
            <a:lin ang="3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3" name="Rectangle: Rounded Corners 33">
            <a:extLst>
              <a:ext uri="{FF2B5EF4-FFF2-40B4-BE49-F238E27FC236}">
                <a16:creationId xmlns:a16="http://schemas.microsoft.com/office/drawing/2014/main" id="{9CFE72B8-4701-9F1E-F7F4-77DDC9A8A0F0}"/>
              </a:ext>
            </a:extLst>
          </p:cNvPr>
          <p:cNvSpPr/>
          <p:nvPr/>
        </p:nvSpPr>
        <p:spPr>
          <a:xfrm>
            <a:off x="193780" y="342709"/>
            <a:ext cx="11706376" cy="6229541"/>
          </a:xfrm>
          <a:prstGeom prst="roundRect">
            <a:avLst>
              <a:gd name="adj" fmla="val 4883"/>
            </a:avLst>
          </a:prstGeom>
          <a:solidFill>
            <a:schemeClr val="bg1">
              <a:alpha val="8000"/>
            </a:schemeClr>
          </a:solidFill>
          <a:ln w="15875">
            <a:gradFill flip="none" rotWithShape="1">
              <a:gsLst>
                <a:gs pos="0">
                  <a:schemeClr val="bg1">
                    <a:alpha val="60000"/>
                  </a:schemeClr>
                </a:gs>
                <a:gs pos="50000">
                  <a:schemeClr val="bg1">
                    <a:alpha val="0"/>
                  </a:schemeClr>
                </a:gs>
                <a:gs pos="100000">
                  <a:schemeClr val="bg1">
                    <a:alpha val="60000"/>
                  </a:schemeClr>
                </a:gs>
              </a:gsLst>
              <a:lin ang="189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35">
            <a:extLst>
              <a:ext uri="{FF2B5EF4-FFF2-40B4-BE49-F238E27FC236}">
                <a16:creationId xmlns:a16="http://schemas.microsoft.com/office/drawing/2014/main" id="{5C877E41-140B-A950-DE2E-2AD6C7B5A830}"/>
              </a:ext>
            </a:extLst>
          </p:cNvPr>
          <p:cNvSpPr/>
          <p:nvPr/>
        </p:nvSpPr>
        <p:spPr>
          <a:xfrm>
            <a:off x="9315925" y="5459413"/>
            <a:ext cx="2584231" cy="1222070"/>
          </a:xfrm>
          <a:custGeom>
            <a:avLst/>
            <a:gdLst>
              <a:gd name="connsiteX0" fmla="*/ 1525169 w 2440693"/>
              <a:gd name="connsiteY0" fmla="*/ 0 h 1149657"/>
              <a:gd name="connsiteX1" fmla="*/ 2412927 w 2440693"/>
              <a:gd name="connsiteY1" fmla="*/ 271173 h 1149657"/>
              <a:gd name="connsiteX2" fmla="*/ 2440693 w 2440693"/>
              <a:gd name="connsiteY2" fmla="*/ 291936 h 1149657"/>
              <a:gd name="connsiteX3" fmla="*/ 2440693 w 2440693"/>
              <a:gd name="connsiteY3" fmla="*/ 857571 h 1149657"/>
              <a:gd name="connsiteX4" fmla="*/ 2148607 w 2440693"/>
              <a:gd name="connsiteY4" fmla="*/ 1149657 h 1149657"/>
              <a:gd name="connsiteX5" fmla="*/ 0 w 2440693"/>
              <a:gd name="connsiteY5" fmla="*/ 1149657 h 1149657"/>
              <a:gd name="connsiteX6" fmla="*/ 8747 w 2440693"/>
              <a:gd name="connsiteY6" fmla="*/ 1115642 h 1149657"/>
              <a:gd name="connsiteX7" fmla="*/ 1525169 w 2440693"/>
              <a:gd name="connsiteY7" fmla="*/ 0 h 11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0693" h="1149657">
                <a:moveTo>
                  <a:pt x="1525169" y="0"/>
                </a:moveTo>
                <a:cubicBezTo>
                  <a:pt x="1854015" y="0"/>
                  <a:pt x="2159512" y="99969"/>
                  <a:pt x="2412927" y="271173"/>
                </a:cubicBezTo>
                <a:lnTo>
                  <a:pt x="2440693" y="291936"/>
                </a:lnTo>
                <a:lnTo>
                  <a:pt x="2440693" y="857571"/>
                </a:lnTo>
                <a:cubicBezTo>
                  <a:pt x="2440693" y="1018886"/>
                  <a:pt x="2309922" y="1149657"/>
                  <a:pt x="2148607" y="1149657"/>
                </a:cubicBezTo>
                <a:lnTo>
                  <a:pt x="0" y="1149657"/>
                </a:lnTo>
                <a:lnTo>
                  <a:pt x="8747" y="1115642"/>
                </a:lnTo>
                <a:cubicBezTo>
                  <a:pt x="209781" y="469295"/>
                  <a:pt x="812670" y="0"/>
                  <a:pt x="1525169" y="0"/>
                </a:cubicBezTo>
                <a:close/>
              </a:path>
            </a:pathLst>
          </a:custGeom>
          <a:gradFill flip="none" rotWithShape="1">
            <a:gsLst>
              <a:gs pos="100000">
                <a:schemeClr val="accent1"/>
              </a:gs>
              <a:gs pos="30000">
                <a:schemeClr val="accent2"/>
              </a:gs>
            </a:gsLst>
            <a:path path="circle">
              <a:fillToRect t="100000" r="100000"/>
            </a:path>
            <a:tileRect l="-100000" b="-10000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36">
            <a:extLst>
              <a:ext uri="{FF2B5EF4-FFF2-40B4-BE49-F238E27FC236}">
                <a16:creationId xmlns:a16="http://schemas.microsoft.com/office/drawing/2014/main" id="{CBBAF009-A03C-1F71-5665-BE327BDFA724}"/>
              </a:ext>
            </a:extLst>
          </p:cNvPr>
          <p:cNvSpPr/>
          <p:nvPr/>
        </p:nvSpPr>
        <p:spPr>
          <a:xfrm>
            <a:off x="89613" y="953822"/>
            <a:ext cx="1000694" cy="3175614"/>
          </a:xfrm>
          <a:custGeom>
            <a:avLst/>
            <a:gdLst>
              <a:gd name="connsiteX0" fmla="*/ 0 w 1000694"/>
              <a:gd name="connsiteY0" fmla="*/ 0 h 2948702"/>
              <a:gd name="connsiteX1" fmla="*/ 30934 w 1000694"/>
              <a:gd name="connsiteY1" fmla="*/ 11322 h 2948702"/>
              <a:gd name="connsiteX2" fmla="*/ 1000694 w 1000694"/>
              <a:gd name="connsiteY2" fmla="*/ 1474351 h 2948702"/>
              <a:gd name="connsiteX3" fmla="*/ 30934 w 1000694"/>
              <a:gd name="connsiteY3" fmla="*/ 2937380 h 2948702"/>
              <a:gd name="connsiteX4" fmla="*/ 0 w 1000694"/>
              <a:gd name="connsiteY4" fmla="*/ 2948702 h 294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694" h="2948702">
                <a:moveTo>
                  <a:pt x="0" y="0"/>
                </a:moveTo>
                <a:lnTo>
                  <a:pt x="30934" y="11322"/>
                </a:lnTo>
                <a:cubicBezTo>
                  <a:pt x="600821" y="252364"/>
                  <a:pt x="1000694" y="816660"/>
                  <a:pt x="1000694" y="1474351"/>
                </a:cubicBezTo>
                <a:cubicBezTo>
                  <a:pt x="1000694" y="2132043"/>
                  <a:pt x="600821" y="2696338"/>
                  <a:pt x="30934" y="2937380"/>
                </a:cubicBezTo>
                <a:lnTo>
                  <a:pt x="0" y="2948702"/>
                </a:lnTo>
                <a:close/>
              </a:path>
            </a:pathLst>
          </a:cu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25" name="直接连接符 24">
            <a:extLst>
              <a:ext uri="{FF2B5EF4-FFF2-40B4-BE49-F238E27FC236}">
                <a16:creationId xmlns:a16="http://schemas.microsoft.com/office/drawing/2014/main" id="{D6ABBE62-4EFC-66BB-DFD7-4E7B61FCB21D}"/>
              </a:ext>
            </a:extLst>
          </p:cNvPr>
          <p:cNvCxnSpPr>
            <a:cxnSpLocks/>
          </p:cNvCxnSpPr>
          <p:nvPr/>
        </p:nvCxnSpPr>
        <p:spPr>
          <a:xfrm>
            <a:off x="4348144" y="4256189"/>
            <a:ext cx="3495712" cy="0"/>
          </a:xfrm>
          <a:prstGeom prst="line">
            <a:avLst/>
          </a:prstGeom>
          <a:ln w="6350">
            <a:gradFill>
              <a:gsLst>
                <a:gs pos="0">
                  <a:schemeClr val="accent1">
                    <a:alpha val="0"/>
                    <a:lumMod val="7000"/>
                    <a:lumOff val="93000"/>
                  </a:schemeClr>
                </a:gs>
                <a:gs pos="55000">
                  <a:schemeClr val="accent1">
                    <a:lumMod val="20000"/>
                    <a:lumOff val="80000"/>
                  </a:schemeClr>
                </a:gs>
                <a:gs pos="100000">
                  <a:schemeClr val="bg1">
                    <a:alpha val="0"/>
                  </a:schemeClr>
                </a:gs>
              </a:gsLst>
              <a:lin ang="0" scaled="0"/>
            </a:gradFill>
          </a:ln>
        </p:spPr>
        <p:style>
          <a:lnRef idx="2">
            <a:schemeClr val="accent1"/>
          </a:lnRef>
          <a:fillRef idx="0">
            <a:schemeClr val="accent1"/>
          </a:fillRef>
          <a:effectRef idx="1">
            <a:schemeClr val="accent1"/>
          </a:effectRef>
          <a:fontRef idx="minor">
            <a:schemeClr val="tx1"/>
          </a:fontRef>
        </p:style>
      </p:cxnSp>
      <p:pic>
        <p:nvPicPr>
          <p:cNvPr id="26" name="Graphic 28">
            <a:extLst>
              <a:ext uri="{FF2B5EF4-FFF2-40B4-BE49-F238E27FC236}">
                <a16:creationId xmlns:a16="http://schemas.microsoft.com/office/drawing/2014/main" id="{80C2C0E0-52E3-BA9B-0502-C60249DF624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91026" y="612068"/>
            <a:ext cx="576184" cy="576184"/>
          </a:xfrm>
          <a:prstGeom prst="rect">
            <a:avLst/>
          </a:prstGeom>
        </p:spPr>
      </p:pic>
      <p:sp>
        <p:nvSpPr>
          <p:cNvPr id="9" name="TextBox 19">
            <a:extLst>
              <a:ext uri="{FF2B5EF4-FFF2-40B4-BE49-F238E27FC236}">
                <a16:creationId xmlns:a16="http://schemas.microsoft.com/office/drawing/2014/main" id="{07299BC4-D967-FB8B-CC8A-E20219889573}"/>
              </a:ext>
            </a:extLst>
          </p:cNvPr>
          <p:cNvSpPr txBox="1"/>
          <p:nvPr/>
        </p:nvSpPr>
        <p:spPr>
          <a:xfrm>
            <a:off x="193780" y="2524137"/>
            <a:ext cx="11831186" cy="1862048"/>
          </a:xfrm>
          <a:prstGeom prst="rect">
            <a:avLst/>
          </a:prstGeom>
          <a:noFill/>
        </p:spPr>
        <p:txBody>
          <a:bodyPr wrap="square" rtlCol="0">
            <a:spAutoFit/>
          </a:bodyPr>
          <a:lstStyle/>
          <a:p>
            <a:pPr algn="ctr"/>
            <a:r>
              <a:rPr lang="en-US" sz="11500" dirty="0">
                <a:solidFill>
                  <a:schemeClr val="bg1"/>
                </a:solidFill>
                <a:latin typeface="+mj-lt"/>
                <a:cs typeface="Poppins SemiBold" panose="00000700000000000000" pitchFamily="2" charset="0"/>
              </a:rPr>
              <a:t>THANK YOU</a:t>
            </a:r>
          </a:p>
        </p:txBody>
      </p:sp>
    </p:spTree>
    <p:extLst>
      <p:ext uri="{BB962C8B-B14F-4D97-AF65-F5344CB8AC3E}">
        <p14:creationId xmlns:p14="http://schemas.microsoft.com/office/powerpoint/2010/main" val="3038467709"/>
      </p:ext>
    </p:extLst>
  </p:cSld>
  <p:clrMapOvr>
    <a:masterClrMapping/>
  </p:clrMapOvr>
</p:sld>
</file>

<file path=ppt/theme/theme1.xml><?xml version="1.0" encoding="utf-8"?>
<a:theme xmlns:a="http://schemas.openxmlformats.org/drawingml/2006/main" name="Office 主题​​">
  <a:themeElements>
    <a:clrScheme name="自定义 41">
      <a:dk1>
        <a:sysClr val="windowText" lastClr="000000"/>
      </a:dk1>
      <a:lt1>
        <a:sysClr val="window" lastClr="FFFFFF"/>
      </a:lt1>
      <a:dk2>
        <a:srgbClr val="0E2841"/>
      </a:dk2>
      <a:lt2>
        <a:srgbClr val="E8E8E8"/>
      </a:lt2>
      <a:accent1>
        <a:srgbClr val="073F87"/>
      </a:accent1>
      <a:accent2>
        <a:srgbClr val="47A4FE"/>
      </a:accent2>
      <a:accent3>
        <a:srgbClr val="050E43"/>
      </a:accent3>
      <a:accent4>
        <a:srgbClr val="0F9ED5"/>
      </a:accent4>
      <a:accent5>
        <a:srgbClr val="A02B93"/>
      </a:accent5>
      <a:accent6>
        <a:srgbClr val="4EA72E"/>
      </a:accent6>
      <a:hlink>
        <a:srgbClr val="467886"/>
      </a:hlink>
      <a:folHlink>
        <a:srgbClr val="96607D"/>
      </a:folHlink>
    </a:clrScheme>
    <a:fontScheme name="自定义 6">
      <a:majorFont>
        <a:latin typeface="Poppins SemiBold"/>
        <a:ea typeface="Poppins"/>
        <a:cs typeface=""/>
      </a:majorFont>
      <a:minorFont>
        <a:latin typeface="Poppins Medium"/>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350</TotalTime>
  <Words>1207</Words>
  <Application>Microsoft Office PowerPoint</Application>
  <PresentationFormat>Widescreen</PresentationFormat>
  <Paragraphs>123</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OPPOSans M</vt:lpstr>
      <vt:lpstr>Arial</vt:lpstr>
      <vt:lpstr>Poppins SemiBold</vt:lpstr>
      <vt:lpstr>Poppins Medium</vt:lpstr>
      <vt:lpstr>等线</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3963938092@qq.com</dc:creator>
  <cp:lastModifiedBy>Sora Shetty</cp:lastModifiedBy>
  <cp:revision>34</cp:revision>
  <dcterms:created xsi:type="dcterms:W3CDTF">2025-07-16T03:10:23Z</dcterms:created>
  <dcterms:modified xsi:type="dcterms:W3CDTF">2025-12-04T18:45:11Z</dcterms:modified>
</cp:coreProperties>
</file>